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356" r:id="rId13"/>
    <p:sldId id="267" r:id="rId14"/>
    <p:sldId id="268" r:id="rId15"/>
    <p:sldId id="357" r:id="rId16"/>
    <p:sldId id="342" r:id="rId17"/>
    <p:sldId id="343" r:id="rId18"/>
    <p:sldId id="344" r:id="rId19"/>
    <p:sldId id="345" r:id="rId20"/>
    <p:sldId id="346" r:id="rId21"/>
    <p:sldId id="358" r:id="rId22"/>
    <p:sldId id="271" r:id="rId23"/>
    <p:sldId id="272" r:id="rId24"/>
    <p:sldId id="359" r:id="rId25"/>
    <p:sldId id="273" r:id="rId26"/>
    <p:sldId id="275" r:id="rId27"/>
    <p:sldId id="276" r:id="rId28"/>
    <p:sldId id="277" r:id="rId29"/>
    <p:sldId id="278" r:id="rId30"/>
    <p:sldId id="279" r:id="rId31"/>
    <p:sldId id="280" r:id="rId32"/>
    <p:sldId id="281" r:id="rId33"/>
    <p:sldId id="282" r:id="rId34"/>
    <p:sldId id="336" r:id="rId35"/>
    <p:sldId id="283" r:id="rId36"/>
    <p:sldId id="284" r:id="rId37"/>
    <p:sldId id="285" r:id="rId38"/>
    <p:sldId id="286" r:id="rId39"/>
    <p:sldId id="287" r:id="rId40"/>
    <p:sldId id="337" r:id="rId41"/>
    <p:sldId id="338" r:id="rId42"/>
    <p:sldId id="339" r:id="rId43"/>
    <p:sldId id="340" r:id="rId44"/>
    <p:sldId id="288" r:id="rId45"/>
    <p:sldId id="289" r:id="rId46"/>
    <p:sldId id="290" r:id="rId47"/>
    <p:sldId id="291" r:id="rId48"/>
    <p:sldId id="292" r:id="rId49"/>
    <p:sldId id="293" r:id="rId50"/>
    <p:sldId id="294" r:id="rId51"/>
    <p:sldId id="295" r:id="rId52"/>
    <p:sldId id="296" r:id="rId53"/>
    <p:sldId id="297" r:id="rId54"/>
    <p:sldId id="298" r:id="rId55"/>
    <p:sldId id="299" r:id="rId56"/>
    <p:sldId id="300" r:id="rId57"/>
    <p:sldId id="301" r:id="rId58"/>
    <p:sldId id="302" r:id="rId59"/>
    <p:sldId id="303" r:id="rId60"/>
    <p:sldId id="304" r:id="rId61"/>
    <p:sldId id="305" r:id="rId62"/>
    <p:sldId id="372" r:id="rId63"/>
    <p:sldId id="373" r:id="rId64"/>
    <p:sldId id="374" r:id="rId65"/>
    <p:sldId id="375" r:id="rId66"/>
    <p:sldId id="306" r:id="rId67"/>
    <p:sldId id="362" r:id="rId68"/>
    <p:sldId id="307" r:id="rId69"/>
    <p:sldId id="308" r:id="rId70"/>
    <p:sldId id="309" r:id="rId71"/>
    <p:sldId id="310" r:id="rId72"/>
    <p:sldId id="360" r:id="rId73"/>
    <p:sldId id="311" r:id="rId74"/>
    <p:sldId id="312" r:id="rId75"/>
    <p:sldId id="313" r:id="rId76"/>
    <p:sldId id="314" r:id="rId77"/>
    <p:sldId id="315" r:id="rId78"/>
    <p:sldId id="316" r:id="rId79"/>
    <p:sldId id="367" r:id="rId80"/>
    <p:sldId id="368" r:id="rId81"/>
    <p:sldId id="369" r:id="rId82"/>
    <p:sldId id="370" r:id="rId83"/>
    <p:sldId id="371" r:id="rId84"/>
    <p:sldId id="317" r:id="rId85"/>
    <p:sldId id="318" r:id="rId86"/>
    <p:sldId id="319" r:id="rId87"/>
    <p:sldId id="320" r:id="rId88"/>
    <p:sldId id="321" r:id="rId89"/>
    <p:sldId id="322" r:id="rId90"/>
    <p:sldId id="323" r:id="rId91"/>
    <p:sldId id="324" r:id="rId92"/>
    <p:sldId id="325" r:id="rId93"/>
    <p:sldId id="326" r:id="rId94"/>
    <p:sldId id="327" r:id="rId95"/>
    <p:sldId id="328" r:id="rId96"/>
    <p:sldId id="329" r:id="rId97"/>
    <p:sldId id="330" r:id="rId98"/>
    <p:sldId id="331" r:id="rId99"/>
    <p:sldId id="332" r:id="rId100"/>
    <p:sldId id="333" r:id="rId101"/>
    <p:sldId id="334" r:id="rId102"/>
    <p:sldId id="335" r:id="rId103"/>
    <p:sldId id="376" r:id="rId104"/>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350" autoAdjust="0"/>
    <p:restoredTop sz="94558" autoAdjust="0"/>
  </p:normalViewPr>
  <p:slideViewPr>
    <p:cSldViewPr>
      <p:cViewPr varScale="1">
        <p:scale>
          <a:sx n="124" d="100"/>
          <a:sy n="124" d="100"/>
        </p:scale>
        <p:origin x="108" y="36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79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theme" Target="theme/theme1.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C54F00-B81B-D3F6-2694-78D2D04CD109}"/>
              </a:ext>
            </a:extLst>
          </p:cNvPr>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endParaRPr lang="en-US"/>
          </a:p>
        </p:txBody>
      </p:sp>
      <p:sp>
        <p:nvSpPr>
          <p:cNvPr id="3" name="副标题 2">
            <a:extLst>
              <a:ext uri="{FF2B5EF4-FFF2-40B4-BE49-F238E27FC236}">
                <a16:creationId xmlns:a16="http://schemas.microsoft.com/office/drawing/2014/main" id="{810373EF-7CC2-AB07-85E7-294F5648BF79}"/>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4" name="日期占位符 3">
            <a:extLst>
              <a:ext uri="{FF2B5EF4-FFF2-40B4-BE49-F238E27FC236}">
                <a16:creationId xmlns:a16="http://schemas.microsoft.com/office/drawing/2014/main" id="{486E2624-81D7-7B1C-0A82-5CE6F2793597}"/>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A5AD5B66-A175-F592-85C0-B955676DAC0E}"/>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58A51CAE-378F-1C10-AD35-5C2D9A313B0F}"/>
              </a:ext>
            </a:extLst>
          </p:cNvPr>
          <p:cNvSpPr>
            <a:spLocks noGrp="1"/>
          </p:cNvSpPr>
          <p:nvPr>
            <p:ph type="sldNum" sz="quarter" idx="12"/>
          </p:nvPr>
        </p:nvSpPr>
        <p:spPr/>
        <p:txBody>
          <a:bodyPr/>
          <a:lstStyle>
            <a:lvl1pPr>
              <a:defRPr/>
            </a:lvl1pPr>
          </a:lstStyle>
          <a:p>
            <a:fld id="{114FF61E-399B-401D-B13F-19AA21069B22}" type="slidenum">
              <a:rPr lang="en-US" altLang="zh-CN"/>
              <a:pPr/>
              <a:t>‹#›</a:t>
            </a:fld>
            <a:endParaRPr lang="en-US" altLang="zh-CN"/>
          </a:p>
        </p:txBody>
      </p:sp>
    </p:spTree>
    <p:extLst>
      <p:ext uri="{BB962C8B-B14F-4D97-AF65-F5344CB8AC3E}">
        <p14:creationId xmlns:p14="http://schemas.microsoft.com/office/powerpoint/2010/main" val="5962856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9365B5-E118-B739-2FF8-DBCF5733133D}"/>
              </a:ext>
            </a:extLst>
          </p:cNvPr>
          <p:cNvSpPr>
            <a:spLocks noGrp="1"/>
          </p:cNvSpPr>
          <p:nvPr>
            <p:ph type="title"/>
          </p:nvPr>
        </p:nvSpPr>
        <p:spPr/>
        <p:txBody>
          <a:bodyPr/>
          <a:lstStyle/>
          <a:p>
            <a:r>
              <a:rPr lang="zh-CN" altLang="en-US"/>
              <a:t>单击此处编辑母版标题样式</a:t>
            </a:r>
            <a:endParaRPr lang="en-US"/>
          </a:p>
        </p:txBody>
      </p:sp>
      <p:sp>
        <p:nvSpPr>
          <p:cNvPr id="3" name="内容占位符 2">
            <a:extLst>
              <a:ext uri="{FF2B5EF4-FFF2-40B4-BE49-F238E27FC236}">
                <a16:creationId xmlns:a16="http://schemas.microsoft.com/office/drawing/2014/main" id="{4F6E31BB-BB4D-B002-13B9-6689843841FB}"/>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a:extLst>
              <a:ext uri="{FF2B5EF4-FFF2-40B4-BE49-F238E27FC236}">
                <a16:creationId xmlns:a16="http://schemas.microsoft.com/office/drawing/2014/main" id="{D0239E29-14D7-C12E-BC65-89981E92EF2B}"/>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226CC4C0-5868-936E-9213-C9E44997BE58}"/>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6DDA7C0E-226A-CD99-4013-A56DF8949272}"/>
              </a:ext>
            </a:extLst>
          </p:cNvPr>
          <p:cNvSpPr>
            <a:spLocks noGrp="1"/>
          </p:cNvSpPr>
          <p:nvPr>
            <p:ph type="sldNum" sz="quarter" idx="12"/>
          </p:nvPr>
        </p:nvSpPr>
        <p:spPr/>
        <p:txBody>
          <a:bodyPr/>
          <a:lstStyle>
            <a:lvl1pPr>
              <a:defRPr/>
            </a:lvl1pPr>
          </a:lstStyle>
          <a:p>
            <a:fld id="{83A06F44-D1D5-4698-A15D-4CCCF6B3ABE3}" type="slidenum">
              <a:rPr lang="en-US" altLang="zh-CN"/>
              <a:pPr/>
              <a:t>‹#›</a:t>
            </a:fld>
            <a:endParaRPr lang="en-US" altLang="zh-CN"/>
          </a:p>
        </p:txBody>
      </p:sp>
    </p:spTree>
    <p:extLst>
      <p:ext uri="{BB962C8B-B14F-4D97-AF65-F5344CB8AC3E}">
        <p14:creationId xmlns:p14="http://schemas.microsoft.com/office/powerpoint/2010/main" val="21131741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3D3937-5AF1-6DCA-3F40-D05156BFB87C}"/>
              </a:ext>
            </a:extLst>
          </p:cNvPr>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endParaRPr lang="en-US"/>
          </a:p>
        </p:txBody>
      </p:sp>
      <p:sp>
        <p:nvSpPr>
          <p:cNvPr id="3" name="文本占位符 2">
            <a:extLst>
              <a:ext uri="{FF2B5EF4-FFF2-40B4-BE49-F238E27FC236}">
                <a16:creationId xmlns:a16="http://schemas.microsoft.com/office/drawing/2014/main" id="{E872D2B8-45D9-B2AF-2FDB-F33A0DF72BF5}"/>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E6410B15-97AE-78BF-B2E7-EC0AF2D8FF70}"/>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82B5A1E7-226C-73CD-FE8A-3ECDFBE1E3A1}"/>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B48C5065-67E8-FE29-7214-AD1833631B0C}"/>
              </a:ext>
            </a:extLst>
          </p:cNvPr>
          <p:cNvSpPr>
            <a:spLocks noGrp="1"/>
          </p:cNvSpPr>
          <p:nvPr>
            <p:ph type="sldNum" sz="quarter" idx="12"/>
          </p:nvPr>
        </p:nvSpPr>
        <p:spPr/>
        <p:txBody>
          <a:bodyPr/>
          <a:lstStyle>
            <a:lvl1pPr>
              <a:defRPr/>
            </a:lvl1pPr>
          </a:lstStyle>
          <a:p>
            <a:fld id="{49BB7746-2D23-4489-974D-D545DF7950E7}" type="slidenum">
              <a:rPr lang="en-US" altLang="zh-CN"/>
              <a:pPr/>
              <a:t>‹#›</a:t>
            </a:fld>
            <a:endParaRPr lang="en-US" altLang="zh-CN"/>
          </a:p>
        </p:txBody>
      </p:sp>
    </p:spTree>
    <p:extLst>
      <p:ext uri="{BB962C8B-B14F-4D97-AF65-F5344CB8AC3E}">
        <p14:creationId xmlns:p14="http://schemas.microsoft.com/office/powerpoint/2010/main" val="33157105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BA499E-4D1F-B05D-7990-DBF01BE0E04D}"/>
              </a:ext>
            </a:extLst>
          </p:cNvPr>
          <p:cNvSpPr>
            <a:spLocks noGrp="1"/>
          </p:cNvSpPr>
          <p:nvPr>
            <p:ph type="title"/>
          </p:nvPr>
        </p:nvSpPr>
        <p:spPr/>
        <p:txBody>
          <a:bodyPr/>
          <a:lstStyle/>
          <a:p>
            <a:r>
              <a:rPr lang="zh-CN" altLang="en-US"/>
              <a:t>单击此处编辑母版标题样式</a:t>
            </a:r>
            <a:endParaRPr lang="en-US"/>
          </a:p>
        </p:txBody>
      </p:sp>
      <p:sp>
        <p:nvSpPr>
          <p:cNvPr id="3" name="内容占位符 2">
            <a:extLst>
              <a:ext uri="{FF2B5EF4-FFF2-40B4-BE49-F238E27FC236}">
                <a16:creationId xmlns:a16="http://schemas.microsoft.com/office/drawing/2014/main" id="{15BD5882-ED0D-B6B7-CA0A-79656597DF7D}"/>
              </a:ext>
            </a:extLst>
          </p:cNvPr>
          <p:cNvSpPr>
            <a:spLocks noGrp="1"/>
          </p:cNvSpPr>
          <p:nvPr>
            <p:ph sz="half" idx="1"/>
          </p:nvPr>
        </p:nvSpPr>
        <p:spPr>
          <a:xfrm>
            <a:off x="457200" y="1600200"/>
            <a:ext cx="4038600" cy="4525963"/>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内容占位符 3">
            <a:extLst>
              <a:ext uri="{FF2B5EF4-FFF2-40B4-BE49-F238E27FC236}">
                <a16:creationId xmlns:a16="http://schemas.microsoft.com/office/drawing/2014/main" id="{C3A4EB7B-1132-92CE-72E0-2ACB7C1B2FB4}"/>
              </a:ext>
            </a:extLst>
          </p:cNvPr>
          <p:cNvSpPr>
            <a:spLocks noGrp="1"/>
          </p:cNvSpPr>
          <p:nvPr>
            <p:ph sz="half" idx="2"/>
          </p:nvPr>
        </p:nvSpPr>
        <p:spPr>
          <a:xfrm>
            <a:off x="4648200" y="1600200"/>
            <a:ext cx="4038600" cy="4525963"/>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日期占位符 4">
            <a:extLst>
              <a:ext uri="{FF2B5EF4-FFF2-40B4-BE49-F238E27FC236}">
                <a16:creationId xmlns:a16="http://schemas.microsoft.com/office/drawing/2014/main" id="{925EDD3B-7E94-6966-A73C-A33BA859F62C}"/>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8C92CC01-9360-751B-3A7D-F525F88B168C}"/>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E320C5D3-50A1-CB24-B7C5-45922A3136A4}"/>
              </a:ext>
            </a:extLst>
          </p:cNvPr>
          <p:cNvSpPr>
            <a:spLocks noGrp="1"/>
          </p:cNvSpPr>
          <p:nvPr>
            <p:ph type="sldNum" sz="quarter" idx="12"/>
          </p:nvPr>
        </p:nvSpPr>
        <p:spPr/>
        <p:txBody>
          <a:bodyPr/>
          <a:lstStyle>
            <a:lvl1pPr>
              <a:defRPr/>
            </a:lvl1pPr>
          </a:lstStyle>
          <a:p>
            <a:fld id="{E5535F9D-3621-4DD9-BFB8-F260E6FD6F9A}" type="slidenum">
              <a:rPr lang="en-US" altLang="zh-CN"/>
              <a:pPr/>
              <a:t>‹#›</a:t>
            </a:fld>
            <a:endParaRPr lang="en-US" altLang="zh-CN"/>
          </a:p>
        </p:txBody>
      </p:sp>
    </p:spTree>
    <p:extLst>
      <p:ext uri="{BB962C8B-B14F-4D97-AF65-F5344CB8AC3E}">
        <p14:creationId xmlns:p14="http://schemas.microsoft.com/office/powerpoint/2010/main" val="15494181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932A53-5C79-0698-149A-4B228A1D7DBF}"/>
              </a:ext>
            </a:extLst>
          </p:cNvPr>
          <p:cNvSpPr>
            <a:spLocks noGrp="1"/>
          </p:cNvSpPr>
          <p:nvPr>
            <p:ph type="title"/>
          </p:nvPr>
        </p:nvSpPr>
        <p:spPr>
          <a:xfrm>
            <a:off x="630238" y="365125"/>
            <a:ext cx="7886700" cy="1325563"/>
          </a:xfrm>
        </p:spPr>
        <p:txBody>
          <a:bodyPr/>
          <a:lstStyle/>
          <a:p>
            <a:r>
              <a:rPr lang="zh-CN" altLang="en-US"/>
              <a:t>单击此处编辑母版标题样式</a:t>
            </a:r>
            <a:endParaRPr lang="en-US"/>
          </a:p>
        </p:txBody>
      </p:sp>
      <p:sp>
        <p:nvSpPr>
          <p:cNvPr id="3" name="文本占位符 2">
            <a:extLst>
              <a:ext uri="{FF2B5EF4-FFF2-40B4-BE49-F238E27FC236}">
                <a16:creationId xmlns:a16="http://schemas.microsoft.com/office/drawing/2014/main" id="{4CB7E1E1-D728-24B9-42A9-BFDBC65DF90E}"/>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54966759-0C1C-BFB8-C51D-4219D0DA8FF1}"/>
              </a:ext>
            </a:extLst>
          </p:cNvPr>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文本占位符 4">
            <a:extLst>
              <a:ext uri="{FF2B5EF4-FFF2-40B4-BE49-F238E27FC236}">
                <a16:creationId xmlns:a16="http://schemas.microsoft.com/office/drawing/2014/main" id="{DE806FD7-4CCB-53DF-8E7B-2EF72A4797A2}"/>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3AFB14DF-8494-C5C5-DFD3-5E696F57A0B2}"/>
              </a:ext>
            </a:extLst>
          </p:cNvPr>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7" name="日期占位符 6">
            <a:extLst>
              <a:ext uri="{FF2B5EF4-FFF2-40B4-BE49-F238E27FC236}">
                <a16:creationId xmlns:a16="http://schemas.microsoft.com/office/drawing/2014/main" id="{3582BED4-6980-DE91-2A1E-3339F83B9701}"/>
              </a:ext>
            </a:extLst>
          </p:cNvPr>
          <p:cNvSpPr>
            <a:spLocks noGrp="1"/>
          </p:cNvSpPr>
          <p:nvPr>
            <p:ph type="dt" sz="half" idx="10"/>
          </p:nvPr>
        </p:nvSpPr>
        <p:spPr/>
        <p:txBody>
          <a:bodyPr/>
          <a:lstStyle>
            <a:lvl1pPr>
              <a:defRPr/>
            </a:lvl1pPr>
          </a:lstStyle>
          <a:p>
            <a:endParaRPr lang="en-US" altLang="zh-CN"/>
          </a:p>
        </p:txBody>
      </p:sp>
      <p:sp>
        <p:nvSpPr>
          <p:cNvPr id="8" name="页脚占位符 7">
            <a:extLst>
              <a:ext uri="{FF2B5EF4-FFF2-40B4-BE49-F238E27FC236}">
                <a16:creationId xmlns:a16="http://schemas.microsoft.com/office/drawing/2014/main" id="{8E569EAE-280C-1B26-C2EB-DEE4432BBEDA}"/>
              </a:ext>
            </a:extLst>
          </p:cNvPr>
          <p:cNvSpPr>
            <a:spLocks noGrp="1"/>
          </p:cNvSpPr>
          <p:nvPr>
            <p:ph type="ftr" sz="quarter" idx="11"/>
          </p:nvPr>
        </p:nvSpPr>
        <p:spPr/>
        <p:txBody>
          <a:bodyPr/>
          <a:lstStyle>
            <a:lvl1pPr>
              <a:defRPr/>
            </a:lvl1pPr>
          </a:lstStyle>
          <a:p>
            <a:endParaRPr lang="en-US" altLang="zh-CN"/>
          </a:p>
        </p:txBody>
      </p:sp>
      <p:sp>
        <p:nvSpPr>
          <p:cNvPr id="9" name="灯片编号占位符 8">
            <a:extLst>
              <a:ext uri="{FF2B5EF4-FFF2-40B4-BE49-F238E27FC236}">
                <a16:creationId xmlns:a16="http://schemas.microsoft.com/office/drawing/2014/main" id="{A648FD6C-5603-F18B-E872-1C30593FD768}"/>
              </a:ext>
            </a:extLst>
          </p:cNvPr>
          <p:cNvSpPr>
            <a:spLocks noGrp="1"/>
          </p:cNvSpPr>
          <p:nvPr>
            <p:ph type="sldNum" sz="quarter" idx="12"/>
          </p:nvPr>
        </p:nvSpPr>
        <p:spPr/>
        <p:txBody>
          <a:bodyPr/>
          <a:lstStyle>
            <a:lvl1pPr>
              <a:defRPr/>
            </a:lvl1pPr>
          </a:lstStyle>
          <a:p>
            <a:fld id="{9F4186F8-77DB-496A-A2BF-8369D3B5B3F8}" type="slidenum">
              <a:rPr lang="en-US" altLang="zh-CN"/>
              <a:pPr/>
              <a:t>‹#›</a:t>
            </a:fld>
            <a:endParaRPr lang="en-US" altLang="zh-CN"/>
          </a:p>
        </p:txBody>
      </p:sp>
    </p:spTree>
    <p:extLst>
      <p:ext uri="{BB962C8B-B14F-4D97-AF65-F5344CB8AC3E}">
        <p14:creationId xmlns:p14="http://schemas.microsoft.com/office/powerpoint/2010/main" val="14446188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0EC5C0-2ECA-5887-C993-C51711F9DDA8}"/>
              </a:ext>
            </a:extLst>
          </p:cNvPr>
          <p:cNvSpPr>
            <a:spLocks noGrp="1"/>
          </p:cNvSpPr>
          <p:nvPr>
            <p:ph type="title"/>
          </p:nvPr>
        </p:nvSpPr>
        <p:spPr/>
        <p:txBody>
          <a:bodyPr/>
          <a:lstStyle/>
          <a:p>
            <a:r>
              <a:rPr lang="zh-CN" altLang="en-US"/>
              <a:t>单击此处编辑母版标题样式</a:t>
            </a:r>
            <a:endParaRPr lang="en-US"/>
          </a:p>
        </p:txBody>
      </p:sp>
      <p:sp>
        <p:nvSpPr>
          <p:cNvPr id="3" name="日期占位符 2">
            <a:extLst>
              <a:ext uri="{FF2B5EF4-FFF2-40B4-BE49-F238E27FC236}">
                <a16:creationId xmlns:a16="http://schemas.microsoft.com/office/drawing/2014/main" id="{F7EF8091-CFF7-34E4-57B7-85569F1C05CD}"/>
              </a:ext>
            </a:extLst>
          </p:cNvPr>
          <p:cNvSpPr>
            <a:spLocks noGrp="1"/>
          </p:cNvSpPr>
          <p:nvPr>
            <p:ph type="dt" sz="half" idx="10"/>
          </p:nvPr>
        </p:nvSpPr>
        <p:spPr/>
        <p:txBody>
          <a:bodyPr/>
          <a:lstStyle>
            <a:lvl1pPr>
              <a:defRPr/>
            </a:lvl1pPr>
          </a:lstStyle>
          <a:p>
            <a:endParaRPr lang="en-US" altLang="zh-CN"/>
          </a:p>
        </p:txBody>
      </p:sp>
      <p:sp>
        <p:nvSpPr>
          <p:cNvPr id="4" name="页脚占位符 3">
            <a:extLst>
              <a:ext uri="{FF2B5EF4-FFF2-40B4-BE49-F238E27FC236}">
                <a16:creationId xmlns:a16="http://schemas.microsoft.com/office/drawing/2014/main" id="{62ABFA18-8219-103D-E8E6-D6A201A81FED}"/>
              </a:ext>
            </a:extLst>
          </p:cNvPr>
          <p:cNvSpPr>
            <a:spLocks noGrp="1"/>
          </p:cNvSpPr>
          <p:nvPr>
            <p:ph type="ftr" sz="quarter" idx="11"/>
          </p:nvPr>
        </p:nvSpPr>
        <p:spPr/>
        <p:txBody>
          <a:bodyPr/>
          <a:lstStyle>
            <a:lvl1pPr>
              <a:defRPr/>
            </a:lvl1pPr>
          </a:lstStyle>
          <a:p>
            <a:endParaRPr lang="en-US" altLang="zh-CN"/>
          </a:p>
        </p:txBody>
      </p:sp>
      <p:sp>
        <p:nvSpPr>
          <p:cNvPr id="5" name="灯片编号占位符 4">
            <a:extLst>
              <a:ext uri="{FF2B5EF4-FFF2-40B4-BE49-F238E27FC236}">
                <a16:creationId xmlns:a16="http://schemas.microsoft.com/office/drawing/2014/main" id="{7BD85371-B17D-22C5-14E9-644A8EB1BDF5}"/>
              </a:ext>
            </a:extLst>
          </p:cNvPr>
          <p:cNvSpPr>
            <a:spLocks noGrp="1"/>
          </p:cNvSpPr>
          <p:nvPr>
            <p:ph type="sldNum" sz="quarter" idx="12"/>
          </p:nvPr>
        </p:nvSpPr>
        <p:spPr/>
        <p:txBody>
          <a:bodyPr/>
          <a:lstStyle>
            <a:lvl1pPr>
              <a:defRPr/>
            </a:lvl1pPr>
          </a:lstStyle>
          <a:p>
            <a:fld id="{1EEB2C8B-4C8D-4DAE-A081-8D961F5F9BE4}" type="slidenum">
              <a:rPr lang="en-US" altLang="zh-CN"/>
              <a:pPr/>
              <a:t>‹#›</a:t>
            </a:fld>
            <a:endParaRPr lang="en-US" altLang="zh-CN"/>
          </a:p>
        </p:txBody>
      </p:sp>
    </p:spTree>
    <p:extLst>
      <p:ext uri="{BB962C8B-B14F-4D97-AF65-F5344CB8AC3E}">
        <p14:creationId xmlns:p14="http://schemas.microsoft.com/office/powerpoint/2010/main" val="38947241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EADA5207-2130-B134-443B-5750C012A017}"/>
              </a:ext>
            </a:extLst>
          </p:cNvPr>
          <p:cNvSpPr>
            <a:spLocks noGrp="1"/>
          </p:cNvSpPr>
          <p:nvPr>
            <p:ph type="dt" sz="half" idx="10"/>
          </p:nvPr>
        </p:nvSpPr>
        <p:spPr/>
        <p:txBody>
          <a:bodyPr/>
          <a:lstStyle>
            <a:lvl1pPr>
              <a:defRPr/>
            </a:lvl1pPr>
          </a:lstStyle>
          <a:p>
            <a:endParaRPr lang="en-US" altLang="zh-CN"/>
          </a:p>
        </p:txBody>
      </p:sp>
      <p:sp>
        <p:nvSpPr>
          <p:cNvPr id="3" name="页脚占位符 2">
            <a:extLst>
              <a:ext uri="{FF2B5EF4-FFF2-40B4-BE49-F238E27FC236}">
                <a16:creationId xmlns:a16="http://schemas.microsoft.com/office/drawing/2014/main" id="{BC285DFF-7BA7-77B5-8FAA-452BA37FB3FB}"/>
              </a:ext>
            </a:extLst>
          </p:cNvPr>
          <p:cNvSpPr>
            <a:spLocks noGrp="1"/>
          </p:cNvSpPr>
          <p:nvPr>
            <p:ph type="ftr" sz="quarter" idx="11"/>
          </p:nvPr>
        </p:nvSpPr>
        <p:spPr/>
        <p:txBody>
          <a:bodyPr/>
          <a:lstStyle>
            <a:lvl1pPr>
              <a:defRPr/>
            </a:lvl1pPr>
          </a:lstStyle>
          <a:p>
            <a:endParaRPr lang="en-US" altLang="zh-CN"/>
          </a:p>
        </p:txBody>
      </p:sp>
      <p:sp>
        <p:nvSpPr>
          <p:cNvPr id="4" name="灯片编号占位符 3">
            <a:extLst>
              <a:ext uri="{FF2B5EF4-FFF2-40B4-BE49-F238E27FC236}">
                <a16:creationId xmlns:a16="http://schemas.microsoft.com/office/drawing/2014/main" id="{4B2AD711-B894-F58B-5AAD-A6585C577EB5}"/>
              </a:ext>
            </a:extLst>
          </p:cNvPr>
          <p:cNvSpPr>
            <a:spLocks noGrp="1"/>
          </p:cNvSpPr>
          <p:nvPr>
            <p:ph type="sldNum" sz="quarter" idx="12"/>
          </p:nvPr>
        </p:nvSpPr>
        <p:spPr/>
        <p:txBody>
          <a:bodyPr/>
          <a:lstStyle>
            <a:lvl1pPr>
              <a:defRPr/>
            </a:lvl1pPr>
          </a:lstStyle>
          <a:p>
            <a:fld id="{CE3CA0E3-F376-4668-8AA4-CAF98B72329F}" type="slidenum">
              <a:rPr lang="en-US" altLang="zh-CN"/>
              <a:pPr/>
              <a:t>‹#›</a:t>
            </a:fld>
            <a:endParaRPr lang="en-US" altLang="zh-CN"/>
          </a:p>
        </p:txBody>
      </p:sp>
    </p:spTree>
    <p:extLst>
      <p:ext uri="{BB962C8B-B14F-4D97-AF65-F5344CB8AC3E}">
        <p14:creationId xmlns:p14="http://schemas.microsoft.com/office/powerpoint/2010/main" val="38675203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5A475D-A035-8965-4C43-869B5B3F1ACA}"/>
              </a:ext>
            </a:extLst>
          </p:cNvPr>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endParaRPr lang="en-US"/>
          </a:p>
        </p:txBody>
      </p:sp>
      <p:sp>
        <p:nvSpPr>
          <p:cNvPr id="3" name="内容占位符 2">
            <a:extLst>
              <a:ext uri="{FF2B5EF4-FFF2-40B4-BE49-F238E27FC236}">
                <a16:creationId xmlns:a16="http://schemas.microsoft.com/office/drawing/2014/main" id="{4D97796D-DFFF-514F-A850-959A91A30600}"/>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文本占位符 3">
            <a:extLst>
              <a:ext uri="{FF2B5EF4-FFF2-40B4-BE49-F238E27FC236}">
                <a16:creationId xmlns:a16="http://schemas.microsoft.com/office/drawing/2014/main" id="{56B79D77-29A0-9F32-8261-BA27E35B8886}"/>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E27A4D0-15AF-03B7-D0BA-B17F7A96ACFF}"/>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959CDFBC-F720-F515-3090-9ECF7D57A755}"/>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AC9C1DB9-D947-0393-67B1-4C77DB593B2F}"/>
              </a:ext>
            </a:extLst>
          </p:cNvPr>
          <p:cNvSpPr>
            <a:spLocks noGrp="1"/>
          </p:cNvSpPr>
          <p:nvPr>
            <p:ph type="sldNum" sz="quarter" idx="12"/>
          </p:nvPr>
        </p:nvSpPr>
        <p:spPr/>
        <p:txBody>
          <a:bodyPr/>
          <a:lstStyle>
            <a:lvl1pPr>
              <a:defRPr/>
            </a:lvl1pPr>
          </a:lstStyle>
          <a:p>
            <a:fld id="{EA2BD353-6198-4C1F-9CB9-1C745DD0B604}" type="slidenum">
              <a:rPr lang="en-US" altLang="zh-CN"/>
              <a:pPr/>
              <a:t>‹#›</a:t>
            </a:fld>
            <a:endParaRPr lang="en-US" altLang="zh-CN"/>
          </a:p>
        </p:txBody>
      </p:sp>
    </p:spTree>
    <p:extLst>
      <p:ext uri="{BB962C8B-B14F-4D97-AF65-F5344CB8AC3E}">
        <p14:creationId xmlns:p14="http://schemas.microsoft.com/office/powerpoint/2010/main" val="13751222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C74469F-F942-43D9-94F4-DEEA9A09E2EE}"/>
              </a:ext>
            </a:extLst>
          </p:cNvPr>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endParaRPr lang="en-US"/>
          </a:p>
        </p:txBody>
      </p:sp>
      <p:sp>
        <p:nvSpPr>
          <p:cNvPr id="3" name="图片占位符 2">
            <a:extLst>
              <a:ext uri="{FF2B5EF4-FFF2-40B4-BE49-F238E27FC236}">
                <a16:creationId xmlns:a16="http://schemas.microsoft.com/office/drawing/2014/main" id="{D22FDECD-0483-8290-4D92-CC0E7F2D0C00}"/>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文本占位符 3">
            <a:extLst>
              <a:ext uri="{FF2B5EF4-FFF2-40B4-BE49-F238E27FC236}">
                <a16:creationId xmlns:a16="http://schemas.microsoft.com/office/drawing/2014/main" id="{DDC754E5-1377-D566-0F60-D38B844010C6}"/>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17D61258-CBB2-C2A4-720D-E085D40306D6}"/>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599A9314-13BD-6FB9-341E-2CDDD1CEBEC2}"/>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EA2AE2B3-CEE6-97C4-985E-94FB59E4D798}"/>
              </a:ext>
            </a:extLst>
          </p:cNvPr>
          <p:cNvSpPr>
            <a:spLocks noGrp="1"/>
          </p:cNvSpPr>
          <p:nvPr>
            <p:ph type="sldNum" sz="quarter" idx="12"/>
          </p:nvPr>
        </p:nvSpPr>
        <p:spPr/>
        <p:txBody>
          <a:bodyPr/>
          <a:lstStyle>
            <a:lvl1pPr>
              <a:defRPr/>
            </a:lvl1pPr>
          </a:lstStyle>
          <a:p>
            <a:fld id="{7B27ACF5-2C01-4913-8368-00BA5DF80655}" type="slidenum">
              <a:rPr lang="en-US" altLang="zh-CN"/>
              <a:pPr/>
              <a:t>‹#›</a:t>
            </a:fld>
            <a:endParaRPr lang="en-US" altLang="zh-CN"/>
          </a:p>
        </p:txBody>
      </p:sp>
    </p:spTree>
    <p:extLst>
      <p:ext uri="{BB962C8B-B14F-4D97-AF65-F5344CB8AC3E}">
        <p14:creationId xmlns:p14="http://schemas.microsoft.com/office/powerpoint/2010/main" val="11147434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B30723-4182-C02B-4B70-74A0F0FC9B31}"/>
              </a:ext>
            </a:extLst>
          </p:cNvPr>
          <p:cNvSpPr>
            <a:spLocks noGrp="1"/>
          </p:cNvSpPr>
          <p:nvPr>
            <p:ph type="title"/>
          </p:nvPr>
        </p:nvSpPr>
        <p:spPr/>
        <p:txBody>
          <a:bodyPr/>
          <a:lstStyle/>
          <a:p>
            <a:r>
              <a:rPr lang="zh-CN" altLang="en-US"/>
              <a:t>单击此处编辑母版标题样式</a:t>
            </a:r>
            <a:endParaRPr lang="en-US"/>
          </a:p>
        </p:txBody>
      </p:sp>
      <p:sp>
        <p:nvSpPr>
          <p:cNvPr id="3" name="竖排文字占位符 2">
            <a:extLst>
              <a:ext uri="{FF2B5EF4-FFF2-40B4-BE49-F238E27FC236}">
                <a16:creationId xmlns:a16="http://schemas.microsoft.com/office/drawing/2014/main" id="{A55CA332-06F4-E796-9918-9A348F519BD6}"/>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a:extLst>
              <a:ext uri="{FF2B5EF4-FFF2-40B4-BE49-F238E27FC236}">
                <a16:creationId xmlns:a16="http://schemas.microsoft.com/office/drawing/2014/main" id="{4D862DDA-3DA1-0985-6CB7-1E2B77B78EB4}"/>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CBFBE2BB-B193-62B3-DD12-3973626284FF}"/>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F44B50A0-3686-5BFE-DF23-E4A3E7C77715}"/>
              </a:ext>
            </a:extLst>
          </p:cNvPr>
          <p:cNvSpPr>
            <a:spLocks noGrp="1"/>
          </p:cNvSpPr>
          <p:nvPr>
            <p:ph type="sldNum" sz="quarter" idx="12"/>
          </p:nvPr>
        </p:nvSpPr>
        <p:spPr/>
        <p:txBody>
          <a:bodyPr/>
          <a:lstStyle>
            <a:lvl1pPr>
              <a:defRPr/>
            </a:lvl1pPr>
          </a:lstStyle>
          <a:p>
            <a:fld id="{9D79CF53-57DA-47CD-AFB2-96EA12ECE451}" type="slidenum">
              <a:rPr lang="en-US" altLang="zh-CN"/>
              <a:pPr/>
              <a:t>‹#›</a:t>
            </a:fld>
            <a:endParaRPr lang="en-US" altLang="zh-CN"/>
          </a:p>
        </p:txBody>
      </p:sp>
    </p:spTree>
    <p:extLst>
      <p:ext uri="{BB962C8B-B14F-4D97-AF65-F5344CB8AC3E}">
        <p14:creationId xmlns:p14="http://schemas.microsoft.com/office/powerpoint/2010/main" val="20977091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32089C79-2BD5-5F59-F8DA-A7255AE56E2B}"/>
              </a:ext>
            </a:extLst>
          </p:cNvPr>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en-US"/>
          </a:p>
        </p:txBody>
      </p:sp>
      <p:sp>
        <p:nvSpPr>
          <p:cNvPr id="3" name="竖排文字占位符 2">
            <a:extLst>
              <a:ext uri="{FF2B5EF4-FFF2-40B4-BE49-F238E27FC236}">
                <a16:creationId xmlns:a16="http://schemas.microsoft.com/office/drawing/2014/main" id="{71064047-D6E1-2FCB-8637-BD728C7EEE83}"/>
              </a:ext>
            </a:extLst>
          </p:cNvPr>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a:extLst>
              <a:ext uri="{FF2B5EF4-FFF2-40B4-BE49-F238E27FC236}">
                <a16:creationId xmlns:a16="http://schemas.microsoft.com/office/drawing/2014/main" id="{4C7CAAFD-1C96-3343-A1FA-0E538B78A66D}"/>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E38B19CA-A5AD-1740-D9FE-8D3E54699025}"/>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76F0B7D5-62B7-B456-20EC-328AAC453B8E}"/>
              </a:ext>
            </a:extLst>
          </p:cNvPr>
          <p:cNvSpPr>
            <a:spLocks noGrp="1"/>
          </p:cNvSpPr>
          <p:nvPr>
            <p:ph type="sldNum" sz="quarter" idx="12"/>
          </p:nvPr>
        </p:nvSpPr>
        <p:spPr/>
        <p:txBody>
          <a:bodyPr/>
          <a:lstStyle>
            <a:lvl1pPr>
              <a:defRPr/>
            </a:lvl1pPr>
          </a:lstStyle>
          <a:p>
            <a:fld id="{3A63DF4F-05A1-4C21-8CFF-EEAD9B5475AB}" type="slidenum">
              <a:rPr lang="en-US" altLang="zh-CN"/>
              <a:pPr/>
              <a:t>‹#›</a:t>
            </a:fld>
            <a:endParaRPr lang="en-US" altLang="zh-CN"/>
          </a:p>
        </p:txBody>
      </p:sp>
    </p:spTree>
    <p:extLst>
      <p:ext uri="{BB962C8B-B14F-4D97-AF65-F5344CB8AC3E}">
        <p14:creationId xmlns:p14="http://schemas.microsoft.com/office/powerpoint/2010/main" val="19300671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58BDA983-E104-8CA7-3FE6-F18B6CF48F2D}"/>
              </a:ext>
            </a:extLst>
          </p:cNvPr>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a:extLst>
              <a:ext uri="{FF2B5EF4-FFF2-40B4-BE49-F238E27FC236}">
                <a16:creationId xmlns:a16="http://schemas.microsoft.com/office/drawing/2014/main" id="{D34173CC-025F-9E5D-23A9-1DD3F2839550}"/>
              </a:ext>
            </a:extLst>
          </p:cNvPr>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a:extLst>
              <a:ext uri="{FF2B5EF4-FFF2-40B4-BE49-F238E27FC236}">
                <a16:creationId xmlns:a16="http://schemas.microsoft.com/office/drawing/2014/main" id="{77072780-A1F7-B7A3-7198-173D176BAC6D}"/>
              </a:ext>
            </a:extLst>
          </p:cNvPr>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endParaRPr lang="en-US" altLang="zh-CN"/>
          </a:p>
        </p:txBody>
      </p:sp>
      <p:sp>
        <p:nvSpPr>
          <p:cNvPr id="1029" name="Rectangle 5">
            <a:extLst>
              <a:ext uri="{FF2B5EF4-FFF2-40B4-BE49-F238E27FC236}">
                <a16:creationId xmlns:a16="http://schemas.microsoft.com/office/drawing/2014/main" id="{B4E5CA43-7320-05FE-A9C7-E905E042EB52}"/>
              </a:ext>
            </a:extLst>
          </p:cNvPr>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endParaRPr lang="en-US" altLang="zh-CN"/>
          </a:p>
        </p:txBody>
      </p:sp>
      <p:sp>
        <p:nvSpPr>
          <p:cNvPr id="1030" name="Rectangle 6">
            <a:extLst>
              <a:ext uri="{FF2B5EF4-FFF2-40B4-BE49-F238E27FC236}">
                <a16:creationId xmlns:a16="http://schemas.microsoft.com/office/drawing/2014/main" id="{7812BAFF-7EFE-1835-68A0-72642426F4D1}"/>
              </a:ext>
            </a:extLst>
          </p:cNvPr>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A48C9B69-9E89-432D-B50B-04DEC9F41BC2}"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image" Target="../media/image1.wmf"/><Relationship Id="rId7" Type="http://schemas.openxmlformats.org/officeDocument/2006/relationships/image" Target="../media/image3.wmf"/><Relationship Id="rId2" Type="http://schemas.openxmlformats.org/officeDocument/2006/relationships/oleObject" Target="../embeddings/oleObject1.bin"/><Relationship Id="rId1" Type="http://schemas.openxmlformats.org/officeDocument/2006/relationships/slideLayout" Target="../slideLayouts/slideLayout7.xml"/><Relationship Id="rId6" Type="http://schemas.openxmlformats.org/officeDocument/2006/relationships/oleObject" Target="../embeddings/oleObject3.bin"/><Relationship Id="rId5" Type="http://schemas.openxmlformats.org/officeDocument/2006/relationships/image" Target="../media/image2.wmf"/><Relationship Id="rId4" Type="http://schemas.openxmlformats.org/officeDocument/2006/relationships/oleObject" Target="../embeddings/oleObject2.bin"/><Relationship Id="rId9" Type="http://schemas.openxmlformats.org/officeDocument/2006/relationships/image" Target="../media/image4.wm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7.wmf"/><Relationship Id="rId3" Type="http://schemas.openxmlformats.org/officeDocument/2006/relationships/image" Target="../media/image5.wmf"/><Relationship Id="rId7" Type="http://schemas.openxmlformats.org/officeDocument/2006/relationships/oleObject" Target="../embeddings/oleObject8.bin"/><Relationship Id="rId12" Type="http://schemas.openxmlformats.org/officeDocument/2006/relationships/image" Target="../media/image9.wmf"/><Relationship Id="rId2" Type="http://schemas.openxmlformats.org/officeDocument/2006/relationships/oleObject" Target="../embeddings/oleObject5.bin"/><Relationship Id="rId1" Type="http://schemas.openxmlformats.org/officeDocument/2006/relationships/slideLayout" Target="../slideLayouts/slideLayout7.xml"/><Relationship Id="rId6" Type="http://schemas.openxmlformats.org/officeDocument/2006/relationships/oleObject" Target="../embeddings/oleObject7.bin"/><Relationship Id="rId11" Type="http://schemas.openxmlformats.org/officeDocument/2006/relationships/oleObject" Target="../embeddings/oleObject10.bin"/><Relationship Id="rId5" Type="http://schemas.openxmlformats.org/officeDocument/2006/relationships/image" Target="../media/image6.wmf"/><Relationship Id="rId10" Type="http://schemas.openxmlformats.org/officeDocument/2006/relationships/image" Target="../media/image8.wmf"/><Relationship Id="rId4" Type="http://schemas.openxmlformats.org/officeDocument/2006/relationships/oleObject" Target="../embeddings/oleObject6.bin"/><Relationship Id="rId9" Type="http://schemas.openxmlformats.org/officeDocument/2006/relationships/oleObject" Target="../embeddings/oleObject9.bin"/></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14.bin"/><Relationship Id="rId13" Type="http://schemas.openxmlformats.org/officeDocument/2006/relationships/image" Target="../media/image15.wmf"/><Relationship Id="rId3" Type="http://schemas.openxmlformats.org/officeDocument/2006/relationships/image" Target="../media/image10.wmf"/><Relationship Id="rId7" Type="http://schemas.openxmlformats.org/officeDocument/2006/relationships/image" Target="../media/image12.wmf"/><Relationship Id="rId12" Type="http://schemas.openxmlformats.org/officeDocument/2006/relationships/oleObject" Target="../embeddings/oleObject16.bin"/><Relationship Id="rId2" Type="http://schemas.openxmlformats.org/officeDocument/2006/relationships/oleObject" Target="../embeddings/oleObject11.bin"/><Relationship Id="rId1" Type="http://schemas.openxmlformats.org/officeDocument/2006/relationships/slideLayout" Target="../slideLayouts/slideLayout7.xml"/><Relationship Id="rId6" Type="http://schemas.openxmlformats.org/officeDocument/2006/relationships/oleObject" Target="../embeddings/oleObject13.bin"/><Relationship Id="rId11" Type="http://schemas.openxmlformats.org/officeDocument/2006/relationships/image" Target="../media/image14.wmf"/><Relationship Id="rId5" Type="http://schemas.openxmlformats.org/officeDocument/2006/relationships/image" Target="../media/image11.wmf"/><Relationship Id="rId15" Type="http://schemas.openxmlformats.org/officeDocument/2006/relationships/oleObject" Target="../embeddings/oleObject18.bin"/><Relationship Id="rId10" Type="http://schemas.openxmlformats.org/officeDocument/2006/relationships/oleObject" Target="../embeddings/oleObject15.bin"/><Relationship Id="rId4" Type="http://schemas.openxmlformats.org/officeDocument/2006/relationships/oleObject" Target="../embeddings/oleObject12.bin"/><Relationship Id="rId9" Type="http://schemas.openxmlformats.org/officeDocument/2006/relationships/image" Target="../media/image13.wmf"/><Relationship Id="rId14" Type="http://schemas.openxmlformats.org/officeDocument/2006/relationships/oleObject" Target="../embeddings/oleObject17.bin"/></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22.bin"/><Relationship Id="rId13" Type="http://schemas.openxmlformats.org/officeDocument/2006/relationships/image" Target="../media/image21.wmf"/><Relationship Id="rId3" Type="http://schemas.openxmlformats.org/officeDocument/2006/relationships/image" Target="../media/image16.wmf"/><Relationship Id="rId7" Type="http://schemas.openxmlformats.org/officeDocument/2006/relationships/image" Target="../media/image18.wmf"/><Relationship Id="rId12" Type="http://schemas.openxmlformats.org/officeDocument/2006/relationships/oleObject" Target="../embeddings/oleObject24.bin"/><Relationship Id="rId2" Type="http://schemas.openxmlformats.org/officeDocument/2006/relationships/oleObject" Target="../embeddings/oleObject19.bin"/><Relationship Id="rId1" Type="http://schemas.openxmlformats.org/officeDocument/2006/relationships/slideLayout" Target="../slideLayouts/slideLayout7.xml"/><Relationship Id="rId6" Type="http://schemas.openxmlformats.org/officeDocument/2006/relationships/oleObject" Target="../embeddings/oleObject21.bin"/><Relationship Id="rId11" Type="http://schemas.openxmlformats.org/officeDocument/2006/relationships/image" Target="../media/image20.wmf"/><Relationship Id="rId5" Type="http://schemas.openxmlformats.org/officeDocument/2006/relationships/image" Target="../media/image17.wmf"/><Relationship Id="rId10" Type="http://schemas.openxmlformats.org/officeDocument/2006/relationships/oleObject" Target="../embeddings/oleObject23.bin"/><Relationship Id="rId4" Type="http://schemas.openxmlformats.org/officeDocument/2006/relationships/oleObject" Target="../embeddings/oleObject20.bin"/><Relationship Id="rId9" Type="http://schemas.openxmlformats.org/officeDocument/2006/relationships/image" Target="../media/image19.wmf"/></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28.bin"/><Relationship Id="rId13" Type="http://schemas.openxmlformats.org/officeDocument/2006/relationships/image" Target="../media/image27.wmf"/><Relationship Id="rId3" Type="http://schemas.openxmlformats.org/officeDocument/2006/relationships/image" Target="../media/image22.wmf"/><Relationship Id="rId7" Type="http://schemas.openxmlformats.org/officeDocument/2006/relationships/image" Target="../media/image24.wmf"/><Relationship Id="rId12" Type="http://schemas.openxmlformats.org/officeDocument/2006/relationships/oleObject" Target="../embeddings/oleObject30.bin"/><Relationship Id="rId2" Type="http://schemas.openxmlformats.org/officeDocument/2006/relationships/oleObject" Target="../embeddings/oleObject25.bin"/><Relationship Id="rId1" Type="http://schemas.openxmlformats.org/officeDocument/2006/relationships/slideLayout" Target="../slideLayouts/slideLayout7.xml"/><Relationship Id="rId6" Type="http://schemas.openxmlformats.org/officeDocument/2006/relationships/oleObject" Target="../embeddings/oleObject27.bin"/><Relationship Id="rId11" Type="http://schemas.openxmlformats.org/officeDocument/2006/relationships/image" Target="../media/image26.wmf"/><Relationship Id="rId5" Type="http://schemas.openxmlformats.org/officeDocument/2006/relationships/image" Target="../media/image23.wmf"/><Relationship Id="rId10" Type="http://schemas.openxmlformats.org/officeDocument/2006/relationships/oleObject" Target="../embeddings/oleObject29.bin"/><Relationship Id="rId4" Type="http://schemas.openxmlformats.org/officeDocument/2006/relationships/oleObject" Target="../embeddings/oleObject26.bin"/><Relationship Id="rId9" Type="http://schemas.openxmlformats.org/officeDocument/2006/relationships/image" Target="../media/image25.wmf"/></Relationships>
</file>

<file path=ppt/slides/_rels/slide9.xml.rels><?xml version="1.0" encoding="UTF-8" standalone="yes"?>
<Relationships xmlns="http://schemas.openxmlformats.org/package/2006/relationships"><Relationship Id="rId8" Type="http://schemas.openxmlformats.org/officeDocument/2006/relationships/image" Target="../media/image30.wmf"/><Relationship Id="rId13" Type="http://schemas.openxmlformats.org/officeDocument/2006/relationships/image" Target="../media/image33.wmf"/><Relationship Id="rId3" Type="http://schemas.openxmlformats.org/officeDocument/2006/relationships/image" Target="../media/image28.wmf"/><Relationship Id="rId7" Type="http://schemas.openxmlformats.org/officeDocument/2006/relationships/oleObject" Target="../embeddings/oleObject34.bin"/><Relationship Id="rId12" Type="http://schemas.openxmlformats.org/officeDocument/2006/relationships/oleObject" Target="../embeddings/oleObject36.bin"/><Relationship Id="rId2" Type="http://schemas.openxmlformats.org/officeDocument/2006/relationships/oleObject" Target="../embeddings/oleObject31.bin"/><Relationship Id="rId16" Type="http://schemas.openxmlformats.org/officeDocument/2006/relationships/image" Target="../media/image35.wmf"/><Relationship Id="rId1" Type="http://schemas.openxmlformats.org/officeDocument/2006/relationships/slideLayout" Target="../slideLayouts/slideLayout7.xml"/><Relationship Id="rId6" Type="http://schemas.openxmlformats.org/officeDocument/2006/relationships/oleObject" Target="../embeddings/oleObject33.bin"/><Relationship Id="rId11" Type="http://schemas.openxmlformats.org/officeDocument/2006/relationships/image" Target="../media/image32.png"/><Relationship Id="rId5" Type="http://schemas.openxmlformats.org/officeDocument/2006/relationships/image" Target="../media/image29.wmf"/><Relationship Id="rId15" Type="http://schemas.openxmlformats.org/officeDocument/2006/relationships/oleObject" Target="../embeddings/oleObject37.bin"/><Relationship Id="rId10" Type="http://schemas.openxmlformats.org/officeDocument/2006/relationships/image" Target="../media/image31.wmf"/><Relationship Id="rId4" Type="http://schemas.openxmlformats.org/officeDocument/2006/relationships/oleObject" Target="../embeddings/oleObject32.bin"/><Relationship Id="rId9" Type="http://schemas.openxmlformats.org/officeDocument/2006/relationships/oleObject" Target="../embeddings/oleObject35.bin"/><Relationship Id="rId14" Type="http://schemas.openxmlformats.org/officeDocument/2006/relationships/image" Target="../media/image34.png"/></Relationships>
</file>

<file path=ppt/slides/_rels/slide10.xml.rels><?xml version="1.0" encoding="UTF-8" standalone="yes"?>
<Relationships xmlns="http://schemas.openxmlformats.org/package/2006/relationships"><Relationship Id="rId8" Type="http://schemas.openxmlformats.org/officeDocument/2006/relationships/image" Target="../media/image39.wmf"/><Relationship Id="rId13" Type="http://schemas.openxmlformats.org/officeDocument/2006/relationships/image" Target="../media/image42.png"/><Relationship Id="rId3" Type="http://schemas.openxmlformats.org/officeDocument/2006/relationships/image" Target="../media/image36.wmf"/><Relationship Id="rId7" Type="http://schemas.openxmlformats.org/officeDocument/2006/relationships/oleObject" Target="../embeddings/oleObject40.bin"/><Relationship Id="rId12" Type="http://schemas.openxmlformats.org/officeDocument/2006/relationships/image" Target="../media/image41.wmf"/><Relationship Id="rId2" Type="http://schemas.openxmlformats.org/officeDocument/2006/relationships/oleObject" Target="../embeddings/oleObject38.bin"/><Relationship Id="rId1" Type="http://schemas.openxmlformats.org/officeDocument/2006/relationships/slideLayout" Target="../slideLayouts/slideLayout7.xml"/><Relationship Id="rId6" Type="http://schemas.openxmlformats.org/officeDocument/2006/relationships/image" Target="../media/image38.png"/><Relationship Id="rId11" Type="http://schemas.openxmlformats.org/officeDocument/2006/relationships/oleObject" Target="../embeddings/oleObject42.bin"/><Relationship Id="rId5" Type="http://schemas.openxmlformats.org/officeDocument/2006/relationships/image" Target="../media/image37.wmf"/><Relationship Id="rId10" Type="http://schemas.openxmlformats.org/officeDocument/2006/relationships/image" Target="../media/image40.wmf"/><Relationship Id="rId4" Type="http://schemas.openxmlformats.org/officeDocument/2006/relationships/oleObject" Target="../embeddings/oleObject39.bin"/><Relationship Id="rId9" Type="http://schemas.openxmlformats.org/officeDocument/2006/relationships/oleObject" Target="../embeddings/oleObject41.bin"/></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oleObject" Target="../embeddings/oleObject43.bin"/><Relationship Id="rId1" Type="http://schemas.openxmlformats.org/officeDocument/2006/relationships/slideLayout" Target="../slideLayouts/slideLayout7.xml"/><Relationship Id="rId5" Type="http://schemas.openxmlformats.org/officeDocument/2006/relationships/image" Target="../media/image44.wmf"/><Relationship Id="rId4" Type="http://schemas.openxmlformats.org/officeDocument/2006/relationships/oleObject" Target="../embeddings/oleObject44.bin"/></Relationships>
</file>

<file path=ppt/slides/_rels/slide1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oleObject" Target="../embeddings/oleObject45.bin"/><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49.bin"/><Relationship Id="rId13" Type="http://schemas.openxmlformats.org/officeDocument/2006/relationships/image" Target="../media/image53.wmf"/><Relationship Id="rId18" Type="http://schemas.openxmlformats.org/officeDocument/2006/relationships/oleObject" Target="../embeddings/oleObject54.bin"/><Relationship Id="rId3" Type="http://schemas.openxmlformats.org/officeDocument/2006/relationships/image" Target="../media/image48.wmf"/><Relationship Id="rId7" Type="http://schemas.openxmlformats.org/officeDocument/2006/relationships/image" Target="../media/image50.wmf"/><Relationship Id="rId12" Type="http://schemas.openxmlformats.org/officeDocument/2006/relationships/oleObject" Target="../embeddings/oleObject51.bin"/><Relationship Id="rId17" Type="http://schemas.openxmlformats.org/officeDocument/2006/relationships/image" Target="../media/image55.wmf"/><Relationship Id="rId2" Type="http://schemas.openxmlformats.org/officeDocument/2006/relationships/oleObject" Target="../embeddings/oleObject46.bin"/><Relationship Id="rId16" Type="http://schemas.openxmlformats.org/officeDocument/2006/relationships/oleObject" Target="../embeddings/oleObject53.bin"/><Relationship Id="rId1" Type="http://schemas.openxmlformats.org/officeDocument/2006/relationships/slideLayout" Target="../slideLayouts/slideLayout7.xml"/><Relationship Id="rId6" Type="http://schemas.openxmlformats.org/officeDocument/2006/relationships/oleObject" Target="../embeddings/oleObject48.bin"/><Relationship Id="rId11" Type="http://schemas.openxmlformats.org/officeDocument/2006/relationships/image" Target="../media/image52.wmf"/><Relationship Id="rId5" Type="http://schemas.openxmlformats.org/officeDocument/2006/relationships/image" Target="../media/image49.wmf"/><Relationship Id="rId15" Type="http://schemas.openxmlformats.org/officeDocument/2006/relationships/image" Target="../media/image54.wmf"/><Relationship Id="rId10" Type="http://schemas.openxmlformats.org/officeDocument/2006/relationships/oleObject" Target="../embeddings/oleObject50.bin"/><Relationship Id="rId19" Type="http://schemas.openxmlformats.org/officeDocument/2006/relationships/image" Target="../media/image56.wmf"/><Relationship Id="rId4" Type="http://schemas.openxmlformats.org/officeDocument/2006/relationships/oleObject" Target="../embeddings/oleObject47.bin"/><Relationship Id="rId9" Type="http://schemas.openxmlformats.org/officeDocument/2006/relationships/image" Target="../media/image51.wmf"/><Relationship Id="rId14" Type="http://schemas.openxmlformats.org/officeDocument/2006/relationships/oleObject" Target="../embeddings/oleObject52.bin"/></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58.bin"/><Relationship Id="rId13" Type="http://schemas.openxmlformats.org/officeDocument/2006/relationships/image" Target="../media/image60.wmf"/><Relationship Id="rId3" Type="http://schemas.openxmlformats.org/officeDocument/2006/relationships/image" Target="../media/image57.wmf"/><Relationship Id="rId7" Type="http://schemas.openxmlformats.org/officeDocument/2006/relationships/image" Target="../media/image55.wmf"/><Relationship Id="rId12" Type="http://schemas.openxmlformats.org/officeDocument/2006/relationships/oleObject" Target="../embeddings/oleObject60.bin"/><Relationship Id="rId2" Type="http://schemas.openxmlformats.org/officeDocument/2006/relationships/oleObject" Target="../embeddings/oleObject55.bin"/><Relationship Id="rId1" Type="http://schemas.openxmlformats.org/officeDocument/2006/relationships/slideLayout" Target="../slideLayouts/slideLayout7.xml"/><Relationship Id="rId6" Type="http://schemas.openxmlformats.org/officeDocument/2006/relationships/oleObject" Target="../embeddings/oleObject57.bin"/><Relationship Id="rId11" Type="http://schemas.openxmlformats.org/officeDocument/2006/relationships/image" Target="../media/image59.wmf"/><Relationship Id="rId5" Type="http://schemas.openxmlformats.org/officeDocument/2006/relationships/image" Target="../media/image53.wmf"/><Relationship Id="rId15" Type="http://schemas.openxmlformats.org/officeDocument/2006/relationships/image" Target="../media/image61.wmf"/><Relationship Id="rId10" Type="http://schemas.openxmlformats.org/officeDocument/2006/relationships/oleObject" Target="../embeddings/oleObject59.bin"/><Relationship Id="rId4" Type="http://schemas.openxmlformats.org/officeDocument/2006/relationships/oleObject" Target="../embeddings/oleObject56.bin"/><Relationship Id="rId9" Type="http://schemas.openxmlformats.org/officeDocument/2006/relationships/image" Target="../media/image58.wmf"/><Relationship Id="rId14" Type="http://schemas.openxmlformats.org/officeDocument/2006/relationships/oleObject" Target="../embeddings/oleObject61.bin"/></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65.bin"/><Relationship Id="rId3" Type="http://schemas.openxmlformats.org/officeDocument/2006/relationships/image" Target="../media/image62.wmf"/><Relationship Id="rId7" Type="http://schemas.openxmlformats.org/officeDocument/2006/relationships/image" Target="../media/image64.wmf"/><Relationship Id="rId2" Type="http://schemas.openxmlformats.org/officeDocument/2006/relationships/oleObject" Target="../embeddings/oleObject62.bin"/><Relationship Id="rId1" Type="http://schemas.openxmlformats.org/officeDocument/2006/relationships/slideLayout" Target="../slideLayouts/slideLayout7.xml"/><Relationship Id="rId6" Type="http://schemas.openxmlformats.org/officeDocument/2006/relationships/oleObject" Target="../embeddings/oleObject64.bin"/><Relationship Id="rId11" Type="http://schemas.openxmlformats.org/officeDocument/2006/relationships/image" Target="../media/image67.png"/><Relationship Id="rId5" Type="http://schemas.openxmlformats.org/officeDocument/2006/relationships/image" Target="../media/image63.wmf"/><Relationship Id="rId10" Type="http://schemas.openxmlformats.org/officeDocument/2006/relationships/image" Target="../media/image66.png"/><Relationship Id="rId4" Type="http://schemas.openxmlformats.org/officeDocument/2006/relationships/oleObject" Target="../embeddings/oleObject63.bin"/><Relationship Id="rId9" Type="http://schemas.openxmlformats.org/officeDocument/2006/relationships/image" Target="../media/image65.wmf"/></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69.bin"/><Relationship Id="rId13" Type="http://schemas.openxmlformats.org/officeDocument/2006/relationships/image" Target="../media/image74.png"/><Relationship Id="rId3" Type="http://schemas.openxmlformats.org/officeDocument/2006/relationships/image" Target="../media/image68.wmf"/><Relationship Id="rId7" Type="http://schemas.openxmlformats.org/officeDocument/2006/relationships/image" Target="../media/image70.wmf"/><Relationship Id="rId12" Type="http://schemas.openxmlformats.org/officeDocument/2006/relationships/image" Target="../media/image73.png"/><Relationship Id="rId2" Type="http://schemas.openxmlformats.org/officeDocument/2006/relationships/oleObject" Target="../embeddings/oleObject66.bin"/><Relationship Id="rId1" Type="http://schemas.openxmlformats.org/officeDocument/2006/relationships/slideLayout" Target="../slideLayouts/slideLayout7.xml"/><Relationship Id="rId6" Type="http://schemas.openxmlformats.org/officeDocument/2006/relationships/oleObject" Target="../embeddings/oleObject68.bin"/><Relationship Id="rId11" Type="http://schemas.openxmlformats.org/officeDocument/2006/relationships/image" Target="../media/image72.wmf"/><Relationship Id="rId5" Type="http://schemas.openxmlformats.org/officeDocument/2006/relationships/image" Target="../media/image69.wmf"/><Relationship Id="rId10" Type="http://schemas.openxmlformats.org/officeDocument/2006/relationships/oleObject" Target="../embeddings/oleObject70.bin"/><Relationship Id="rId4" Type="http://schemas.openxmlformats.org/officeDocument/2006/relationships/oleObject" Target="../embeddings/oleObject67.bin"/><Relationship Id="rId9" Type="http://schemas.openxmlformats.org/officeDocument/2006/relationships/image" Target="../media/image71.wmf"/></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74.bin"/><Relationship Id="rId13" Type="http://schemas.openxmlformats.org/officeDocument/2006/relationships/image" Target="../media/image80.wmf"/><Relationship Id="rId18" Type="http://schemas.openxmlformats.org/officeDocument/2006/relationships/oleObject" Target="../embeddings/oleObject79.bin"/><Relationship Id="rId26" Type="http://schemas.openxmlformats.org/officeDocument/2006/relationships/oleObject" Target="../embeddings/oleObject83.bin"/><Relationship Id="rId3" Type="http://schemas.openxmlformats.org/officeDocument/2006/relationships/image" Target="../media/image75.wmf"/><Relationship Id="rId21" Type="http://schemas.openxmlformats.org/officeDocument/2006/relationships/image" Target="../media/image84.wmf"/><Relationship Id="rId7" Type="http://schemas.openxmlformats.org/officeDocument/2006/relationships/image" Target="../media/image77.wmf"/><Relationship Id="rId12" Type="http://schemas.openxmlformats.org/officeDocument/2006/relationships/oleObject" Target="../embeddings/oleObject76.bin"/><Relationship Id="rId17" Type="http://schemas.openxmlformats.org/officeDocument/2006/relationships/image" Target="../media/image82.wmf"/><Relationship Id="rId25" Type="http://schemas.openxmlformats.org/officeDocument/2006/relationships/image" Target="../media/image86.wmf"/><Relationship Id="rId2" Type="http://schemas.openxmlformats.org/officeDocument/2006/relationships/oleObject" Target="../embeddings/oleObject71.bin"/><Relationship Id="rId16" Type="http://schemas.openxmlformats.org/officeDocument/2006/relationships/oleObject" Target="../embeddings/oleObject78.bin"/><Relationship Id="rId20" Type="http://schemas.openxmlformats.org/officeDocument/2006/relationships/oleObject" Target="../embeddings/oleObject80.bin"/><Relationship Id="rId1" Type="http://schemas.openxmlformats.org/officeDocument/2006/relationships/slideLayout" Target="../slideLayouts/slideLayout7.xml"/><Relationship Id="rId6" Type="http://schemas.openxmlformats.org/officeDocument/2006/relationships/oleObject" Target="../embeddings/oleObject73.bin"/><Relationship Id="rId11" Type="http://schemas.openxmlformats.org/officeDocument/2006/relationships/image" Target="../media/image79.wmf"/><Relationship Id="rId24" Type="http://schemas.openxmlformats.org/officeDocument/2006/relationships/oleObject" Target="../embeddings/oleObject82.bin"/><Relationship Id="rId5" Type="http://schemas.openxmlformats.org/officeDocument/2006/relationships/image" Target="../media/image76.wmf"/><Relationship Id="rId15" Type="http://schemas.openxmlformats.org/officeDocument/2006/relationships/image" Target="../media/image81.wmf"/><Relationship Id="rId23" Type="http://schemas.openxmlformats.org/officeDocument/2006/relationships/image" Target="../media/image85.wmf"/><Relationship Id="rId10" Type="http://schemas.openxmlformats.org/officeDocument/2006/relationships/oleObject" Target="../embeddings/oleObject75.bin"/><Relationship Id="rId19" Type="http://schemas.openxmlformats.org/officeDocument/2006/relationships/image" Target="../media/image83.wmf"/><Relationship Id="rId4" Type="http://schemas.openxmlformats.org/officeDocument/2006/relationships/oleObject" Target="../embeddings/oleObject72.bin"/><Relationship Id="rId9" Type="http://schemas.openxmlformats.org/officeDocument/2006/relationships/image" Target="../media/image78.wmf"/><Relationship Id="rId14" Type="http://schemas.openxmlformats.org/officeDocument/2006/relationships/oleObject" Target="../embeddings/oleObject77.bin"/><Relationship Id="rId22" Type="http://schemas.openxmlformats.org/officeDocument/2006/relationships/oleObject" Target="../embeddings/oleObject81.bin"/><Relationship Id="rId27" Type="http://schemas.openxmlformats.org/officeDocument/2006/relationships/image" Target="../media/image87.wmf"/></Relationships>
</file>

<file path=ppt/slides/_rels/slide21.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86.bin"/><Relationship Id="rId3" Type="http://schemas.openxmlformats.org/officeDocument/2006/relationships/image" Target="../media/image89.wmf"/><Relationship Id="rId7" Type="http://schemas.openxmlformats.org/officeDocument/2006/relationships/image" Target="../media/image92.png"/><Relationship Id="rId2" Type="http://schemas.openxmlformats.org/officeDocument/2006/relationships/oleObject" Target="../embeddings/oleObject84.bin"/><Relationship Id="rId1" Type="http://schemas.openxmlformats.org/officeDocument/2006/relationships/slideLayout" Target="../slideLayouts/slideLayout7.xml"/><Relationship Id="rId6" Type="http://schemas.openxmlformats.org/officeDocument/2006/relationships/image" Target="../media/image91.png"/><Relationship Id="rId5" Type="http://schemas.openxmlformats.org/officeDocument/2006/relationships/image" Target="../media/image90.png"/><Relationship Id="rId4" Type="http://schemas.openxmlformats.org/officeDocument/2006/relationships/oleObject" Target="../embeddings/oleObject85.bin"/><Relationship Id="rId9" Type="http://schemas.openxmlformats.org/officeDocument/2006/relationships/oleObject" Target="../embeddings/oleObject87.bin"/></Relationships>
</file>

<file path=ppt/slides/_rels/slide23.xml.rels><?xml version="1.0" encoding="UTF-8" standalone="yes"?>
<Relationships xmlns="http://schemas.openxmlformats.org/package/2006/relationships"><Relationship Id="rId8" Type="http://schemas.openxmlformats.org/officeDocument/2006/relationships/image" Target="../media/image95.png"/><Relationship Id="rId3" Type="http://schemas.openxmlformats.org/officeDocument/2006/relationships/image" Target="../media/image93.wmf"/><Relationship Id="rId7" Type="http://schemas.openxmlformats.org/officeDocument/2006/relationships/image" Target="../media/image94.png"/><Relationship Id="rId2" Type="http://schemas.openxmlformats.org/officeDocument/2006/relationships/oleObject" Target="../embeddings/oleObject88.bin"/><Relationship Id="rId1" Type="http://schemas.openxmlformats.org/officeDocument/2006/relationships/slideLayout" Target="../slideLayouts/slideLayout7.xml"/><Relationship Id="rId6" Type="http://schemas.openxmlformats.org/officeDocument/2006/relationships/oleObject" Target="../embeddings/oleObject90.bin"/><Relationship Id="rId5" Type="http://schemas.openxmlformats.org/officeDocument/2006/relationships/image" Target="../media/image89.wmf"/><Relationship Id="rId4" Type="http://schemas.openxmlformats.org/officeDocument/2006/relationships/oleObject" Target="../embeddings/oleObject89.bin"/></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91.bin"/><Relationship Id="rId2" Type="http://schemas.openxmlformats.org/officeDocument/2006/relationships/image" Target="../media/image96.png"/><Relationship Id="rId1" Type="http://schemas.openxmlformats.org/officeDocument/2006/relationships/slideLayout" Target="../slideLayouts/slideLayout7.xml"/><Relationship Id="rId4" Type="http://schemas.openxmlformats.org/officeDocument/2006/relationships/image" Target="../media/image97.wmf"/></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94.bin"/><Relationship Id="rId3" Type="http://schemas.openxmlformats.org/officeDocument/2006/relationships/image" Target="../media/image89.wmf"/><Relationship Id="rId7" Type="http://schemas.openxmlformats.org/officeDocument/2006/relationships/image" Target="../media/image99.wmf"/><Relationship Id="rId2" Type="http://schemas.openxmlformats.org/officeDocument/2006/relationships/oleObject" Target="../embeddings/oleObject84.bin"/><Relationship Id="rId1" Type="http://schemas.openxmlformats.org/officeDocument/2006/relationships/slideLayout" Target="../slideLayouts/slideLayout7.xml"/><Relationship Id="rId6" Type="http://schemas.openxmlformats.org/officeDocument/2006/relationships/oleObject" Target="../embeddings/oleObject93.bin"/><Relationship Id="rId5" Type="http://schemas.openxmlformats.org/officeDocument/2006/relationships/image" Target="../media/image98.wmf"/><Relationship Id="rId4" Type="http://schemas.openxmlformats.org/officeDocument/2006/relationships/oleObject" Target="../embeddings/oleObject92.bin"/><Relationship Id="rId9" Type="http://schemas.openxmlformats.org/officeDocument/2006/relationships/image" Target="../media/image100.wmf"/></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98.bin"/><Relationship Id="rId13" Type="http://schemas.openxmlformats.org/officeDocument/2006/relationships/image" Target="../media/image85.wmf"/><Relationship Id="rId18" Type="http://schemas.openxmlformats.org/officeDocument/2006/relationships/oleObject" Target="../embeddings/oleObject101.bin"/><Relationship Id="rId3" Type="http://schemas.openxmlformats.org/officeDocument/2006/relationships/image" Target="../media/image101.wmf"/><Relationship Id="rId7" Type="http://schemas.openxmlformats.org/officeDocument/2006/relationships/image" Target="../media/image103.wmf"/><Relationship Id="rId12" Type="http://schemas.openxmlformats.org/officeDocument/2006/relationships/oleObject" Target="../embeddings/oleObject81.bin"/><Relationship Id="rId17" Type="http://schemas.openxmlformats.org/officeDocument/2006/relationships/image" Target="../media/image106.wmf"/><Relationship Id="rId2" Type="http://schemas.openxmlformats.org/officeDocument/2006/relationships/oleObject" Target="../embeddings/oleObject95.bin"/><Relationship Id="rId16" Type="http://schemas.openxmlformats.org/officeDocument/2006/relationships/oleObject" Target="../embeddings/oleObject100.bin"/><Relationship Id="rId1" Type="http://schemas.openxmlformats.org/officeDocument/2006/relationships/slideLayout" Target="../slideLayouts/slideLayout7.xml"/><Relationship Id="rId6" Type="http://schemas.openxmlformats.org/officeDocument/2006/relationships/oleObject" Target="../embeddings/oleObject97.bin"/><Relationship Id="rId11" Type="http://schemas.openxmlformats.org/officeDocument/2006/relationships/image" Target="../media/image105.wmf"/><Relationship Id="rId5" Type="http://schemas.openxmlformats.org/officeDocument/2006/relationships/image" Target="../media/image102.wmf"/><Relationship Id="rId15" Type="http://schemas.openxmlformats.org/officeDocument/2006/relationships/image" Target="../media/image86.wmf"/><Relationship Id="rId10" Type="http://schemas.openxmlformats.org/officeDocument/2006/relationships/oleObject" Target="../embeddings/oleObject99.bin"/><Relationship Id="rId19" Type="http://schemas.openxmlformats.org/officeDocument/2006/relationships/image" Target="../media/image107.wmf"/><Relationship Id="rId4" Type="http://schemas.openxmlformats.org/officeDocument/2006/relationships/oleObject" Target="../embeddings/oleObject96.bin"/><Relationship Id="rId9" Type="http://schemas.openxmlformats.org/officeDocument/2006/relationships/image" Target="../media/image104.wmf"/><Relationship Id="rId14" Type="http://schemas.openxmlformats.org/officeDocument/2006/relationships/oleObject" Target="../embeddings/oleObject82.bin"/></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105.bin"/><Relationship Id="rId13" Type="http://schemas.openxmlformats.org/officeDocument/2006/relationships/image" Target="../media/image113.wmf"/><Relationship Id="rId3" Type="http://schemas.openxmlformats.org/officeDocument/2006/relationships/image" Target="../media/image108.wmf"/><Relationship Id="rId7" Type="http://schemas.openxmlformats.org/officeDocument/2006/relationships/image" Target="../media/image110.wmf"/><Relationship Id="rId12" Type="http://schemas.openxmlformats.org/officeDocument/2006/relationships/oleObject" Target="../embeddings/oleObject107.bin"/><Relationship Id="rId2" Type="http://schemas.openxmlformats.org/officeDocument/2006/relationships/oleObject" Target="../embeddings/oleObject102.bin"/><Relationship Id="rId1" Type="http://schemas.openxmlformats.org/officeDocument/2006/relationships/slideLayout" Target="../slideLayouts/slideLayout7.xml"/><Relationship Id="rId6" Type="http://schemas.openxmlformats.org/officeDocument/2006/relationships/oleObject" Target="../embeddings/oleObject104.bin"/><Relationship Id="rId11" Type="http://schemas.openxmlformats.org/officeDocument/2006/relationships/image" Target="../media/image112.wmf"/><Relationship Id="rId5" Type="http://schemas.openxmlformats.org/officeDocument/2006/relationships/image" Target="../media/image109.wmf"/><Relationship Id="rId10" Type="http://schemas.openxmlformats.org/officeDocument/2006/relationships/oleObject" Target="../embeddings/oleObject106.bin"/><Relationship Id="rId4" Type="http://schemas.openxmlformats.org/officeDocument/2006/relationships/oleObject" Target="../embeddings/oleObject103.bin"/><Relationship Id="rId9" Type="http://schemas.openxmlformats.org/officeDocument/2006/relationships/image" Target="../media/image111.wmf"/></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111.bin"/><Relationship Id="rId13" Type="http://schemas.openxmlformats.org/officeDocument/2006/relationships/image" Target="../media/image119.wmf"/><Relationship Id="rId18" Type="http://schemas.openxmlformats.org/officeDocument/2006/relationships/oleObject" Target="../embeddings/oleObject115.bin"/><Relationship Id="rId3" Type="http://schemas.openxmlformats.org/officeDocument/2006/relationships/image" Target="../media/image114.wmf"/><Relationship Id="rId21" Type="http://schemas.openxmlformats.org/officeDocument/2006/relationships/image" Target="../media/image122.wmf"/><Relationship Id="rId7" Type="http://schemas.openxmlformats.org/officeDocument/2006/relationships/image" Target="../media/image116.wmf"/><Relationship Id="rId12" Type="http://schemas.openxmlformats.org/officeDocument/2006/relationships/oleObject" Target="../embeddings/oleObject113.bin"/><Relationship Id="rId17" Type="http://schemas.openxmlformats.org/officeDocument/2006/relationships/image" Target="../media/image79.wmf"/><Relationship Id="rId2" Type="http://schemas.openxmlformats.org/officeDocument/2006/relationships/oleObject" Target="../embeddings/oleObject108.bin"/><Relationship Id="rId16" Type="http://schemas.openxmlformats.org/officeDocument/2006/relationships/oleObject" Target="../embeddings/oleObject75.bin"/><Relationship Id="rId20" Type="http://schemas.openxmlformats.org/officeDocument/2006/relationships/oleObject" Target="../embeddings/oleObject116.bin"/><Relationship Id="rId1" Type="http://schemas.openxmlformats.org/officeDocument/2006/relationships/slideLayout" Target="../slideLayouts/slideLayout7.xml"/><Relationship Id="rId6" Type="http://schemas.openxmlformats.org/officeDocument/2006/relationships/oleObject" Target="../embeddings/oleObject110.bin"/><Relationship Id="rId11" Type="http://schemas.openxmlformats.org/officeDocument/2006/relationships/image" Target="../media/image118.wmf"/><Relationship Id="rId5" Type="http://schemas.openxmlformats.org/officeDocument/2006/relationships/image" Target="../media/image115.wmf"/><Relationship Id="rId15" Type="http://schemas.openxmlformats.org/officeDocument/2006/relationships/image" Target="../media/image120.wmf"/><Relationship Id="rId10" Type="http://schemas.openxmlformats.org/officeDocument/2006/relationships/oleObject" Target="../embeddings/oleObject112.bin"/><Relationship Id="rId19" Type="http://schemas.openxmlformats.org/officeDocument/2006/relationships/image" Target="../media/image121.wmf"/><Relationship Id="rId4" Type="http://schemas.openxmlformats.org/officeDocument/2006/relationships/oleObject" Target="../embeddings/oleObject109.bin"/><Relationship Id="rId9" Type="http://schemas.openxmlformats.org/officeDocument/2006/relationships/image" Target="../media/image117.wmf"/><Relationship Id="rId14" Type="http://schemas.openxmlformats.org/officeDocument/2006/relationships/oleObject" Target="../embeddings/oleObject114.bin"/></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120.bin"/><Relationship Id="rId3" Type="http://schemas.openxmlformats.org/officeDocument/2006/relationships/image" Target="../media/image123.wmf"/><Relationship Id="rId7" Type="http://schemas.openxmlformats.org/officeDocument/2006/relationships/image" Target="../media/image125.wmf"/><Relationship Id="rId2" Type="http://schemas.openxmlformats.org/officeDocument/2006/relationships/oleObject" Target="../embeddings/oleObject117.bin"/><Relationship Id="rId1" Type="http://schemas.openxmlformats.org/officeDocument/2006/relationships/slideLayout" Target="../slideLayouts/slideLayout7.xml"/><Relationship Id="rId6" Type="http://schemas.openxmlformats.org/officeDocument/2006/relationships/oleObject" Target="../embeddings/oleObject119.bin"/><Relationship Id="rId5" Type="http://schemas.openxmlformats.org/officeDocument/2006/relationships/image" Target="../media/image124.wmf"/><Relationship Id="rId4" Type="http://schemas.openxmlformats.org/officeDocument/2006/relationships/oleObject" Target="../embeddings/oleObject118.bin"/><Relationship Id="rId9" Type="http://schemas.openxmlformats.org/officeDocument/2006/relationships/image" Target="../media/image126.wmf"/></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124.bin"/><Relationship Id="rId13" Type="http://schemas.openxmlformats.org/officeDocument/2006/relationships/image" Target="../media/image131.png"/><Relationship Id="rId3" Type="http://schemas.openxmlformats.org/officeDocument/2006/relationships/image" Target="../media/image127.wmf"/><Relationship Id="rId7" Type="http://schemas.openxmlformats.org/officeDocument/2006/relationships/image" Target="../media/image129.wmf"/><Relationship Id="rId12" Type="http://schemas.openxmlformats.org/officeDocument/2006/relationships/image" Target="../media/image130.wmf"/><Relationship Id="rId2" Type="http://schemas.openxmlformats.org/officeDocument/2006/relationships/oleObject" Target="../embeddings/oleObject121.bin"/><Relationship Id="rId16" Type="http://schemas.openxmlformats.org/officeDocument/2006/relationships/image" Target="../media/image133.png"/><Relationship Id="rId1" Type="http://schemas.openxmlformats.org/officeDocument/2006/relationships/slideLayout" Target="../slideLayouts/slideLayout7.xml"/><Relationship Id="rId6" Type="http://schemas.openxmlformats.org/officeDocument/2006/relationships/oleObject" Target="../embeddings/oleObject123.bin"/><Relationship Id="rId11" Type="http://schemas.openxmlformats.org/officeDocument/2006/relationships/oleObject" Target="../embeddings/oleObject125.bin"/><Relationship Id="rId5" Type="http://schemas.openxmlformats.org/officeDocument/2006/relationships/image" Target="../media/image128.wmf"/><Relationship Id="rId15" Type="http://schemas.openxmlformats.org/officeDocument/2006/relationships/image" Target="../media/image132.wmf"/><Relationship Id="rId10" Type="http://schemas.openxmlformats.org/officeDocument/2006/relationships/image" Target="../media/image79.wmf"/><Relationship Id="rId4" Type="http://schemas.openxmlformats.org/officeDocument/2006/relationships/oleObject" Target="../embeddings/oleObject122.bin"/><Relationship Id="rId9" Type="http://schemas.openxmlformats.org/officeDocument/2006/relationships/oleObject" Target="../embeddings/oleObject75.bin"/><Relationship Id="rId14" Type="http://schemas.openxmlformats.org/officeDocument/2006/relationships/oleObject" Target="../embeddings/oleObject126.bin"/></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130.bin"/><Relationship Id="rId13" Type="http://schemas.openxmlformats.org/officeDocument/2006/relationships/image" Target="../media/image140.png"/><Relationship Id="rId3" Type="http://schemas.openxmlformats.org/officeDocument/2006/relationships/image" Target="../media/image134.wmf"/><Relationship Id="rId7" Type="http://schemas.openxmlformats.org/officeDocument/2006/relationships/image" Target="../media/image136.wmf"/><Relationship Id="rId12" Type="http://schemas.openxmlformats.org/officeDocument/2006/relationships/image" Target="../media/image139.png"/><Relationship Id="rId2" Type="http://schemas.openxmlformats.org/officeDocument/2006/relationships/oleObject" Target="../embeddings/oleObject127.bin"/><Relationship Id="rId1" Type="http://schemas.openxmlformats.org/officeDocument/2006/relationships/slideLayout" Target="../slideLayouts/slideLayout7.xml"/><Relationship Id="rId6" Type="http://schemas.openxmlformats.org/officeDocument/2006/relationships/oleObject" Target="../embeddings/oleObject129.bin"/><Relationship Id="rId11" Type="http://schemas.openxmlformats.org/officeDocument/2006/relationships/image" Target="../media/image138.wmf"/><Relationship Id="rId5" Type="http://schemas.openxmlformats.org/officeDocument/2006/relationships/image" Target="../media/image135.wmf"/><Relationship Id="rId10" Type="http://schemas.openxmlformats.org/officeDocument/2006/relationships/oleObject" Target="../embeddings/oleObject131.bin"/><Relationship Id="rId4" Type="http://schemas.openxmlformats.org/officeDocument/2006/relationships/oleObject" Target="../embeddings/oleObject128.bin"/><Relationship Id="rId9" Type="http://schemas.openxmlformats.org/officeDocument/2006/relationships/image" Target="../media/image137.wmf"/></Relationships>
</file>

<file path=ppt/slides/_rels/slide32.xml.rels><?xml version="1.0" encoding="UTF-8" standalone="yes"?>
<Relationships xmlns="http://schemas.openxmlformats.org/package/2006/relationships"><Relationship Id="rId8" Type="http://schemas.openxmlformats.org/officeDocument/2006/relationships/image" Target="../media/image142.wmf"/><Relationship Id="rId13" Type="http://schemas.openxmlformats.org/officeDocument/2006/relationships/oleObject" Target="../embeddings/oleObject136.bin"/><Relationship Id="rId3" Type="http://schemas.openxmlformats.org/officeDocument/2006/relationships/image" Target="../media/image128.wmf"/><Relationship Id="rId7" Type="http://schemas.openxmlformats.org/officeDocument/2006/relationships/oleObject" Target="../embeddings/oleObject134.bin"/><Relationship Id="rId12" Type="http://schemas.openxmlformats.org/officeDocument/2006/relationships/image" Target="../media/image145.png"/><Relationship Id="rId2" Type="http://schemas.openxmlformats.org/officeDocument/2006/relationships/oleObject" Target="../embeddings/oleObject132.bin"/><Relationship Id="rId1" Type="http://schemas.openxmlformats.org/officeDocument/2006/relationships/slideLayout" Target="../slideLayouts/slideLayout7.xml"/><Relationship Id="rId6" Type="http://schemas.openxmlformats.org/officeDocument/2006/relationships/image" Target="../media/image141.png"/><Relationship Id="rId11" Type="http://schemas.openxmlformats.org/officeDocument/2006/relationships/image" Target="../media/image144.wmf"/><Relationship Id="rId5" Type="http://schemas.openxmlformats.org/officeDocument/2006/relationships/image" Target="../media/image127.wmf"/><Relationship Id="rId15" Type="http://schemas.openxmlformats.org/officeDocument/2006/relationships/image" Target="../media/image147.png"/><Relationship Id="rId10" Type="http://schemas.openxmlformats.org/officeDocument/2006/relationships/oleObject" Target="../embeddings/oleObject135.bin"/><Relationship Id="rId4" Type="http://schemas.openxmlformats.org/officeDocument/2006/relationships/oleObject" Target="../embeddings/oleObject133.bin"/><Relationship Id="rId9" Type="http://schemas.openxmlformats.org/officeDocument/2006/relationships/image" Target="../media/image143.png"/><Relationship Id="rId14" Type="http://schemas.openxmlformats.org/officeDocument/2006/relationships/image" Target="../media/image146.wmf"/></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140.bin"/><Relationship Id="rId13" Type="http://schemas.openxmlformats.org/officeDocument/2006/relationships/image" Target="../media/image152.wmf"/><Relationship Id="rId3" Type="http://schemas.openxmlformats.org/officeDocument/2006/relationships/image" Target="../media/image148.wmf"/><Relationship Id="rId7" Type="http://schemas.openxmlformats.org/officeDocument/2006/relationships/image" Target="../media/image149.wmf"/><Relationship Id="rId12" Type="http://schemas.openxmlformats.org/officeDocument/2006/relationships/oleObject" Target="../embeddings/oleObject142.bin"/><Relationship Id="rId2" Type="http://schemas.openxmlformats.org/officeDocument/2006/relationships/oleObject" Target="../embeddings/oleObject137.bin"/><Relationship Id="rId1" Type="http://schemas.openxmlformats.org/officeDocument/2006/relationships/slideLayout" Target="../slideLayouts/slideLayout7.xml"/><Relationship Id="rId6" Type="http://schemas.openxmlformats.org/officeDocument/2006/relationships/oleObject" Target="../embeddings/oleObject139.bin"/><Relationship Id="rId11" Type="http://schemas.openxmlformats.org/officeDocument/2006/relationships/image" Target="../media/image151.wmf"/><Relationship Id="rId5" Type="http://schemas.openxmlformats.org/officeDocument/2006/relationships/image" Target="../media/image136.wmf"/><Relationship Id="rId15" Type="http://schemas.openxmlformats.org/officeDocument/2006/relationships/image" Target="../media/image153.wmf"/><Relationship Id="rId10" Type="http://schemas.openxmlformats.org/officeDocument/2006/relationships/oleObject" Target="../embeddings/oleObject141.bin"/><Relationship Id="rId4" Type="http://schemas.openxmlformats.org/officeDocument/2006/relationships/oleObject" Target="../embeddings/oleObject138.bin"/><Relationship Id="rId9" Type="http://schemas.openxmlformats.org/officeDocument/2006/relationships/image" Target="../media/image150.wmf"/><Relationship Id="rId14" Type="http://schemas.openxmlformats.org/officeDocument/2006/relationships/oleObject" Target="../embeddings/oleObject143.bin"/></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147.bin"/><Relationship Id="rId13" Type="http://schemas.openxmlformats.org/officeDocument/2006/relationships/oleObject" Target="../embeddings/oleObject150.bin"/><Relationship Id="rId18" Type="http://schemas.openxmlformats.org/officeDocument/2006/relationships/image" Target="../media/image158.wmf"/><Relationship Id="rId3" Type="http://schemas.openxmlformats.org/officeDocument/2006/relationships/image" Target="../media/image127.wmf"/><Relationship Id="rId7" Type="http://schemas.openxmlformats.org/officeDocument/2006/relationships/image" Target="../media/image154.wmf"/><Relationship Id="rId12" Type="http://schemas.openxmlformats.org/officeDocument/2006/relationships/image" Target="../media/image23.wmf"/><Relationship Id="rId17" Type="http://schemas.openxmlformats.org/officeDocument/2006/relationships/oleObject" Target="../embeddings/oleObject152.bin"/><Relationship Id="rId2" Type="http://schemas.openxmlformats.org/officeDocument/2006/relationships/oleObject" Target="../embeddings/oleObject144.bin"/><Relationship Id="rId16" Type="http://schemas.openxmlformats.org/officeDocument/2006/relationships/image" Target="../media/image157.wmf"/><Relationship Id="rId20" Type="http://schemas.openxmlformats.org/officeDocument/2006/relationships/image" Target="../media/image159.wmf"/><Relationship Id="rId1" Type="http://schemas.openxmlformats.org/officeDocument/2006/relationships/slideLayout" Target="../slideLayouts/slideLayout7.xml"/><Relationship Id="rId6" Type="http://schemas.openxmlformats.org/officeDocument/2006/relationships/oleObject" Target="../embeddings/oleObject146.bin"/><Relationship Id="rId11" Type="http://schemas.openxmlformats.org/officeDocument/2006/relationships/oleObject" Target="../embeddings/oleObject149.bin"/><Relationship Id="rId5" Type="http://schemas.openxmlformats.org/officeDocument/2006/relationships/image" Target="../media/image128.wmf"/><Relationship Id="rId15" Type="http://schemas.openxmlformats.org/officeDocument/2006/relationships/oleObject" Target="../embeddings/oleObject151.bin"/><Relationship Id="rId10" Type="http://schemas.openxmlformats.org/officeDocument/2006/relationships/image" Target="../media/image155.wmf"/><Relationship Id="rId19" Type="http://schemas.openxmlformats.org/officeDocument/2006/relationships/oleObject" Target="../embeddings/oleObject153.bin"/><Relationship Id="rId4" Type="http://schemas.openxmlformats.org/officeDocument/2006/relationships/oleObject" Target="../embeddings/oleObject145.bin"/><Relationship Id="rId9" Type="http://schemas.openxmlformats.org/officeDocument/2006/relationships/oleObject" Target="../embeddings/oleObject148.bin"/><Relationship Id="rId14" Type="http://schemas.openxmlformats.org/officeDocument/2006/relationships/image" Target="../media/image156.wmf"/></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155.bin"/><Relationship Id="rId13" Type="http://schemas.openxmlformats.org/officeDocument/2006/relationships/image" Target="../media/image161.wmf"/><Relationship Id="rId18" Type="http://schemas.openxmlformats.org/officeDocument/2006/relationships/oleObject" Target="../embeddings/oleObject160.bin"/><Relationship Id="rId3" Type="http://schemas.openxmlformats.org/officeDocument/2006/relationships/image" Target="../media/image110.wmf"/><Relationship Id="rId21" Type="http://schemas.openxmlformats.org/officeDocument/2006/relationships/image" Target="../media/image165.wmf"/><Relationship Id="rId7" Type="http://schemas.openxmlformats.org/officeDocument/2006/relationships/image" Target="../media/image112.wmf"/><Relationship Id="rId12" Type="http://schemas.openxmlformats.org/officeDocument/2006/relationships/oleObject" Target="../embeddings/oleObject157.bin"/><Relationship Id="rId17" Type="http://schemas.openxmlformats.org/officeDocument/2006/relationships/image" Target="../media/image163.wmf"/><Relationship Id="rId25" Type="http://schemas.openxmlformats.org/officeDocument/2006/relationships/image" Target="../media/image167.wmf"/><Relationship Id="rId2" Type="http://schemas.openxmlformats.org/officeDocument/2006/relationships/oleObject" Target="../embeddings/oleObject104.bin"/><Relationship Id="rId16" Type="http://schemas.openxmlformats.org/officeDocument/2006/relationships/oleObject" Target="../embeddings/oleObject159.bin"/><Relationship Id="rId20" Type="http://schemas.openxmlformats.org/officeDocument/2006/relationships/oleObject" Target="../embeddings/oleObject161.bin"/><Relationship Id="rId1" Type="http://schemas.openxmlformats.org/officeDocument/2006/relationships/slideLayout" Target="../slideLayouts/slideLayout7.xml"/><Relationship Id="rId6" Type="http://schemas.openxmlformats.org/officeDocument/2006/relationships/oleObject" Target="../embeddings/oleObject106.bin"/><Relationship Id="rId11" Type="http://schemas.openxmlformats.org/officeDocument/2006/relationships/image" Target="../media/image160.wmf"/><Relationship Id="rId24" Type="http://schemas.openxmlformats.org/officeDocument/2006/relationships/oleObject" Target="../embeddings/oleObject163.bin"/><Relationship Id="rId5" Type="http://schemas.openxmlformats.org/officeDocument/2006/relationships/image" Target="../media/image111.wmf"/><Relationship Id="rId15" Type="http://schemas.openxmlformats.org/officeDocument/2006/relationships/image" Target="../media/image162.wmf"/><Relationship Id="rId23" Type="http://schemas.openxmlformats.org/officeDocument/2006/relationships/image" Target="../media/image166.wmf"/><Relationship Id="rId10" Type="http://schemas.openxmlformats.org/officeDocument/2006/relationships/oleObject" Target="../embeddings/oleObject156.bin"/><Relationship Id="rId19" Type="http://schemas.openxmlformats.org/officeDocument/2006/relationships/image" Target="../media/image164.wmf"/><Relationship Id="rId4" Type="http://schemas.openxmlformats.org/officeDocument/2006/relationships/oleObject" Target="../embeddings/oleObject154.bin"/><Relationship Id="rId9" Type="http://schemas.openxmlformats.org/officeDocument/2006/relationships/image" Target="../media/image113.wmf"/><Relationship Id="rId14" Type="http://schemas.openxmlformats.org/officeDocument/2006/relationships/oleObject" Target="../embeddings/oleObject158.bin"/><Relationship Id="rId22" Type="http://schemas.openxmlformats.org/officeDocument/2006/relationships/oleObject" Target="../embeddings/oleObject162.bin"/></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167.bin"/><Relationship Id="rId13" Type="http://schemas.openxmlformats.org/officeDocument/2006/relationships/image" Target="../media/image127.wmf"/><Relationship Id="rId3" Type="http://schemas.openxmlformats.org/officeDocument/2006/relationships/image" Target="../media/image168.wmf"/><Relationship Id="rId7" Type="http://schemas.openxmlformats.org/officeDocument/2006/relationships/image" Target="../media/image170.wmf"/><Relationship Id="rId12" Type="http://schemas.openxmlformats.org/officeDocument/2006/relationships/oleObject" Target="../embeddings/oleObject169.bin"/><Relationship Id="rId17" Type="http://schemas.openxmlformats.org/officeDocument/2006/relationships/image" Target="../media/image173.wmf"/><Relationship Id="rId2" Type="http://schemas.openxmlformats.org/officeDocument/2006/relationships/oleObject" Target="../embeddings/oleObject164.bin"/><Relationship Id="rId16" Type="http://schemas.openxmlformats.org/officeDocument/2006/relationships/oleObject" Target="../embeddings/oleObject170.bin"/><Relationship Id="rId1" Type="http://schemas.openxmlformats.org/officeDocument/2006/relationships/slideLayout" Target="../slideLayouts/slideLayout7.xml"/><Relationship Id="rId6" Type="http://schemas.openxmlformats.org/officeDocument/2006/relationships/oleObject" Target="../embeddings/oleObject166.bin"/><Relationship Id="rId11" Type="http://schemas.openxmlformats.org/officeDocument/2006/relationships/image" Target="../media/image172.wmf"/><Relationship Id="rId5" Type="http://schemas.openxmlformats.org/officeDocument/2006/relationships/image" Target="../media/image169.wmf"/><Relationship Id="rId15" Type="http://schemas.openxmlformats.org/officeDocument/2006/relationships/image" Target="../media/image128.wmf"/><Relationship Id="rId10" Type="http://schemas.openxmlformats.org/officeDocument/2006/relationships/oleObject" Target="../embeddings/oleObject168.bin"/><Relationship Id="rId4" Type="http://schemas.openxmlformats.org/officeDocument/2006/relationships/oleObject" Target="../embeddings/oleObject165.bin"/><Relationship Id="rId9" Type="http://schemas.openxmlformats.org/officeDocument/2006/relationships/image" Target="../media/image171.wmf"/><Relationship Id="rId14" Type="http://schemas.openxmlformats.org/officeDocument/2006/relationships/oleObject" Target="../embeddings/oleObject147.bin"/></Relationships>
</file>

<file path=ppt/slides/_rels/slide37.xml.rels><?xml version="1.0" encoding="UTF-8" standalone="yes"?>
<Relationships xmlns="http://schemas.openxmlformats.org/package/2006/relationships"><Relationship Id="rId8" Type="http://schemas.openxmlformats.org/officeDocument/2006/relationships/oleObject" Target="../embeddings/oleObject174.bin"/><Relationship Id="rId3" Type="http://schemas.openxmlformats.org/officeDocument/2006/relationships/image" Target="../media/image127.wmf"/><Relationship Id="rId7" Type="http://schemas.openxmlformats.org/officeDocument/2006/relationships/image" Target="../media/image175.wmf"/><Relationship Id="rId12" Type="http://schemas.openxmlformats.org/officeDocument/2006/relationships/image" Target="../media/image179.png"/><Relationship Id="rId2" Type="http://schemas.openxmlformats.org/officeDocument/2006/relationships/oleObject" Target="../embeddings/oleObject171.bin"/><Relationship Id="rId1" Type="http://schemas.openxmlformats.org/officeDocument/2006/relationships/slideLayout" Target="../slideLayouts/slideLayout7.xml"/><Relationship Id="rId6" Type="http://schemas.openxmlformats.org/officeDocument/2006/relationships/oleObject" Target="../embeddings/oleObject173.bin"/><Relationship Id="rId11" Type="http://schemas.openxmlformats.org/officeDocument/2006/relationships/image" Target="../media/image178.png"/><Relationship Id="rId5" Type="http://schemas.openxmlformats.org/officeDocument/2006/relationships/image" Target="../media/image174.wmf"/><Relationship Id="rId10" Type="http://schemas.openxmlformats.org/officeDocument/2006/relationships/image" Target="../media/image177.png"/><Relationship Id="rId4" Type="http://schemas.openxmlformats.org/officeDocument/2006/relationships/oleObject" Target="../embeddings/oleObject172.bin"/><Relationship Id="rId9" Type="http://schemas.openxmlformats.org/officeDocument/2006/relationships/image" Target="../media/image176.png"/></Relationships>
</file>

<file path=ppt/slides/_rels/slide38.xml.rels><?xml version="1.0" encoding="UTF-8" standalone="yes"?>
<Relationships xmlns="http://schemas.openxmlformats.org/package/2006/relationships"><Relationship Id="rId8" Type="http://schemas.openxmlformats.org/officeDocument/2006/relationships/oleObject" Target="../embeddings/oleObject177.bin"/><Relationship Id="rId13" Type="http://schemas.openxmlformats.org/officeDocument/2006/relationships/image" Target="../media/image184.png"/><Relationship Id="rId3" Type="http://schemas.openxmlformats.org/officeDocument/2006/relationships/image" Target="../media/image127.wmf"/><Relationship Id="rId7" Type="http://schemas.openxmlformats.org/officeDocument/2006/relationships/image" Target="../media/image180.wmf"/><Relationship Id="rId12" Type="http://schemas.openxmlformats.org/officeDocument/2006/relationships/image" Target="../media/image183.wmf"/><Relationship Id="rId2" Type="http://schemas.openxmlformats.org/officeDocument/2006/relationships/oleObject" Target="../embeddings/oleObject171.bin"/><Relationship Id="rId1" Type="http://schemas.openxmlformats.org/officeDocument/2006/relationships/slideLayout" Target="../slideLayouts/slideLayout7.xml"/><Relationship Id="rId6" Type="http://schemas.openxmlformats.org/officeDocument/2006/relationships/oleObject" Target="../embeddings/oleObject176.bin"/><Relationship Id="rId11" Type="http://schemas.openxmlformats.org/officeDocument/2006/relationships/oleObject" Target="../embeddings/oleObject178.bin"/><Relationship Id="rId5" Type="http://schemas.openxmlformats.org/officeDocument/2006/relationships/image" Target="../media/image128.wmf"/><Relationship Id="rId10" Type="http://schemas.openxmlformats.org/officeDocument/2006/relationships/image" Target="../media/image182.png"/><Relationship Id="rId4" Type="http://schemas.openxmlformats.org/officeDocument/2006/relationships/oleObject" Target="../embeddings/oleObject175.bin"/><Relationship Id="rId9" Type="http://schemas.openxmlformats.org/officeDocument/2006/relationships/image" Target="../media/image181.wmf"/></Relationships>
</file>

<file path=ppt/slides/_rels/slide39.xml.rels><?xml version="1.0" encoding="UTF-8" standalone="yes"?>
<Relationships xmlns="http://schemas.openxmlformats.org/package/2006/relationships"><Relationship Id="rId8" Type="http://schemas.openxmlformats.org/officeDocument/2006/relationships/oleObject" Target="../embeddings/oleObject182.bin"/><Relationship Id="rId13" Type="http://schemas.openxmlformats.org/officeDocument/2006/relationships/image" Target="../media/image190.png"/><Relationship Id="rId3" Type="http://schemas.openxmlformats.org/officeDocument/2006/relationships/image" Target="../media/image185.wmf"/><Relationship Id="rId7" Type="http://schemas.openxmlformats.org/officeDocument/2006/relationships/image" Target="../media/image187.wmf"/><Relationship Id="rId12" Type="http://schemas.openxmlformats.org/officeDocument/2006/relationships/image" Target="../media/image189.png"/><Relationship Id="rId2" Type="http://schemas.openxmlformats.org/officeDocument/2006/relationships/oleObject" Target="../embeddings/oleObject179.bin"/><Relationship Id="rId1" Type="http://schemas.openxmlformats.org/officeDocument/2006/relationships/slideLayout" Target="../slideLayouts/slideLayout7.xml"/><Relationship Id="rId6" Type="http://schemas.openxmlformats.org/officeDocument/2006/relationships/oleObject" Target="../embeddings/oleObject181.bin"/><Relationship Id="rId11" Type="http://schemas.openxmlformats.org/officeDocument/2006/relationships/image" Target="../media/image188.wmf"/><Relationship Id="rId5" Type="http://schemas.openxmlformats.org/officeDocument/2006/relationships/image" Target="../media/image186.wmf"/><Relationship Id="rId10" Type="http://schemas.openxmlformats.org/officeDocument/2006/relationships/oleObject" Target="../embeddings/oleObject183.bin"/><Relationship Id="rId4" Type="http://schemas.openxmlformats.org/officeDocument/2006/relationships/oleObject" Target="../embeddings/oleObject180.bin"/><Relationship Id="rId9" Type="http://schemas.openxmlformats.org/officeDocument/2006/relationships/image" Target="../media/image11.wmf"/></Relationships>
</file>

<file path=ppt/slides/_rels/slide40.xml.rels><?xml version="1.0" encoding="UTF-8" standalone="yes"?>
<Relationships xmlns="http://schemas.openxmlformats.org/package/2006/relationships"><Relationship Id="rId8" Type="http://schemas.openxmlformats.org/officeDocument/2006/relationships/oleObject" Target="../embeddings/oleObject187.bin"/><Relationship Id="rId13" Type="http://schemas.openxmlformats.org/officeDocument/2006/relationships/image" Target="../media/image195.wmf"/><Relationship Id="rId3" Type="http://schemas.openxmlformats.org/officeDocument/2006/relationships/image" Target="../media/image191.wmf"/><Relationship Id="rId7" Type="http://schemas.openxmlformats.org/officeDocument/2006/relationships/image" Target="../media/image193.wmf"/><Relationship Id="rId12" Type="http://schemas.openxmlformats.org/officeDocument/2006/relationships/oleObject" Target="../embeddings/oleObject189.bin"/><Relationship Id="rId2" Type="http://schemas.openxmlformats.org/officeDocument/2006/relationships/oleObject" Target="../embeddings/oleObject184.bin"/><Relationship Id="rId1" Type="http://schemas.openxmlformats.org/officeDocument/2006/relationships/slideLayout" Target="../slideLayouts/slideLayout7.xml"/><Relationship Id="rId6" Type="http://schemas.openxmlformats.org/officeDocument/2006/relationships/oleObject" Target="../embeddings/oleObject186.bin"/><Relationship Id="rId11" Type="http://schemas.openxmlformats.org/officeDocument/2006/relationships/image" Target="../media/image23.wmf"/><Relationship Id="rId5" Type="http://schemas.openxmlformats.org/officeDocument/2006/relationships/image" Target="../media/image192.wmf"/><Relationship Id="rId15" Type="http://schemas.openxmlformats.org/officeDocument/2006/relationships/image" Target="../media/image196.wmf"/><Relationship Id="rId10" Type="http://schemas.openxmlformats.org/officeDocument/2006/relationships/oleObject" Target="../embeddings/oleObject188.bin"/><Relationship Id="rId4" Type="http://schemas.openxmlformats.org/officeDocument/2006/relationships/oleObject" Target="../embeddings/oleObject185.bin"/><Relationship Id="rId9" Type="http://schemas.openxmlformats.org/officeDocument/2006/relationships/image" Target="../media/image194.wmf"/><Relationship Id="rId14" Type="http://schemas.openxmlformats.org/officeDocument/2006/relationships/oleObject" Target="../embeddings/oleObject190.bin"/></Relationships>
</file>

<file path=ppt/slides/_rels/slide41.xml.rels><?xml version="1.0" encoding="UTF-8" standalone="yes"?>
<Relationships xmlns="http://schemas.openxmlformats.org/package/2006/relationships"><Relationship Id="rId3" Type="http://schemas.openxmlformats.org/officeDocument/2006/relationships/image" Target="../media/image197.wmf"/><Relationship Id="rId7" Type="http://schemas.openxmlformats.org/officeDocument/2006/relationships/image" Target="../media/image199.wmf"/><Relationship Id="rId2" Type="http://schemas.openxmlformats.org/officeDocument/2006/relationships/oleObject" Target="../embeddings/oleObject191.bin"/><Relationship Id="rId1" Type="http://schemas.openxmlformats.org/officeDocument/2006/relationships/slideLayout" Target="../slideLayouts/slideLayout7.xml"/><Relationship Id="rId6" Type="http://schemas.openxmlformats.org/officeDocument/2006/relationships/oleObject" Target="../embeddings/oleObject193.bin"/><Relationship Id="rId5" Type="http://schemas.openxmlformats.org/officeDocument/2006/relationships/image" Target="../media/image198.wmf"/><Relationship Id="rId4" Type="http://schemas.openxmlformats.org/officeDocument/2006/relationships/oleObject" Target="../embeddings/oleObject192.bin"/></Relationships>
</file>

<file path=ppt/slides/_rels/slide42.xml.rels><?xml version="1.0" encoding="UTF-8" standalone="yes"?>
<Relationships xmlns="http://schemas.openxmlformats.org/package/2006/relationships"><Relationship Id="rId3" Type="http://schemas.openxmlformats.org/officeDocument/2006/relationships/image" Target="../media/image200.wmf"/><Relationship Id="rId7" Type="http://schemas.openxmlformats.org/officeDocument/2006/relationships/image" Target="../media/image194.wmf"/><Relationship Id="rId2" Type="http://schemas.openxmlformats.org/officeDocument/2006/relationships/oleObject" Target="../embeddings/oleObject194.bin"/><Relationship Id="rId1" Type="http://schemas.openxmlformats.org/officeDocument/2006/relationships/slideLayout" Target="../slideLayouts/slideLayout7.xml"/><Relationship Id="rId6" Type="http://schemas.openxmlformats.org/officeDocument/2006/relationships/oleObject" Target="../embeddings/oleObject196.bin"/><Relationship Id="rId5" Type="http://schemas.openxmlformats.org/officeDocument/2006/relationships/image" Target="../media/image201.wmf"/><Relationship Id="rId4" Type="http://schemas.openxmlformats.org/officeDocument/2006/relationships/oleObject" Target="../embeddings/oleObject195.bin"/></Relationships>
</file>

<file path=ppt/slides/_rels/slide43.xml.rels><?xml version="1.0" encoding="UTF-8" standalone="yes"?>
<Relationships xmlns="http://schemas.openxmlformats.org/package/2006/relationships"><Relationship Id="rId8" Type="http://schemas.openxmlformats.org/officeDocument/2006/relationships/oleObject" Target="../embeddings/oleObject200.bin"/><Relationship Id="rId13" Type="http://schemas.openxmlformats.org/officeDocument/2006/relationships/image" Target="../media/image11.wmf"/><Relationship Id="rId18" Type="http://schemas.openxmlformats.org/officeDocument/2006/relationships/oleObject" Target="../embeddings/oleObject205.bin"/><Relationship Id="rId3" Type="http://schemas.openxmlformats.org/officeDocument/2006/relationships/image" Target="../media/image202.wmf"/><Relationship Id="rId21" Type="http://schemas.openxmlformats.org/officeDocument/2006/relationships/image" Target="../media/image210.wmf"/><Relationship Id="rId7" Type="http://schemas.openxmlformats.org/officeDocument/2006/relationships/image" Target="../media/image204.wmf"/><Relationship Id="rId12" Type="http://schemas.openxmlformats.org/officeDocument/2006/relationships/oleObject" Target="../embeddings/oleObject202.bin"/><Relationship Id="rId17" Type="http://schemas.openxmlformats.org/officeDocument/2006/relationships/image" Target="../media/image208.wmf"/><Relationship Id="rId25" Type="http://schemas.openxmlformats.org/officeDocument/2006/relationships/image" Target="../media/image212.wmf"/><Relationship Id="rId2" Type="http://schemas.openxmlformats.org/officeDocument/2006/relationships/oleObject" Target="../embeddings/oleObject197.bin"/><Relationship Id="rId16" Type="http://schemas.openxmlformats.org/officeDocument/2006/relationships/oleObject" Target="../embeddings/oleObject204.bin"/><Relationship Id="rId20" Type="http://schemas.openxmlformats.org/officeDocument/2006/relationships/oleObject" Target="../embeddings/oleObject206.bin"/><Relationship Id="rId1" Type="http://schemas.openxmlformats.org/officeDocument/2006/relationships/slideLayout" Target="../slideLayouts/slideLayout7.xml"/><Relationship Id="rId6" Type="http://schemas.openxmlformats.org/officeDocument/2006/relationships/oleObject" Target="../embeddings/oleObject199.bin"/><Relationship Id="rId11" Type="http://schemas.openxmlformats.org/officeDocument/2006/relationships/image" Target="../media/image206.wmf"/><Relationship Id="rId24" Type="http://schemas.openxmlformats.org/officeDocument/2006/relationships/oleObject" Target="../embeddings/oleObject208.bin"/><Relationship Id="rId5" Type="http://schemas.openxmlformats.org/officeDocument/2006/relationships/image" Target="../media/image203.wmf"/><Relationship Id="rId15" Type="http://schemas.openxmlformats.org/officeDocument/2006/relationships/image" Target="../media/image207.wmf"/><Relationship Id="rId23" Type="http://schemas.openxmlformats.org/officeDocument/2006/relationships/image" Target="../media/image211.wmf"/><Relationship Id="rId10" Type="http://schemas.openxmlformats.org/officeDocument/2006/relationships/oleObject" Target="../embeddings/oleObject201.bin"/><Relationship Id="rId19" Type="http://schemas.openxmlformats.org/officeDocument/2006/relationships/image" Target="../media/image209.wmf"/><Relationship Id="rId4" Type="http://schemas.openxmlformats.org/officeDocument/2006/relationships/oleObject" Target="../embeddings/oleObject198.bin"/><Relationship Id="rId9" Type="http://schemas.openxmlformats.org/officeDocument/2006/relationships/image" Target="../media/image205.wmf"/><Relationship Id="rId14" Type="http://schemas.openxmlformats.org/officeDocument/2006/relationships/oleObject" Target="../embeddings/oleObject203.bin"/><Relationship Id="rId22" Type="http://schemas.openxmlformats.org/officeDocument/2006/relationships/oleObject" Target="../embeddings/oleObject207.bin"/></Relationships>
</file>

<file path=ppt/slides/_rels/slide44.xml.rels><?xml version="1.0" encoding="UTF-8" standalone="yes"?>
<Relationships xmlns="http://schemas.openxmlformats.org/package/2006/relationships"><Relationship Id="rId2" Type="http://schemas.openxmlformats.org/officeDocument/2006/relationships/image" Target="../media/image213.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8" Type="http://schemas.openxmlformats.org/officeDocument/2006/relationships/oleObject" Target="../embeddings/oleObject212.bin"/><Relationship Id="rId3" Type="http://schemas.openxmlformats.org/officeDocument/2006/relationships/image" Target="../media/image10.wmf"/><Relationship Id="rId7" Type="http://schemas.openxmlformats.org/officeDocument/2006/relationships/image" Target="../media/image215.wmf"/><Relationship Id="rId2" Type="http://schemas.openxmlformats.org/officeDocument/2006/relationships/oleObject" Target="../embeddings/oleObject209.bin"/><Relationship Id="rId1" Type="http://schemas.openxmlformats.org/officeDocument/2006/relationships/slideLayout" Target="../slideLayouts/slideLayout7.xml"/><Relationship Id="rId6" Type="http://schemas.openxmlformats.org/officeDocument/2006/relationships/oleObject" Target="../embeddings/oleObject211.bin"/><Relationship Id="rId11" Type="http://schemas.openxmlformats.org/officeDocument/2006/relationships/image" Target="../media/image217.wmf"/><Relationship Id="rId5" Type="http://schemas.openxmlformats.org/officeDocument/2006/relationships/image" Target="../media/image214.wmf"/><Relationship Id="rId10" Type="http://schemas.openxmlformats.org/officeDocument/2006/relationships/oleObject" Target="../embeddings/oleObject213.bin"/><Relationship Id="rId4" Type="http://schemas.openxmlformats.org/officeDocument/2006/relationships/oleObject" Target="../embeddings/oleObject210.bin"/><Relationship Id="rId9" Type="http://schemas.openxmlformats.org/officeDocument/2006/relationships/image" Target="../media/image216.wmf"/></Relationships>
</file>

<file path=ppt/slides/_rels/slide46.xml.rels><?xml version="1.0" encoding="UTF-8" standalone="yes"?>
<Relationships xmlns="http://schemas.openxmlformats.org/package/2006/relationships"><Relationship Id="rId8" Type="http://schemas.openxmlformats.org/officeDocument/2006/relationships/oleObject" Target="../embeddings/oleObject217.bin"/><Relationship Id="rId13" Type="http://schemas.openxmlformats.org/officeDocument/2006/relationships/image" Target="../media/image222.wmf"/><Relationship Id="rId18" Type="http://schemas.openxmlformats.org/officeDocument/2006/relationships/oleObject" Target="../embeddings/oleObject221.bin"/><Relationship Id="rId3" Type="http://schemas.openxmlformats.org/officeDocument/2006/relationships/image" Target="../media/image218.wmf"/><Relationship Id="rId21" Type="http://schemas.openxmlformats.org/officeDocument/2006/relationships/image" Target="../media/image226.wmf"/><Relationship Id="rId7" Type="http://schemas.openxmlformats.org/officeDocument/2006/relationships/image" Target="../media/image220.wmf"/><Relationship Id="rId12" Type="http://schemas.openxmlformats.org/officeDocument/2006/relationships/oleObject" Target="../embeddings/oleObject218.bin"/><Relationship Id="rId17" Type="http://schemas.openxmlformats.org/officeDocument/2006/relationships/image" Target="../media/image224.wmf"/><Relationship Id="rId2" Type="http://schemas.openxmlformats.org/officeDocument/2006/relationships/oleObject" Target="../embeddings/oleObject214.bin"/><Relationship Id="rId16" Type="http://schemas.openxmlformats.org/officeDocument/2006/relationships/oleObject" Target="../embeddings/oleObject220.bin"/><Relationship Id="rId20" Type="http://schemas.openxmlformats.org/officeDocument/2006/relationships/oleObject" Target="../embeddings/oleObject222.bin"/><Relationship Id="rId1" Type="http://schemas.openxmlformats.org/officeDocument/2006/relationships/slideLayout" Target="../slideLayouts/slideLayout7.xml"/><Relationship Id="rId6" Type="http://schemas.openxmlformats.org/officeDocument/2006/relationships/oleObject" Target="../embeddings/oleObject216.bin"/><Relationship Id="rId11" Type="http://schemas.openxmlformats.org/officeDocument/2006/relationships/image" Target="../media/image214.wmf"/><Relationship Id="rId5" Type="http://schemas.openxmlformats.org/officeDocument/2006/relationships/image" Target="../media/image219.wmf"/><Relationship Id="rId15" Type="http://schemas.openxmlformats.org/officeDocument/2006/relationships/image" Target="../media/image223.wmf"/><Relationship Id="rId23" Type="http://schemas.openxmlformats.org/officeDocument/2006/relationships/image" Target="../media/image227.wmf"/><Relationship Id="rId10" Type="http://schemas.openxmlformats.org/officeDocument/2006/relationships/oleObject" Target="../embeddings/oleObject210.bin"/><Relationship Id="rId19" Type="http://schemas.openxmlformats.org/officeDocument/2006/relationships/image" Target="../media/image225.wmf"/><Relationship Id="rId4" Type="http://schemas.openxmlformats.org/officeDocument/2006/relationships/oleObject" Target="../embeddings/oleObject215.bin"/><Relationship Id="rId9" Type="http://schemas.openxmlformats.org/officeDocument/2006/relationships/image" Target="../media/image221.wmf"/><Relationship Id="rId14" Type="http://schemas.openxmlformats.org/officeDocument/2006/relationships/oleObject" Target="../embeddings/oleObject219.bin"/><Relationship Id="rId22" Type="http://schemas.openxmlformats.org/officeDocument/2006/relationships/oleObject" Target="../embeddings/oleObject223.bin"/></Relationships>
</file>

<file path=ppt/slides/_rels/slide47.xml.rels><?xml version="1.0" encoding="UTF-8" standalone="yes"?>
<Relationships xmlns="http://schemas.openxmlformats.org/package/2006/relationships"><Relationship Id="rId3" Type="http://schemas.openxmlformats.org/officeDocument/2006/relationships/image" Target="../media/image79.wmf"/><Relationship Id="rId2" Type="http://schemas.openxmlformats.org/officeDocument/2006/relationships/oleObject" Target="../embeddings/oleObject75.bin"/><Relationship Id="rId1" Type="http://schemas.openxmlformats.org/officeDocument/2006/relationships/slideLayout" Target="../slideLayouts/slideLayout7.xml"/><Relationship Id="rId4" Type="http://schemas.openxmlformats.org/officeDocument/2006/relationships/oleObject" Target="../embeddings/oleObject224.bin"/></Relationships>
</file>

<file path=ppt/slides/_rels/slide48.xml.rels><?xml version="1.0" encoding="UTF-8" standalone="yes"?>
<Relationships xmlns="http://schemas.openxmlformats.org/package/2006/relationships"><Relationship Id="rId8" Type="http://schemas.openxmlformats.org/officeDocument/2006/relationships/oleObject" Target="../embeddings/oleObject228.bin"/><Relationship Id="rId13" Type="http://schemas.openxmlformats.org/officeDocument/2006/relationships/image" Target="../media/image233.wmf"/><Relationship Id="rId3" Type="http://schemas.openxmlformats.org/officeDocument/2006/relationships/image" Target="../media/image228.wmf"/><Relationship Id="rId7" Type="http://schemas.openxmlformats.org/officeDocument/2006/relationships/image" Target="../media/image230.wmf"/><Relationship Id="rId12" Type="http://schemas.openxmlformats.org/officeDocument/2006/relationships/oleObject" Target="../embeddings/oleObject230.bin"/><Relationship Id="rId2" Type="http://schemas.openxmlformats.org/officeDocument/2006/relationships/oleObject" Target="../embeddings/oleObject225.bin"/><Relationship Id="rId1" Type="http://schemas.openxmlformats.org/officeDocument/2006/relationships/slideLayout" Target="../slideLayouts/slideLayout7.xml"/><Relationship Id="rId6" Type="http://schemas.openxmlformats.org/officeDocument/2006/relationships/oleObject" Target="../embeddings/oleObject227.bin"/><Relationship Id="rId11" Type="http://schemas.openxmlformats.org/officeDocument/2006/relationships/image" Target="../media/image232.wmf"/><Relationship Id="rId5" Type="http://schemas.openxmlformats.org/officeDocument/2006/relationships/image" Target="../media/image229.wmf"/><Relationship Id="rId10" Type="http://schemas.openxmlformats.org/officeDocument/2006/relationships/oleObject" Target="../embeddings/oleObject229.bin"/><Relationship Id="rId4" Type="http://schemas.openxmlformats.org/officeDocument/2006/relationships/oleObject" Target="../embeddings/oleObject226.bin"/><Relationship Id="rId9" Type="http://schemas.openxmlformats.org/officeDocument/2006/relationships/image" Target="../media/image231.wmf"/><Relationship Id="rId14" Type="http://schemas.openxmlformats.org/officeDocument/2006/relationships/oleObject" Target="../embeddings/oleObject231.bin"/></Relationships>
</file>

<file path=ppt/slides/_rels/slide49.xml.rels><?xml version="1.0" encoding="UTF-8" standalone="yes"?>
<Relationships xmlns="http://schemas.openxmlformats.org/package/2006/relationships"><Relationship Id="rId8" Type="http://schemas.openxmlformats.org/officeDocument/2006/relationships/oleObject" Target="../embeddings/oleObject234.bin"/><Relationship Id="rId13" Type="http://schemas.openxmlformats.org/officeDocument/2006/relationships/image" Target="../media/image238.wmf"/><Relationship Id="rId3" Type="http://schemas.openxmlformats.org/officeDocument/2006/relationships/image" Target="../media/image229.wmf"/><Relationship Id="rId7" Type="http://schemas.openxmlformats.org/officeDocument/2006/relationships/image" Target="../media/image235.wmf"/><Relationship Id="rId12" Type="http://schemas.openxmlformats.org/officeDocument/2006/relationships/oleObject" Target="../embeddings/oleObject236.bin"/><Relationship Id="rId2" Type="http://schemas.openxmlformats.org/officeDocument/2006/relationships/oleObject" Target="../embeddings/oleObject226.bin"/><Relationship Id="rId1" Type="http://schemas.openxmlformats.org/officeDocument/2006/relationships/slideLayout" Target="../slideLayouts/slideLayout7.xml"/><Relationship Id="rId6" Type="http://schemas.openxmlformats.org/officeDocument/2006/relationships/oleObject" Target="../embeddings/oleObject233.bin"/><Relationship Id="rId11" Type="http://schemas.openxmlformats.org/officeDocument/2006/relationships/image" Target="../media/image237.wmf"/><Relationship Id="rId5" Type="http://schemas.openxmlformats.org/officeDocument/2006/relationships/image" Target="../media/image234.wmf"/><Relationship Id="rId10" Type="http://schemas.openxmlformats.org/officeDocument/2006/relationships/oleObject" Target="../embeddings/oleObject235.bin"/><Relationship Id="rId4" Type="http://schemas.openxmlformats.org/officeDocument/2006/relationships/oleObject" Target="../embeddings/oleObject232.bin"/><Relationship Id="rId9" Type="http://schemas.openxmlformats.org/officeDocument/2006/relationships/image" Target="../media/image236.wmf"/></Relationships>
</file>

<file path=ppt/slides/_rels/slide50.xml.rels><?xml version="1.0" encoding="UTF-8" standalone="yes"?>
<Relationships xmlns="http://schemas.openxmlformats.org/package/2006/relationships"><Relationship Id="rId8" Type="http://schemas.openxmlformats.org/officeDocument/2006/relationships/oleObject" Target="../embeddings/oleObject239.bin"/><Relationship Id="rId3" Type="http://schemas.openxmlformats.org/officeDocument/2006/relationships/image" Target="../media/image79.wmf"/><Relationship Id="rId7" Type="http://schemas.openxmlformats.org/officeDocument/2006/relationships/image" Target="../media/image240.wmf"/><Relationship Id="rId2" Type="http://schemas.openxmlformats.org/officeDocument/2006/relationships/oleObject" Target="../embeddings/oleObject75.bin"/><Relationship Id="rId1" Type="http://schemas.openxmlformats.org/officeDocument/2006/relationships/slideLayout" Target="../slideLayouts/slideLayout7.xml"/><Relationship Id="rId6" Type="http://schemas.openxmlformats.org/officeDocument/2006/relationships/oleObject" Target="../embeddings/oleObject238.bin"/><Relationship Id="rId5" Type="http://schemas.openxmlformats.org/officeDocument/2006/relationships/image" Target="../media/image239.wmf"/><Relationship Id="rId4" Type="http://schemas.openxmlformats.org/officeDocument/2006/relationships/oleObject" Target="../embeddings/oleObject237.bin"/><Relationship Id="rId9" Type="http://schemas.openxmlformats.org/officeDocument/2006/relationships/image" Target="../media/image241.wmf"/></Relationships>
</file>

<file path=ppt/slides/_rels/slide51.xml.rels><?xml version="1.0" encoding="UTF-8" standalone="yes"?>
<Relationships xmlns="http://schemas.openxmlformats.org/package/2006/relationships"><Relationship Id="rId8" Type="http://schemas.openxmlformats.org/officeDocument/2006/relationships/oleObject" Target="../embeddings/oleObject243.bin"/><Relationship Id="rId3" Type="http://schemas.openxmlformats.org/officeDocument/2006/relationships/image" Target="../media/image242.wmf"/><Relationship Id="rId7" Type="http://schemas.openxmlformats.org/officeDocument/2006/relationships/image" Target="../media/image244.wmf"/><Relationship Id="rId2" Type="http://schemas.openxmlformats.org/officeDocument/2006/relationships/oleObject" Target="../embeddings/oleObject240.bin"/><Relationship Id="rId1" Type="http://schemas.openxmlformats.org/officeDocument/2006/relationships/slideLayout" Target="../slideLayouts/slideLayout7.xml"/><Relationship Id="rId6" Type="http://schemas.openxmlformats.org/officeDocument/2006/relationships/oleObject" Target="../embeddings/oleObject242.bin"/><Relationship Id="rId5" Type="http://schemas.openxmlformats.org/officeDocument/2006/relationships/image" Target="../media/image243.wmf"/><Relationship Id="rId10" Type="http://schemas.openxmlformats.org/officeDocument/2006/relationships/image" Target="../media/image246.png"/><Relationship Id="rId4" Type="http://schemas.openxmlformats.org/officeDocument/2006/relationships/oleObject" Target="../embeddings/oleObject241.bin"/><Relationship Id="rId9" Type="http://schemas.openxmlformats.org/officeDocument/2006/relationships/image" Target="../media/image245.wmf"/></Relationships>
</file>

<file path=ppt/slides/_rels/slide52.xml.rels><?xml version="1.0" encoding="UTF-8" standalone="yes"?>
<Relationships xmlns="http://schemas.openxmlformats.org/package/2006/relationships"><Relationship Id="rId3" Type="http://schemas.openxmlformats.org/officeDocument/2006/relationships/image" Target="../media/image247.wmf"/><Relationship Id="rId7" Type="http://schemas.openxmlformats.org/officeDocument/2006/relationships/image" Target="../media/image249.wmf"/><Relationship Id="rId2" Type="http://schemas.openxmlformats.org/officeDocument/2006/relationships/oleObject" Target="../embeddings/oleObject244.bin"/><Relationship Id="rId1" Type="http://schemas.openxmlformats.org/officeDocument/2006/relationships/slideLayout" Target="../slideLayouts/slideLayout7.xml"/><Relationship Id="rId6" Type="http://schemas.openxmlformats.org/officeDocument/2006/relationships/oleObject" Target="../embeddings/oleObject246.bin"/><Relationship Id="rId5" Type="http://schemas.openxmlformats.org/officeDocument/2006/relationships/image" Target="../media/image248.wmf"/><Relationship Id="rId4" Type="http://schemas.openxmlformats.org/officeDocument/2006/relationships/oleObject" Target="../embeddings/oleObject245.bin"/></Relationships>
</file>

<file path=ppt/slides/_rels/slide53.xml.rels><?xml version="1.0" encoding="UTF-8" standalone="yes"?>
<Relationships xmlns="http://schemas.openxmlformats.org/package/2006/relationships"><Relationship Id="rId3" Type="http://schemas.openxmlformats.org/officeDocument/2006/relationships/image" Target="../media/image250.wmf"/><Relationship Id="rId2" Type="http://schemas.openxmlformats.org/officeDocument/2006/relationships/oleObject" Target="../embeddings/oleObject247.bin"/><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8" Type="http://schemas.openxmlformats.org/officeDocument/2006/relationships/oleObject" Target="../embeddings/oleObject251.bin"/><Relationship Id="rId13" Type="http://schemas.openxmlformats.org/officeDocument/2006/relationships/image" Target="../media/image256.wmf"/><Relationship Id="rId18" Type="http://schemas.openxmlformats.org/officeDocument/2006/relationships/oleObject" Target="../embeddings/oleObject256.bin"/><Relationship Id="rId26" Type="http://schemas.openxmlformats.org/officeDocument/2006/relationships/image" Target="../media/image263.wmf"/><Relationship Id="rId3" Type="http://schemas.openxmlformats.org/officeDocument/2006/relationships/image" Target="../media/image251.wmf"/><Relationship Id="rId21" Type="http://schemas.openxmlformats.org/officeDocument/2006/relationships/oleObject" Target="../embeddings/oleObject257.bin"/><Relationship Id="rId7" Type="http://schemas.openxmlformats.org/officeDocument/2006/relationships/image" Target="../media/image253.wmf"/><Relationship Id="rId12" Type="http://schemas.openxmlformats.org/officeDocument/2006/relationships/oleObject" Target="../embeddings/oleObject253.bin"/><Relationship Id="rId17" Type="http://schemas.openxmlformats.org/officeDocument/2006/relationships/image" Target="../media/image258.wmf"/><Relationship Id="rId25" Type="http://schemas.openxmlformats.org/officeDocument/2006/relationships/oleObject" Target="../embeddings/oleObject259.bin"/><Relationship Id="rId2" Type="http://schemas.openxmlformats.org/officeDocument/2006/relationships/oleObject" Target="../embeddings/oleObject248.bin"/><Relationship Id="rId16" Type="http://schemas.openxmlformats.org/officeDocument/2006/relationships/oleObject" Target="../embeddings/oleObject255.bin"/><Relationship Id="rId20" Type="http://schemas.openxmlformats.org/officeDocument/2006/relationships/image" Target="../media/image260.png"/><Relationship Id="rId29" Type="http://schemas.openxmlformats.org/officeDocument/2006/relationships/oleObject" Target="../embeddings/oleObject261.bin"/><Relationship Id="rId1" Type="http://schemas.openxmlformats.org/officeDocument/2006/relationships/slideLayout" Target="../slideLayouts/slideLayout7.xml"/><Relationship Id="rId6" Type="http://schemas.openxmlformats.org/officeDocument/2006/relationships/oleObject" Target="../embeddings/oleObject250.bin"/><Relationship Id="rId11" Type="http://schemas.openxmlformats.org/officeDocument/2006/relationships/image" Target="../media/image255.wmf"/><Relationship Id="rId24" Type="http://schemas.openxmlformats.org/officeDocument/2006/relationships/image" Target="../media/image262.wmf"/><Relationship Id="rId5" Type="http://schemas.openxmlformats.org/officeDocument/2006/relationships/image" Target="../media/image252.wmf"/><Relationship Id="rId15" Type="http://schemas.openxmlformats.org/officeDocument/2006/relationships/image" Target="../media/image257.wmf"/><Relationship Id="rId23" Type="http://schemas.openxmlformats.org/officeDocument/2006/relationships/oleObject" Target="../embeddings/oleObject258.bin"/><Relationship Id="rId28" Type="http://schemas.openxmlformats.org/officeDocument/2006/relationships/image" Target="../media/image264.wmf"/><Relationship Id="rId10" Type="http://schemas.openxmlformats.org/officeDocument/2006/relationships/oleObject" Target="../embeddings/oleObject252.bin"/><Relationship Id="rId19" Type="http://schemas.openxmlformats.org/officeDocument/2006/relationships/image" Target="../media/image259.wmf"/><Relationship Id="rId31" Type="http://schemas.openxmlformats.org/officeDocument/2006/relationships/image" Target="../media/image266.png"/><Relationship Id="rId4" Type="http://schemas.openxmlformats.org/officeDocument/2006/relationships/oleObject" Target="../embeddings/oleObject249.bin"/><Relationship Id="rId9" Type="http://schemas.openxmlformats.org/officeDocument/2006/relationships/image" Target="../media/image254.wmf"/><Relationship Id="rId14" Type="http://schemas.openxmlformats.org/officeDocument/2006/relationships/oleObject" Target="../embeddings/oleObject254.bin"/><Relationship Id="rId22" Type="http://schemas.openxmlformats.org/officeDocument/2006/relationships/image" Target="../media/image261.wmf"/><Relationship Id="rId27" Type="http://schemas.openxmlformats.org/officeDocument/2006/relationships/oleObject" Target="../embeddings/oleObject260.bin"/><Relationship Id="rId30" Type="http://schemas.openxmlformats.org/officeDocument/2006/relationships/image" Target="../media/image265.wmf"/></Relationships>
</file>

<file path=ppt/slides/_rels/slide55.xml.rels><?xml version="1.0" encoding="UTF-8" standalone="yes"?>
<Relationships xmlns="http://schemas.openxmlformats.org/package/2006/relationships"><Relationship Id="rId8" Type="http://schemas.openxmlformats.org/officeDocument/2006/relationships/oleObject" Target="../embeddings/oleObject263.bin"/><Relationship Id="rId13" Type="http://schemas.openxmlformats.org/officeDocument/2006/relationships/oleObject" Target="../embeddings/oleObject265.bin"/><Relationship Id="rId3" Type="http://schemas.openxmlformats.org/officeDocument/2006/relationships/oleObject" Target="../embeddings/oleObject256.bin"/><Relationship Id="rId7" Type="http://schemas.openxmlformats.org/officeDocument/2006/relationships/image" Target="../media/image269.wmf"/><Relationship Id="rId12" Type="http://schemas.openxmlformats.org/officeDocument/2006/relationships/image" Target="../media/image272.wmf"/><Relationship Id="rId2" Type="http://schemas.openxmlformats.org/officeDocument/2006/relationships/image" Target="../media/image267.png"/><Relationship Id="rId1" Type="http://schemas.openxmlformats.org/officeDocument/2006/relationships/slideLayout" Target="../slideLayouts/slideLayout7.xml"/><Relationship Id="rId6" Type="http://schemas.openxmlformats.org/officeDocument/2006/relationships/oleObject" Target="../embeddings/oleObject262.bin"/><Relationship Id="rId11" Type="http://schemas.openxmlformats.org/officeDocument/2006/relationships/oleObject" Target="../embeddings/oleObject264.bin"/><Relationship Id="rId5" Type="http://schemas.openxmlformats.org/officeDocument/2006/relationships/image" Target="../media/image268.png"/><Relationship Id="rId10" Type="http://schemas.openxmlformats.org/officeDocument/2006/relationships/image" Target="../media/image271.png"/><Relationship Id="rId4" Type="http://schemas.openxmlformats.org/officeDocument/2006/relationships/image" Target="../media/image259.wmf"/><Relationship Id="rId9" Type="http://schemas.openxmlformats.org/officeDocument/2006/relationships/image" Target="../media/image270.wmf"/><Relationship Id="rId14" Type="http://schemas.openxmlformats.org/officeDocument/2006/relationships/image" Target="../media/image273.wmf"/></Relationships>
</file>

<file path=ppt/slides/_rels/slide56.xml.rels><?xml version="1.0" encoding="UTF-8" standalone="yes"?>
<Relationships xmlns="http://schemas.openxmlformats.org/package/2006/relationships"><Relationship Id="rId8" Type="http://schemas.openxmlformats.org/officeDocument/2006/relationships/oleObject" Target="../embeddings/oleObject269.bin"/><Relationship Id="rId3" Type="http://schemas.openxmlformats.org/officeDocument/2006/relationships/image" Target="../media/image274.wmf"/><Relationship Id="rId7" Type="http://schemas.openxmlformats.org/officeDocument/2006/relationships/image" Target="../media/image276.wmf"/><Relationship Id="rId2" Type="http://schemas.openxmlformats.org/officeDocument/2006/relationships/oleObject" Target="../embeddings/oleObject266.bin"/><Relationship Id="rId1" Type="http://schemas.openxmlformats.org/officeDocument/2006/relationships/slideLayout" Target="../slideLayouts/slideLayout7.xml"/><Relationship Id="rId6" Type="http://schemas.openxmlformats.org/officeDocument/2006/relationships/oleObject" Target="../embeddings/oleObject268.bin"/><Relationship Id="rId11" Type="http://schemas.openxmlformats.org/officeDocument/2006/relationships/image" Target="../media/image278.wmf"/><Relationship Id="rId5" Type="http://schemas.openxmlformats.org/officeDocument/2006/relationships/image" Target="../media/image275.wmf"/><Relationship Id="rId10" Type="http://schemas.openxmlformats.org/officeDocument/2006/relationships/oleObject" Target="../embeddings/oleObject270.bin"/><Relationship Id="rId4" Type="http://schemas.openxmlformats.org/officeDocument/2006/relationships/oleObject" Target="../embeddings/oleObject267.bin"/><Relationship Id="rId9" Type="http://schemas.openxmlformats.org/officeDocument/2006/relationships/image" Target="../media/image277.wmf"/></Relationships>
</file>

<file path=ppt/slides/_rels/slide57.xml.rels><?xml version="1.0" encoding="UTF-8" standalone="yes"?>
<Relationships xmlns="http://schemas.openxmlformats.org/package/2006/relationships"><Relationship Id="rId8" Type="http://schemas.openxmlformats.org/officeDocument/2006/relationships/image" Target="../media/image283.png"/><Relationship Id="rId13" Type="http://schemas.openxmlformats.org/officeDocument/2006/relationships/image" Target="../media/image286.wmf"/><Relationship Id="rId3" Type="http://schemas.openxmlformats.org/officeDocument/2006/relationships/oleObject" Target="../embeddings/oleObject271.bin"/><Relationship Id="rId7" Type="http://schemas.openxmlformats.org/officeDocument/2006/relationships/image" Target="../media/image282.png"/><Relationship Id="rId12" Type="http://schemas.openxmlformats.org/officeDocument/2006/relationships/oleObject" Target="../embeddings/oleObject274.bin"/><Relationship Id="rId2" Type="http://schemas.openxmlformats.org/officeDocument/2006/relationships/image" Target="../media/image279.png"/><Relationship Id="rId1" Type="http://schemas.openxmlformats.org/officeDocument/2006/relationships/slideLayout" Target="../slideLayouts/slideLayout7.xml"/><Relationship Id="rId6" Type="http://schemas.openxmlformats.org/officeDocument/2006/relationships/image" Target="../media/image281.wmf"/><Relationship Id="rId11" Type="http://schemas.openxmlformats.org/officeDocument/2006/relationships/image" Target="../media/image285.wmf"/><Relationship Id="rId5" Type="http://schemas.openxmlformats.org/officeDocument/2006/relationships/oleObject" Target="../embeddings/oleObject272.bin"/><Relationship Id="rId15" Type="http://schemas.openxmlformats.org/officeDocument/2006/relationships/image" Target="../media/image287.wmf"/><Relationship Id="rId10" Type="http://schemas.openxmlformats.org/officeDocument/2006/relationships/oleObject" Target="../embeddings/oleObject273.bin"/><Relationship Id="rId4" Type="http://schemas.openxmlformats.org/officeDocument/2006/relationships/image" Target="../media/image280.wmf"/><Relationship Id="rId9" Type="http://schemas.openxmlformats.org/officeDocument/2006/relationships/image" Target="../media/image284.png"/><Relationship Id="rId14" Type="http://schemas.openxmlformats.org/officeDocument/2006/relationships/oleObject" Target="../embeddings/oleObject275.bin"/></Relationships>
</file>

<file path=ppt/slides/_rels/slide58.xml.rels><?xml version="1.0" encoding="UTF-8" standalone="yes"?>
<Relationships xmlns="http://schemas.openxmlformats.org/package/2006/relationships"><Relationship Id="rId8" Type="http://schemas.openxmlformats.org/officeDocument/2006/relationships/image" Target="../media/image291.wmf"/><Relationship Id="rId3" Type="http://schemas.openxmlformats.org/officeDocument/2006/relationships/oleObject" Target="../embeddings/oleObject276.bin"/><Relationship Id="rId7" Type="http://schemas.openxmlformats.org/officeDocument/2006/relationships/oleObject" Target="../embeddings/oleObject278.bin"/><Relationship Id="rId2" Type="http://schemas.openxmlformats.org/officeDocument/2006/relationships/image" Target="../media/image288.png"/><Relationship Id="rId1" Type="http://schemas.openxmlformats.org/officeDocument/2006/relationships/slideLayout" Target="../slideLayouts/slideLayout7.xml"/><Relationship Id="rId6" Type="http://schemas.openxmlformats.org/officeDocument/2006/relationships/image" Target="../media/image290.wmf"/><Relationship Id="rId5" Type="http://schemas.openxmlformats.org/officeDocument/2006/relationships/oleObject" Target="../embeddings/oleObject277.bin"/><Relationship Id="rId10" Type="http://schemas.openxmlformats.org/officeDocument/2006/relationships/image" Target="../media/image292.wmf"/><Relationship Id="rId4" Type="http://schemas.openxmlformats.org/officeDocument/2006/relationships/image" Target="../media/image289.wmf"/><Relationship Id="rId9" Type="http://schemas.openxmlformats.org/officeDocument/2006/relationships/oleObject" Target="../embeddings/oleObject279.bin"/></Relationships>
</file>

<file path=ppt/slides/_rels/slide59.xml.rels><?xml version="1.0" encoding="UTF-8" standalone="yes"?>
<Relationships xmlns="http://schemas.openxmlformats.org/package/2006/relationships"><Relationship Id="rId3" Type="http://schemas.openxmlformats.org/officeDocument/2006/relationships/image" Target="../media/image269.wmf"/><Relationship Id="rId2" Type="http://schemas.openxmlformats.org/officeDocument/2006/relationships/oleObject" Target="../embeddings/oleObject280.bin"/><Relationship Id="rId1" Type="http://schemas.openxmlformats.org/officeDocument/2006/relationships/slideLayout" Target="../slideLayouts/slideLayout7.xml"/><Relationship Id="rId6" Type="http://schemas.openxmlformats.org/officeDocument/2006/relationships/image" Target="../media/image293.png"/><Relationship Id="rId5" Type="http://schemas.openxmlformats.org/officeDocument/2006/relationships/image" Target="../media/image256.wmf"/><Relationship Id="rId4" Type="http://schemas.openxmlformats.org/officeDocument/2006/relationships/oleObject" Target="../embeddings/oleObject281.bin"/></Relationships>
</file>

<file path=ppt/slides/_rels/slide60.xml.rels><?xml version="1.0" encoding="UTF-8" standalone="yes"?>
<Relationships xmlns="http://schemas.openxmlformats.org/package/2006/relationships"><Relationship Id="rId8" Type="http://schemas.openxmlformats.org/officeDocument/2006/relationships/oleObject" Target="../embeddings/oleObject285.bin"/><Relationship Id="rId13" Type="http://schemas.openxmlformats.org/officeDocument/2006/relationships/image" Target="../media/image298.wmf"/><Relationship Id="rId3" Type="http://schemas.openxmlformats.org/officeDocument/2006/relationships/image" Target="../media/image294.wmf"/><Relationship Id="rId7" Type="http://schemas.openxmlformats.org/officeDocument/2006/relationships/image" Target="../media/image295.wmf"/><Relationship Id="rId12" Type="http://schemas.openxmlformats.org/officeDocument/2006/relationships/oleObject" Target="../embeddings/oleObject287.bin"/><Relationship Id="rId17" Type="http://schemas.openxmlformats.org/officeDocument/2006/relationships/image" Target="../media/image300.wmf"/><Relationship Id="rId2" Type="http://schemas.openxmlformats.org/officeDocument/2006/relationships/oleObject" Target="../embeddings/oleObject282.bin"/><Relationship Id="rId16" Type="http://schemas.openxmlformats.org/officeDocument/2006/relationships/oleObject" Target="../embeddings/oleObject289.bin"/><Relationship Id="rId1" Type="http://schemas.openxmlformats.org/officeDocument/2006/relationships/slideLayout" Target="../slideLayouts/slideLayout7.xml"/><Relationship Id="rId6" Type="http://schemas.openxmlformats.org/officeDocument/2006/relationships/oleObject" Target="../embeddings/oleObject284.bin"/><Relationship Id="rId11" Type="http://schemas.openxmlformats.org/officeDocument/2006/relationships/image" Target="../media/image297.wmf"/><Relationship Id="rId5" Type="http://schemas.openxmlformats.org/officeDocument/2006/relationships/image" Target="../media/image256.wmf"/><Relationship Id="rId15" Type="http://schemas.openxmlformats.org/officeDocument/2006/relationships/image" Target="../media/image299.wmf"/><Relationship Id="rId10" Type="http://schemas.openxmlformats.org/officeDocument/2006/relationships/oleObject" Target="../embeddings/oleObject286.bin"/><Relationship Id="rId4" Type="http://schemas.openxmlformats.org/officeDocument/2006/relationships/oleObject" Target="../embeddings/oleObject283.bin"/><Relationship Id="rId9" Type="http://schemas.openxmlformats.org/officeDocument/2006/relationships/image" Target="../media/image296.wmf"/><Relationship Id="rId14" Type="http://schemas.openxmlformats.org/officeDocument/2006/relationships/oleObject" Target="../embeddings/oleObject288.bin"/></Relationships>
</file>

<file path=ppt/slides/_rels/slide61.xml.rels><?xml version="1.0" encoding="UTF-8" standalone="yes"?>
<Relationships xmlns="http://schemas.openxmlformats.org/package/2006/relationships"><Relationship Id="rId8" Type="http://schemas.openxmlformats.org/officeDocument/2006/relationships/image" Target="../media/image261.wmf"/><Relationship Id="rId3" Type="http://schemas.openxmlformats.org/officeDocument/2006/relationships/oleObject" Target="../embeddings/oleObject290.bin"/><Relationship Id="rId7" Type="http://schemas.openxmlformats.org/officeDocument/2006/relationships/oleObject" Target="../embeddings/oleObject292.bin"/><Relationship Id="rId2" Type="http://schemas.openxmlformats.org/officeDocument/2006/relationships/image" Target="../media/image301.png"/><Relationship Id="rId1" Type="http://schemas.openxmlformats.org/officeDocument/2006/relationships/slideLayout" Target="../slideLayouts/slideLayout7.xml"/><Relationship Id="rId6" Type="http://schemas.openxmlformats.org/officeDocument/2006/relationships/image" Target="../media/image303.wmf"/><Relationship Id="rId5" Type="http://schemas.openxmlformats.org/officeDocument/2006/relationships/oleObject" Target="../embeddings/oleObject291.bin"/><Relationship Id="rId4" Type="http://schemas.openxmlformats.org/officeDocument/2006/relationships/image" Target="../media/image302.wmf"/><Relationship Id="rId9" Type="http://schemas.openxmlformats.org/officeDocument/2006/relationships/image" Target="../media/image304.png"/></Relationships>
</file>

<file path=ppt/slides/_rels/slide62.xml.rels><?xml version="1.0" encoding="UTF-8" standalone="yes"?>
<Relationships xmlns="http://schemas.openxmlformats.org/package/2006/relationships"><Relationship Id="rId3" Type="http://schemas.openxmlformats.org/officeDocument/2006/relationships/image" Target="../media/image305.wmf"/><Relationship Id="rId7" Type="http://schemas.openxmlformats.org/officeDocument/2006/relationships/image" Target="../media/image307.png"/><Relationship Id="rId2" Type="http://schemas.openxmlformats.org/officeDocument/2006/relationships/oleObject" Target="../embeddings/oleObject293.bin"/><Relationship Id="rId1" Type="http://schemas.openxmlformats.org/officeDocument/2006/relationships/slideLayout" Target="../slideLayouts/slideLayout7.xml"/><Relationship Id="rId6" Type="http://schemas.openxmlformats.org/officeDocument/2006/relationships/oleObject" Target="../embeddings/oleObject295.bin"/><Relationship Id="rId5" Type="http://schemas.openxmlformats.org/officeDocument/2006/relationships/image" Target="../media/image306.png"/><Relationship Id="rId4" Type="http://schemas.openxmlformats.org/officeDocument/2006/relationships/oleObject" Target="../embeddings/oleObject294.bin"/></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308.wmf"/><Relationship Id="rId2" Type="http://schemas.openxmlformats.org/officeDocument/2006/relationships/oleObject" Target="../embeddings/oleObject296.bin"/><Relationship Id="rId1" Type="http://schemas.openxmlformats.org/officeDocument/2006/relationships/slideLayout" Target="../slideLayouts/slideLayout7.xml"/><Relationship Id="rId6" Type="http://schemas.openxmlformats.org/officeDocument/2006/relationships/oleObject" Target="../embeddings/oleObject298.bin"/><Relationship Id="rId5" Type="http://schemas.openxmlformats.org/officeDocument/2006/relationships/image" Target="../media/image309.wmf"/><Relationship Id="rId4" Type="http://schemas.openxmlformats.org/officeDocument/2006/relationships/oleObject" Target="../embeddings/oleObject297.bin"/></Relationships>
</file>

<file path=ppt/slides/_rels/slide66.xml.rels><?xml version="1.0" encoding="UTF-8" standalone="yes"?>
<Relationships xmlns="http://schemas.openxmlformats.org/package/2006/relationships"><Relationship Id="rId8" Type="http://schemas.openxmlformats.org/officeDocument/2006/relationships/oleObject" Target="../embeddings/oleObject302.bin"/><Relationship Id="rId13" Type="http://schemas.openxmlformats.org/officeDocument/2006/relationships/image" Target="../media/image315.wmf"/><Relationship Id="rId18" Type="http://schemas.openxmlformats.org/officeDocument/2006/relationships/oleObject" Target="../embeddings/oleObject307.bin"/><Relationship Id="rId3" Type="http://schemas.openxmlformats.org/officeDocument/2006/relationships/image" Target="../media/image310.wmf"/><Relationship Id="rId21" Type="http://schemas.openxmlformats.org/officeDocument/2006/relationships/image" Target="../media/image319.wmf"/><Relationship Id="rId7" Type="http://schemas.openxmlformats.org/officeDocument/2006/relationships/image" Target="../media/image312.wmf"/><Relationship Id="rId12" Type="http://schemas.openxmlformats.org/officeDocument/2006/relationships/oleObject" Target="../embeddings/oleObject304.bin"/><Relationship Id="rId17" Type="http://schemas.openxmlformats.org/officeDocument/2006/relationships/image" Target="../media/image317.wmf"/><Relationship Id="rId2" Type="http://schemas.openxmlformats.org/officeDocument/2006/relationships/oleObject" Target="../embeddings/oleObject299.bin"/><Relationship Id="rId16" Type="http://schemas.openxmlformats.org/officeDocument/2006/relationships/oleObject" Target="../embeddings/oleObject306.bin"/><Relationship Id="rId20" Type="http://schemas.openxmlformats.org/officeDocument/2006/relationships/oleObject" Target="../embeddings/oleObject308.bin"/><Relationship Id="rId1" Type="http://schemas.openxmlformats.org/officeDocument/2006/relationships/slideLayout" Target="../slideLayouts/slideLayout7.xml"/><Relationship Id="rId6" Type="http://schemas.openxmlformats.org/officeDocument/2006/relationships/oleObject" Target="../embeddings/oleObject301.bin"/><Relationship Id="rId11" Type="http://schemas.openxmlformats.org/officeDocument/2006/relationships/image" Target="../media/image314.wmf"/><Relationship Id="rId24" Type="http://schemas.openxmlformats.org/officeDocument/2006/relationships/image" Target="../media/image320.wmf"/><Relationship Id="rId5" Type="http://schemas.openxmlformats.org/officeDocument/2006/relationships/image" Target="../media/image311.wmf"/><Relationship Id="rId15" Type="http://schemas.openxmlformats.org/officeDocument/2006/relationships/image" Target="../media/image316.wmf"/><Relationship Id="rId23" Type="http://schemas.openxmlformats.org/officeDocument/2006/relationships/oleObject" Target="../embeddings/oleObject310.bin"/><Relationship Id="rId10" Type="http://schemas.openxmlformats.org/officeDocument/2006/relationships/oleObject" Target="../embeddings/oleObject303.bin"/><Relationship Id="rId19" Type="http://schemas.openxmlformats.org/officeDocument/2006/relationships/image" Target="../media/image318.wmf"/><Relationship Id="rId4" Type="http://schemas.openxmlformats.org/officeDocument/2006/relationships/oleObject" Target="../embeddings/oleObject300.bin"/><Relationship Id="rId9" Type="http://schemas.openxmlformats.org/officeDocument/2006/relationships/image" Target="../media/image313.wmf"/><Relationship Id="rId14" Type="http://schemas.openxmlformats.org/officeDocument/2006/relationships/oleObject" Target="../embeddings/oleObject305.bin"/><Relationship Id="rId22" Type="http://schemas.openxmlformats.org/officeDocument/2006/relationships/oleObject" Target="../embeddings/oleObject309.bin"/></Relationships>
</file>

<file path=ppt/slides/_rels/slide67.xml.rels><?xml version="1.0" encoding="UTF-8" standalone="yes"?>
<Relationships xmlns="http://schemas.openxmlformats.org/package/2006/relationships"><Relationship Id="rId8" Type="http://schemas.openxmlformats.org/officeDocument/2006/relationships/oleObject" Target="../embeddings/oleObject314.bin"/><Relationship Id="rId13" Type="http://schemas.openxmlformats.org/officeDocument/2006/relationships/image" Target="../media/image326.wmf"/><Relationship Id="rId18" Type="http://schemas.openxmlformats.org/officeDocument/2006/relationships/oleObject" Target="../embeddings/oleObject319.bin"/><Relationship Id="rId3" Type="http://schemas.openxmlformats.org/officeDocument/2006/relationships/image" Target="../media/image321.wmf"/><Relationship Id="rId21" Type="http://schemas.openxmlformats.org/officeDocument/2006/relationships/image" Target="../media/image330.wmf"/><Relationship Id="rId7" Type="http://schemas.openxmlformats.org/officeDocument/2006/relationships/image" Target="../media/image323.wmf"/><Relationship Id="rId12" Type="http://schemas.openxmlformats.org/officeDocument/2006/relationships/oleObject" Target="../embeddings/oleObject316.bin"/><Relationship Id="rId17" Type="http://schemas.openxmlformats.org/officeDocument/2006/relationships/image" Target="../media/image328.wmf"/><Relationship Id="rId25" Type="http://schemas.openxmlformats.org/officeDocument/2006/relationships/image" Target="../media/image332.wmf"/><Relationship Id="rId2" Type="http://schemas.openxmlformats.org/officeDocument/2006/relationships/oleObject" Target="../embeddings/oleObject311.bin"/><Relationship Id="rId16" Type="http://schemas.openxmlformats.org/officeDocument/2006/relationships/oleObject" Target="../embeddings/oleObject318.bin"/><Relationship Id="rId20" Type="http://schemas.openxmlformats.org/officeDocument/2006/relationships/oleObject" Target="../embeddings/oleObject320.bin"/><Relationship Id="rId1" Type="http://schemas.openxmlformats.org/officeDocument/2006/relationships/slideLayout" Target="../slideLayouts/slideLayout7.xml"/><Relationship Id="rId6" Type="http://schemas.openxmlformats.org/officeDocument/2006/relationships/oleObject" Target="../embeddings/oleObject313.bin"/><Relationship Id="rId11" Type="http://schemas.openxmlformats.org/officeDocument/2006/relationships/image" Target="../media/image325.wmf"/><Relationship Id="rId24" Type="http://schemas.openxmlformats.org/officeDocument/2006/relationships/oleObject" Target="../embeddings/oleObject322.bin"/><Relationship Id="rId5" Type="http://schemas.openxmlformats.org/officeDocument/2006/relationships/image" Target="../media/image322.wmf"/><Relationship Id="rId15" Type="http://schemas.openxmlformats.org/officeDocument/2006/relationships/image" Target="../media/image327.wmf"/><Relationship Id="rId23" Type="http://schemas.openxmlformats.org/officeDocument/2006/relationships/image" Target="../media/image331.wmf"/><Relationship Id="rId10" Type="http://schemas.openxmlformats.org/officeDocument/2006/relationships/oleObject" Target="../embeddings/oleObject315.bin"/><Relationship Id="rId19" Type="http://schemas.openxmlformats.org/officeDocument/2006/relationships/image" Target="../media/image329.wmf"/><Relationship Id="rId4" Type="http://schemas.openxmlformats.org/officeDocument/2006/relationships/oleObject" Target="../embeddings/oleObject312.bin"/><Relationship Id="rId9" Type="http://schemas.openxmlformats.org/officeDocument/2006/relationships/image" Target="../media/image324.wmf"/><Relationship Id="rId14" Type="http://schemas.openxmlformats.org/officeDocument/2006/relationships/oleObject" Target="../embeddings/oleObject317.bin"/><Relationship Id="rId22" Type="http://schemas.openxmlformats.org/officeDocument/2006/relationships/oleObject" Target="../embeddings/oleObject321.bin"/></Relationships>
</file>

<file path=ppt/slides/_rels/slide68.xml.rels><?xml version="1.0" encoding="UTF-8" standalone="yes"?>
<Relationships xmlns="http://schemas.openxmlformats.org/package/2006/relationships"><Relationship Id="rId3" Type="http://schemas.openxmlformats.org/officeDocument/2006/relationships/image" Target="../media/image333.wmf"/><Relationship Id="rId7" Type="http://schemas.openxmlformats.org/officeDocument/2006/relationships/image" Target="../media/image335.wmf"/><Relationship Id="rId2" Type="http://schemas.openxmlformats.org/officeDocument/2006/relationships/oleObject" Target="../embeddings/oleObject323.bin"/><Relationship Id="rId1" Type="http://schemas.openxmlformats.org/officeDocument/2006/relationships/slideLayout" Target="../slideLayouts/slideLayout7.xml"/><Relationship Id="rId6" Type="http://schemas.openxmlformats.org/officeDocument/2006/relationships/oleObject" Target="../embeddings/oleObject325.bin"/><Relationship Id="rId5" Type="http://schemas.openxmlformats.org/officeDocument/2006/relationships/image" Target="../media/image334.wmf"/><Relationship Id="rId4" Type="http://schemas.openxmlformats.org/officeDocument/2006/relationships/oleObject" Target="../embeddings/oleObject324.bin"/></Relationships>
</file>

<file path=ppt/slides/_rels/slide69.xml.rels><?xml version="1.0" encoding="UTF-8" standalone="yes"?>
<Relationships xmlns="http://schemas.openxmlformats.org/package/2006/relationships"><Relationship Id="rId8" Type="http://schemas.openxmlformats.org/officeDocument/2006/relationships/image" Target="../media/image339.png"/><Relationship Id="rId13" Type="http://schemas.openxmlformats.org/officeDocument/2006/relationships/image" Target="../media/image344.png"/><Relationship Id="rId3" Type="http://schemas.openxmlformats.org/officeDocument/2006/relationships/image" Target="../media/image336.wmf"/><Relationship Id="rId7" Type="http://schemas.openxmlformats.org/officeDocument/2006/relationships/image" Target="../media/image338.wmf"/><Relationship Id="rId12" Type="http://schemas.openxmlformats.org/officeDocument/2006/relationships/image" Target="../media/image343.png"/><Relationship Id="rId2" Type="http://schemas.openxmlformats.org/officeDocument/2006/relationships/oleObject" Target="../embeddings/oleObject326.bin"/><Relationship Id="rId1" Type="http://schemas.openxmlformats.org/officeDocument/2006/relationships/slideLayout" Target="../slideLayouts/slideLayout7.xml"/><Relationship Id="rId6" Type="http://schemas.openxmlformats.org/officeDocument/2006/relationships/oleObject" Target="../embeddings/oleObject328.bin"/><Relationship Id="rId11" Type="http://schemas.openxmlformats.org/officeDocument/2006/relationships/image" Target="../media/image342.png"/><Relationship Id="rId5" Type="http://schemas.openxmlformats.org/officeDocument/2006/relationships/image" Target="../media/image337.wmf"/><Relationship Id="rId10" Type="http://schemas.openxmlformats.org/officeDocument/2006/relationships/image" Target="../media/image341.png"/><Relationship Id="rId4" Type="http://schemas.openxmlformats.org/officeDocument/2006/relationships/oleObject" Target="../embeddings/oleObject327.bin"/><Relationship Id="rId9" Type="http://schemas.openxmlformats.org/officeDocument/2006/relationships/image" Target="../media/image340.png"/><Relationship Id="rId14" Type="http://schemas.openxmlformats.org/officeDocument/2006/relationships/image" Target="../media/image345.png"/></Relationships>
</file>

<file path=ppt/slides/_rels/slide70.xml.rels><?xml version="1.0" encoding="UTF-8" standalone="yes"?>
<Relationships xmlns="http://schemas.openxmlformats.org/package/2006/relationships"><Relationship Id="rId3" Type="http://schemas.openxmlformats.org/officeDocument/2006/relationships/image" Target="../media/image346.wmf"/><Relationship Id="rId7" Type="http://schemas.openxmlformats.org/officeDocument/2006/relationships/image" Target="../media/image347.wmf"/><Relationship Id="rId2" Type="http://schemas.openxmlformats.org/officeDocument/2006/relationships/oleObject" Target="../embeddings/oleObject329.bin"/><Relationship Id="rId1" Type="http://schemas.openxmlformats.org/officeDocument/2006/relationships/slideLayout" Target="../slideLayouts/slideLayout7.xml"/><Relationship Id="rId6" Type="http://schemas.openxmlformats.org/officeDocument/2006/relationships/oleObject" Target="../embeddings/oleObject331.bin"/><Relationship Id="rId5" Type="http://schemas.openxmlformats.org/officeDocument/2006/relationships/image" Target="../media/image335.wmf"/><Relationship Id="rId4" Type="http://schemas.openxmlformats.org/officeDocument/2006/relationships/oleObject" Target="../embeddings/oleObject330.bin"/></Relationships>
</file>

<file path=ppt/slides/_rels/slide71.xml.rels><?xml version="1.0" encoding="UTF-8" standalone="yes"?>
<Relationships xmlns="http://schemas.openxmlformats.org/package/2006/relationships"><Relationship Id="rId8" Type="http://schemas.openxmlformats.org/officeDocument/2006/relationships/oleObject" Target="../embeddings/oleObject204.bin"/><Relationship Id="rId3" Type="http://schemas.openxmlformats.org/officeDocument/2006/relationships/image" Target="../media/image348.wmf"/><Relationship Id="rId7" Type="http://schemas.openxmlformats.org/officeDocument/2006/relationships/image" Target="../media/image350.wmf"/><Relationship Id="rId2" Type="http://schemas.openxmlformats.org/officeDocument/2006/relationships/oleObject" Target="../embeddings/oleObject332.bin"/><Relationship Id="rId1" Type="http://schemas.openxmlformats.org/officeDocument/2006/relationships/slideLayout" Target="../slideLayouts/slideLayout7.xml"/><Relationship Id="rId6" Type="http://schemas.openxmlformats.org/officeDocument/2006/relationships/oleObject" Target="../embeddings/oleObject334.bin"/><Relationship Id="rId11" Type="http://schemas.openxmlformats.org/officeDocument/2006/relationships/oleObject" Target="../embeddings/oleObject336.bin"/><Relationship Id="rId5" Type="http://schemas.openxmlformats.org/officeDocument/2006/relationships/image" Target="../media/image349.wmf"/><Relationship Id="rId10" Type="http://schemas.openxmlformats.org/officeDocument/2006/relationships/oleObject" Target="../embeddings/oleObject335.bin"/><Relationship Id="rId4" Type="http://schemas.openxmlformats.org/officeDocument/2006/relationships/oleObject" Target="../embeddings/oleObject333.bin"/><Relationship Id="rId9" Type="http://schemas.openxmlformats.org/officeDocument/2006/relationships/image" Target="../media/image208.wmf"/></Relationships>
</file>

<file path=ppt/slides/_rels/slide72.xml.rels><?xml version="1.0" encoding="UTF-8" standalone="yes"?>
<Relationships xmlns="http://schemas.openxmlformats.org/package/2006/relationships"><Relationship Id="rId3" Type="http://schemas.openxmlformats.org/officeDocument/2006/relationships/image" Target="../media/image349.wmf"/><Relationship Id="rId2" Type="http://schemas.openxmlformats.org/officeDocument/2006/relationships/oleObject" Target="../embeddings/oleObject333.bin"/><Relationship Id="rId1" Type="http://schemas.openxmlformats.org/officeDocument/2006/relationships/slideLayout" Target="../slideLayouts/slideLayout7.xml"/><Relationship Id="rId4" Type="http://schemas.openxmlformats.org/officeDocument/2006/relationships/oleObject" Target="../embeddings/oleObject337.bin"/></Relationships>
</file>

<file path=ppt/slides/_rels/slide73.xml.rels><?xml version="1.0" encoding="UTF-8" standalone="yes"?>
<Relationships xmlns="http://schemas.openxmlformats.org/package/2006/relationships"><Relationship Id="rId8" Type="http://schemas.openxmlformats.org/officeDocument/2006/relationships/oleObject" Target="../embeddings/oleObject341.bin"/><Relationship Id="rId13" Type="http://schemas.openxmlformats.org/officeDocument/2006/relationships/image" Target="../media/image355.wmf"/><Relationship Id="rId3" Type="http://schemas.openxmlformats.org/officeDocument/2006/relationships/image" Target="../media/image351.wmf"/><Relationship Id="rId7" Type="http://schemas.openxmlformats.org/officeDocument/2006/relationships/image" Target="../media/image353.wmf"/><Relationship Id="rId12" Type="http://schemas.openxmlformats.org/officeDocument/2006/relationships/oleObject" Target="../embeddings/oleObject342.bin"/><Relationship Id="rId2" Type="http://schemas.openxmlformats.org/officeDocument/2006/relationships/oleObject" Target="../embeddings/oleObject338.bin"/><Relationship Id="rId1" Type="http://schemas.openxmlformats.org/officeDocument/2006/relationships/slideLayout" Target="../slideLayouts/slideLayout7.xml"/><Relationship Id="rId6" Type="http://schemas.openxmlformats.org/officeDocument/2006/relationships/oleObject" Target="../embeddings/oleObject340.bin"/><Relationship Id="rId11" Type="http://schemas.openxmlformats.org/officeDocument/2006/relationships/image" Target="../media/image208.wmf"/><Relationship Id="rId5" Type="http://schemas.openxmlformats.org/officeDocument/2006/relationships/image" Target="../media/image352.wmf"/><Relationship Id="rId15" Type="http://schemas.openxmlformats.org/officeDocument/2006/relationships/image" Target="../media/image349.wmf"/><Relationship Id="rId10" Type="http://schemas.openxmlformats.org/officeDocument/2006/relationships/oleObject" Target="../embeddings/oleObject204.bin"/><Relationship Id="rId4" Type="http://schemas.openxmlformats.org/officeDocument/2006/relationships/oleObject" Target="../embeddings/oleObject339.bin"/><Relationship Id="rId9" Type="http://schemas.openxmlformats.org/officeDocument/2006/relationships/image" Target="../media/image354.wmf"/><Relationship Id="rId14" Type="http://schemas.openxmlformats.org/officeDocument/2006/relationships/oleObject" Target="../embeddings/oleObject333.bin"/></Relationships>
</file>

<file path=ppt/slides/_rels/slide74.xml.rels><?xml version="1.0" encoding="UTF-8" standalone="yes"?>
<Relationships xmlns="http://schemas.openxmlformats.org/package/2006/relationships"><Relationship Id="rId8" Type="http://schemas.openxmlformats.org/officeDocument/2006/relationships/oleObject" Target="../embeddings/oleObject345.bin"/><Relationship Id="rId13" Type="http://schemas.openxmlformats.org/officeDocument/2006/relationships/oleObject" Target="../embeddings/oleObject347.bin"/><Relationship Id="rId3" Type="http://schemas.openxmlformats.org/officeDocument/2006/relationships/image" Target="../media/image356.wmf"/><Relationship Id="rId7" Type="http://schemas.openxmlformats.org/officeDocument/2006/relationships/image" Target="../media/image349.wmf"/><Relationship Id="rId12" Type="http://schemas.openxmlformats.org/officeDocument/2006/relationships/image" Target="../media/image208.wmf"/><Relationship Id="rId2" Type="http://schemas.openxmlformats.org/officeDocument/2006/relationships/oleObject" Target="../embeddings/oleObject343.bin"/><Relationship Id="rId16" Type="http://schemas.openxmlformats.org/officeDocument/2006/relationships/image" Target="../media/image360.wmf"/><Relationship Id="rId1" Type="http://schemas.openxmlformats.org/officeDocument/2006/relationships/slideLayout" Target="../slideLayouts/slideLayout7.xml"/><Relationship Id="rId6" Type="http://schemas.openxmlformats.org/officeDocument/2006/relationships/oleObject" Target="../embeddings/oleObject333.bin"/><Relationship Id="rId11" Type="http://schemas.openxmlformats.org/officeDocument/2006/relationships/oleObject" Target="../embeddings/oleObject204.bin"/><Relationship Id="rId5" Type="http://schemas.openxmlformats.org/officeDocument/2006/relationships/image" Target="../media/image357.wmf"/><Relationship Id="rId15" Type="http://schemas.openxmlformats.org/officeDocument/2006/relationships/oleObject" Target="../embeddings/oleObject348.bin"/><Relationship Id="rId10" Type="http://schemas.openxmlformats.org/officeDocument/2006/relationships/image" Target="../media/image358.wmf"/><Relationship Id="rId4" Type="http://schemas.openxmlformats.org/officeDocument/2006/relationships/oleObject" Target="../embeddings/oleObject344.bin"/><Relationship Id="rId9" Type="http://schemas.openxmlformats.org/officeDocument/2006/relationships/oleObject" Target="../embeddings/oleObject346.bin"/><Relationship Id="rId14" Type="http://schemas.openxmlformats.org/officeDocument/2006/relationships/image" Target="../media/image359.wmf"/></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image" Target="../media/image208.wmf"/><Relationship Id="rId7" Type="http://schemas.openxmlformats.org/officeDocument/2006/relationships/image" Target="../media/image362.wmf"/><Relationship Id="rId2" Type="http://schemas.openxmlformats.org/officeDocument/2006/relationships/oleObject" Target="../embeddings/oleObject204.bin"/><Relationship Id="rId1" Type="http://schemas.openxmlformats.org/officeDocument/2006/relationships/slideLayout" Target="../slideLayouts/slideLayout7.xml"/><Relationship Id="rId6" Type="http://schemas.openxmlformats.org/officeDocument/2006/relationships/oleObject" Target="../embeddings/oleObject350.bin"/><Relationship Id="rId5" Type="http://schemas.openxmlformats.org/officeDocument/2006/relationships/image" Target="../media/image361.wmf"/><Relationship Id="rId4" Type="http://schemas.openxmlformats.org/officeDocument/2006/relationships/oleObject" Target="../embeddings/oleObject349.bin"/></Relationships>
</file>

<file path=ppt/slides/_rels/slide77.xml.rels><?xml version="1.0" encoding="UTF-8" standalone="yes"?>
<Relationships xmlns="http://schemas.openxmlformats.org/package/2006/relationships"><Relationship Id="rId3" Type="http://schemas.openxmlformats.org/officeDocument/2006/relationships/image" Target="../media/image363.wmf"/><Relationship Id="rId2" Type="http://schemas.openxmlformats.org/officeDocument/2006/relationships/oleObject" Target="../embeddings/oleObject351.bin"/><Relationship Id="rId1" Type="http://schemas.openxmlformats.org/officeDocument/2006/relationships/slideLayout" Target="../slideLayouts/slideLayout7.xml"/><Relationship Id="rId5" Type="http://schemas.openxmlformats.org/officeDocument/2006/relationships/image" Target="../media/image208.wmf"/><Relationship Id="rId4" Type="http://schemas.openxmlformats.org/officeDocument/2006/relationships/oleObject" Target="../embeddings/oleObject204.bin"/></Relationships>
</file>

<file path=ppt/slides/_rels/slide78.xml.rels><?xml version="1.0" encoding="UTF-8" standalone="yes"?>
<Relationships xmlns="http://schemas.openxmlformats.org/package/2006/relationships"><Relationship Id="rId3" Type="http://schemas.openxmlformats.org/officeDocument/2006/relationships/image" Target="../media/image364.wmf"/><Relationship Id="rId2" Type="http://schemas.openxmlformats.org/officeDocument/2006/relationships/oleObject" Target="../embeddings/oleObject352.bin"/><Relationship Id="rId1" Type="http://schemas.openxmlformats.org/officeDocument/2006/relationships/slideLayout" Target="../slideLayouts/slideLayout7.xml"/><Relationship Id="rId6" Type="http://schemas.openxmlformats.org/officeDocument/2006/relationships/image" Target="../media/image366.png"/><Relationship Id="rId5" Type="http://schemas.openxmlformats.org/officeDocument/2006/relationships/image" Target="../media/image365.wmf"/><Relationship Id="rId4" Type="http://schemas.openxmlformats.org/officeDocument/2006/relationships/oleObject" Target="../embeddings/oleObject353.bin"/></Relationships>
</file>

<file path=ppt/slides/_rels/slide79.xml.rels><?xml version="1.0" encoding="UTF-8" standalone="yes"?>
<Relationships xmlns="http://schemas.openxmlformats.org/package/2006/relationships"><Relationship Id="rId3" Type="http://schemas.openxmlformats.org/officeDocument/2006/relationships/image" Target="../media/image367.wmf"/><Relationship Id="rId2" Type="http://schemas.openxmlformats.org/officeDocument/2006/relationships/oleObject" Target="../embeddings/oleObject354.bin"/><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8" Type="http://schemas.openxmlformats.org/officeDocument/2006/relationships/oleObject" Target="../embeddings/oleObject358.bin"/><Relationship Id="rId13" Type="http://schemas.openxmlformats.org/officeDocument/2006/relationships/image" Target="../media/image373.wmf"/><Relationship Id="rId3" Type="http://schemas.openxmlformats.org/officeDocument/2006/relationships/image" Target="../media/image368.wmf"/><Relationship Id="rId7" Type="http://schemas.openxmlformats.org/officeDocument/2006/relationships/image" Target="../media/image370.wmf"/><Relationship Id="rId12" Type="http://schemas.openxmlformats.org/officeDocument/2006/relationships/oleObject" Target="../embeddings/oleObject360.bin"/><Relationship Id="rId2" Type="http://schemas.openxmlformats.org/officeDocument/2006/relationships/oleObject" Target="../embeddings/oleObject355.bin"/><Relationship Id="rId1" Type="http://schemas.openxmlformats.org/officeDocument/2006/relationships/slideLayout" Target="../slideLayouts/slideLayout7.xml"/><Relationship Id="rId6" Type="http://schemas.openxmlformats.org/officeDocument/2006/relationships/oleObject" Target="../embeddings/oleObject357.bin"/><Relationship Id="rId11" Type="http://schemas.openxmlformats.org/officeDocument/2006/relationships/image" Target="../media/image372.wmf"/><Relationship Id="rId5" Type="http://schemas.openxmlformats.org/officeDocument/2006/relationships/image" Target="../media/image369.wmf"/><Relationship Id="rId10" Type="http://schemas.openxmlformats.org/officeDocument/2006/relationships/oleObject" Target="../embeddings/oleObject359.bin"/><Relationship Id="rId4" Type="http://schemas.openxmlformats.org/officeDocument/2006/relationships/oleObject" Target="../embeddings/oleObject356.bin"/><Relationship Id="rId9" Type="http://schemas.openxmlformats.org/officeDocument/2006/relationships/image" Target="../media/image371.wmf"/></Relationships>
</file>

<file path=ppt/slides/_rels/slide81.xml.rels><?xml version="1.0" encoding="UTF-8" standalone="yes"?>
<Relationships xmlns="http://schemas.openxmlformats.org/package/2006/relationships"><Relationship Id="rId3" Type="http://schemas.openxmlformats.org/officeDocument/2006/relationships/image" Target="../media/image374.wmf"/><Relationship Id="rId7" Type="http://schemas.openxmlformats.org/officeDocument/2006/relationships/image" Target="../media/image376.wmf"/><Relationship Id="rId2" Type="http://schemas.openxmlformats.org/officeDocument/2006/relationships/oleObject" Target="../embeddings/oleObject361.bin"/><Relationship Id="rId1" Type="http://schemas.openxmlformats.org/officeDocument/2006/relationships/slideLayout" Target="../slideLayouts/slideLayout7.xml"/><Relationship Id="rId6" Type="http://schemas.openxmlformats.org/officeDocument/2006/relationships/oleObject" Target="../embeddings/oleObject363.bin"/><Relationship Id="rId5" Type="http://schemas.openxmlformats.org/officeDocument/2006/relationships/image" Target="../media/image375.wmf"/><Relationship Id="rId4" Type="http://schemas.openxmlformats.org/officeDocument/2006/relationships/oleObject" Target="../embeddings/oleObject362.bin"/></Relationships>
</file>

<file path=ppt/slides/_rels/slide82.xml.rels><?xml version="1.0" encoding="UTF-8" standalone="yes"?>
<Relationships xmlns="http://schemas.openxmlformats.org/package/2006/relationships"><Relationship Id="rId3" Type="http://schemas.openxmlformats.org/officeDocument/2006/relationships/image" Target="../media/image377.png"/><Relationship Id="rId2" Type="http://schemas.openxmlformats.org/officeDocument/2006/relationships/oleObject" Target="../embeddings/oleObject364.bin"/><Relationship Id="rId1" Type="http://schemas.openxmlformats.org/officeDocument/2006/relationships/slideLayout" Target="../slideLayouts/slideLayout7.xml"/><Relationship Id="rId5" Type="http://schemas.openxmlformats.org/officeDocument/2006/relationships/image" Target="../media/image378.png"/><Relationship Id="rId4" Type="http://schemas.openxmlformats.org/officeDocument/2006/relationships/oleObject" Target="../embeddings/oleObject365.bin"/></Relationships>
</file>

<file path=ppt/slides/_rels/slide83.xml.rels><?xml version="1.0" encoding="UTF-8" standalone="yes"?>
<Relationships xmlns="http://schemas.openxmlformats.org/package/2006/relationships"><Relationship Id="rId3" Type="http://schemas.openxmlformats.org/officeDocument/2006/relationships/image" Target="../media/image379.wmf"/><Relationship Id="rId2" Type="http://schemas.openxmlformats.org/officeDocument/2006/relationships/oleObject" Target="../embeddings/oleObject366.bin"/><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8" Type="http://schemas.openxmlformats.org/officeDocument/2006/relationships/image" Target="../media/image382.png"/><Relationship Id="rId3" Type="http://schemas.openxmlformats.org/officeDocument/2006/relationships/image" Target="../media/image380.wmf"/><Relationship Id="rId7" Type="http://schemas.openxmlformats.org/officeDocument/2006/relationships/image" Target="../media/image381.wmf"/><Relationship Id="rId2" Type="http://schemas.openxmlformats.org/officeDocument/2006/relationships/oleObject" Target="../embeddings/oleObject367.bin"/><Relationship Id="rId1" Type="http://schemas.openxmlformats.org/officeDocument/2006/relationships/slideLayout" Target="../slideLayouts/slideLayout7.xml"/><Relationship Id="rId6" Type="http://schemas.openxmlformats.org/officeDocument/2006/relationships/oleObject" Target="../embeddings/oleObject369.bin"/><Relationship Id="rId5" Type="http://schemas.openxmlformats.org/officeDocument/2006/relationships/image" Target="../media/image161.wmf"/><Relationship Id="rId4" Type="http://schemas.openxmlformats.org/officeDocument/2006/relationships/oleObject" Target="../embeddings/oleObject368.bin"/></Relationships>
</file>

<file path=ppt/slides/_rels/slide85.xml.rels><?xml version="1.0" encoding="UTF-8" standalone="yes"?>
<Relationships xmlns="http://schemas.openxmlformats.org/package/2006/relationships"><Relationship Id="rId8" Type="http://schemas.openxmlformats.org/officeDocument/2006/relationships/oleObject" Target="../embeddings/oleObject373.bin"/><Relationship Id="rId13" Type="http://schemas.openxmlformats.org/officeDocument/2006/relationships/image" Target="../media/image161.wmf"/><Relationship Id="rId18" Type="http://schemas.openxmlformats.org/officeDocument/2006/relationships/image" Target="../media/image389.png"/><Relationship Id="rId3" Type="http://schemas.openxmlformats.org/officeDocument/2006/relationships/image" Target="../media/image383.png"/><Relationship Id="rId7" Type="http://schemas.openxmlformats.org/officeDocument/2006/relationships/image" Target="../media/image385.wmf"/><Relationship Id="rId12" Type="http://schemas.openxmlformats.org/officeDocument/2006/relationships/oleObject" Target="../embeddings/oleObject368.bin"/><Relationship Id="rId17" Type="http://schemas.openxmlformats.org/officeDocument/2006/relationships/image" Target="../media/image388.wmf"/><Relationship Id="rId2" Type="http://schemas.openxmlformats.org/officeDocument/2006/relationships/oleObject" Target="../embeddings/oleObject370.bin"/><Relationship Id="rId16" Type="http://schemas.openxmlformats.org/officeDocument/2006/relationships/oleObject" Target="../embeddings/oleObject375.bin"/><Relationship Id="rId1" Type="http://schemas.openxmlformats.org/officeDocument/2006/relationships/slideLayout" Target="../slideLayouts/slideLayout7.xml"/><Relationship Id="rId6" Type="http://schemas.openxmlformats.org/officeDocument/2006/relationships/oleObject" Target="../embeddings/oleObject372.bin"/><Relationship Id="rId11" Type="http://schemas.openxmlformats.org/officeDocument/2006/relationships/image" Target="../media/image387.wmf"/><Relationship Id="rId5" Type="http://schemas.openxmlformats.org/officeDocument/2006/relationships/image" Target="../media/image384.wmf"/><Relationship Id="rId15" Type="http://schemas.openxmlformats.org/officeDocument/2006/relationships/image" Target="../media/image381.wmf"/><Relationship Id="rId10" Type="http://schemas.openxmlformats.org/officeDocument/2006/relationships/oleObject" Target="../embeddings/oleObject374.bin"/><Relationship Id="rId4" Type="http://schemas.openxmlformats.org/officeDocument/2006/relationships/oleObject" Target="../embeddings/oleObject371.bin"/><Relationship Id="rId9" Type="http://schemas.openxmlformats.org/officeDocument/2006/relationships/image" Target="../media/image386.wmf"/><Relationship Id="rId14" Type="http://schemas.openxmlformats.org/officeDocument/2006/relationships/oleObject" Target="../embeddings/oleObject369.bin"/></Relationships>
</file>

<file path=ppt/slides/_rels/slide86.xml.rels><?xml version="1.0" encoding="UTF-8" standalone="yes"?>
<Relationships xmlns="http://schemas.openxmlformats.org/package/2006/relationships"><Relationship Id="rId3" Type="http://schemas.openxmlformats.org/officeDocument/2006/relationships/image" Target="../media/image361.wmf"/><Relationship Id="rId7" Type="http://schemas.openxmlformats.org/officeDocument/2006/relationships/image" Target="../media/image391.wmf"/><Relationship Id="rId2" Type="http://schemas.openxmlformats.org/officeDocument/2006/relationships/oleObject" Target="../embeddings/oleObject349.bin"/><Relationship Id="rId1" Type="http://schemas.openxmlformats.org/officeDocument/2006/relationships/slideLayout" Target="../slideLayouts/slideLayout7.xml"/><Relationship Id="rId6" Type="http://schemas.openxmlformats.org/officeDocument/2006/relationships/oleObject" Target="../embeddings/oleObject377.bin"/><Relationship Id="rId5" Type="http://schemas.openxmlformats.org/officeDocument/2006/relationships/image" Target="../media/image390.wmf"/><Relationship Id="rId4" Type="http://schemas.openxmlformats.org/officeDocument/2006/relationships/oleObject" Target="../embeddings/oleObject376.bin"/></Relationships>
</file>

<file path=ppt/slides/_rels/slide87.xml.rels><?xml version="1.0" encoding="UTF-8" standalone="yes"?>
<Relationships xmlns="http://schemas.openxmlformats.org/package/2006/relationships"><Relationship Id="rId3" Type="http://schemas.openxmlformats.org/officeDocument/2006/relationships/image" Target="../media/image392.wmf"/><Relationship Id="rId2" Type="http://schemas.openxmlformats.org/officeDocument/2006/relationships/oleObject" Target="../embeddings/oleObject378.bin"/><Relationship Id="rId1" Type="http://schemas.openxmlformats.org/officeDocument/2006/relationships/slideLayout" Target="../slideLayouts/slideLayout7.xml"/><Relationship Id="rId5" Type="http://schemas.openxmlformats.org/officeDocument/2006/relationships/image" Target="../media/image393.wmf"/><Relationship Id="rId4" Type="http://schemas.openxmlformats.org/officeDocument/2006/relationships/oleObject" Target="../embeddings/oleObject379.bin"/></Relationships>
</file>

<file path=ppt/slides/_rels/slide88.xml.rels><?xml version="1.0" encoding="UTF-8" standalone="yes"?>
<Relationships xmlns="http://schemas.openxmlformats.org/package/2006/relationships"><Relationship Id="rId3" Type="http://schemas.openxmlformats.org/officeDocument/2006/relationships/image" Target="../media/image394.png"/><Relationship Id="rId7" Type="http://schemas.openxmlformats.org/officeDocument/2006/relationships/image" Target="../media/image396.wmf"/><Relationship Id="rId2" Type="http://schemas.openxmlformats.org/officeDocument/2006/relationships/oleObject" Target="../embeddings/oleObject380.bin"/><Relationship Id="rId1" Type="http://schemas.openxmlformats.org/officeDocument/2006/relationships/slideLayout" Target="../slideLayouts/slideLayout7.xml"/><Relationship Id="rId6" Type="http://schemas.openxmlformats.org/officeDocument/2006/relationships/oleObject" Target="../embeddings/oleObject382.bin"/><Relationship Id="rId5" Type="http://schemas.openxmlformats.org/officeDocument/2006/relationships/image" Target="../media/image395.wmf"/><Relationship Id="rId4" Type="http://schemas.openxmlformats.org/officeDocument/2006/relationships/oleObject" Target="../embeddings/oleObject381.bin"/></Relationships>
</file>

<file path=ppt/slides/_rels/slide89.xml.rels><?xml version="1.0" encoding="UTF-8" standalone="yes"?>
<Relationships xmlns="http://schemas.openxmlformats.org/package/2006/relationships"><Relationship Id="rId8" Type="http://schemas.openxmlformats.org/officeDocument/2006/relationships/oleObject" Target="../embeddings/oleObject386.bin"/><Relationship Id="rId3" Type="http://schemas.openxmlformats.org/officeDocument/2006/relationships/image" Target="../media/image392.wmf"/><Relationship Id="rId7" Type="http://schemas.openxmlformats.org/officeDocument/2006/relationships/image" Target="../media/image398.wmf"/><Relationship Id="rId2" Type="http://schemas.openxmlformats.org/officeDocument/2006/relationships/oleObject" Target="../embeddings/oleObject383.bin"/><Relationship Id="rId1" Type="http://schemas.openxmlformats.org/officeDocument/2006/relationships/slideLayout" Target="../slideLayouts/slideLayout7.xml"/><Relationship Id="rId6" Type="http://schemas.openxmlformats.org/officeDocument/2006/relationships/oleObject" Target="../embeddings/oleObject385.bin"/><Relationship Id="rId5" Type="http://schemas.openxmlformats.org/officeDocument/2006/relationships/image" Target="../media/image397.wmf"/><Relationship Id="rId4" Type="http://schemas.openxmlformats.org/officeDocument/2006/relationships/oleObject" Target="../embeddings/oleObject384.bin"/><Relationship Id="rId9" Type="http://schemas.openxmlformats.org/officeDocument/2006/relationships/image" Target="../media/image399.wmf"/></Relationships>
</file>

<file path=ppt/slides/_rels/slide90.xml.rels><?xml version="1.0" encoding="UTF-8" standalone="yes"?>
<Relationships xmlns="http://schemas.openxmlformats.org/package/2006/relationships"><Relationship Id="rId3" Type="http://schemas.openxmlformats.org/officeDocument/2006/relationships/image" Target="../media/image400.png"/><Relationship Id="rId2" Type="http://schemas.openxmlformats.org/officeDocument/2006/relationships/oleObject" Target="../embeddings/oleObject387.bin"/><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3" Type="http://schemas.openxmlformats.org/officeDocument/2006/relationships/image" Target="../media/image401.wmf"/><Relationship Id="rId2" Type="http://schemas.openxmlformats.org/officeDocument/2006/relationships/oleObject" Target="../embeddings/oleObject388.bin"/><Relationship Id="rId1" Type="http://schemas.openxmlformats.org/officeDocument/2006/relationships/slideLayout" Target="../slideLayouts/slideLayout7.xml"/><Relationship Id="rId5" Type="http://schemas.openxmlformats.org/officeDocument/2006/relationships/image" Target="../media/image402.wmf"/><Relationship Id="rId4" Type="http://schemas.openxmlformats.org/officeDocument/2006/relationships/oleObject" Target="../embeddings/oleObject389.bin"/></Relationships>
</file>

<file path=ppt/slides/_rels/slide92.xml.rels><?xml version="1.0" encoding="UTF-8" standalone="yes"?>
<Relationships xmlns="http://schemas.openxmlformats.org/package/2006/relationships"><Relationship Id="rId3" Type="http://schemas.openxmlformats.org/officeDocument/2006/relationships/image" Target="../media/image403.wmf"/><Relationship Id="rId2" Type="http://schemas.openxmlformats.org/officeDocument/2006/relationships/oleObject" Target="../embeddings/oleObject390.bin"/><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8" Type="http://schemas.openxmlformats.org/officeDocument/2006/relationships/oleObject" Target="../embeddings/oleObject394.bin"/><Relationship Id="rId3" Type="http://schemas.openxmlformats.org/officeDocument/2006/relationships/image" Target="../media/image404.wmf"/><Relationship Id="rId7" Type="http://schemas.openxmlformats.org/officeDocument/2006/relationships/image" Target="../media/image406.wmf"/><Relationship Id="rId12" Type="http://schemas.openxmlformats.org/officeDocument/2006/relationships/image" Target="../media/image409.png"/><Relationship Id="rId2" Type="http://schemas.openxmlformats.org/officeDocument/2006/relationships/oleObject" Target="../embeddings/oleObject391.bin"/><Relationship Id="rId1" Type="http://schemas.openxmlformats.org/officeDocument/2006/relationships/slideLayout" Target="../slideLayouts/slideLayout7.xml"/><Relationship Id="rId6" Type="http://schemas.openxmlformats.org/officeDocument/2006/relationships/oleObject" Target="../embeddings/oleObject393.bin"/><Relationship Id="rId11" Type="http://schemas.openxmlformats.org/officeDocument/2006/relationships/image" Target="../media/image408.wmf"/><Relationship Id="rId5" Type="http://schemas.openxmlformats.org/officeDocument/2006/relationships/image" Target="../media/image405.wmf"/><Relationship Id="rId10" Type="http://schemas.openxmlformats.org/officeDocument/2006/relationships/oleObject" Target="../embeddings/oleObject395.bin"/><Relationship Id="rId4" Type="http://schemas.openxmlformats.org/officeDocument/2006/relationships/oleObject" Target="../embeddings/oleObject392.bin"/><Relationship Id="rId9" Type="http://schemas.openxmlformats.org/officeDocument/2006/relationships/image" Target="../media/image407.wmf"/></Relationships>
</file>

<file path=ppt/slides/_rels/slide94.xml.rels><?xml version="1.0" encoding="UTF-8" standalone="yes"?>
<Relationships xmlns="http://schemas.openxmlformats.org/package/2006/relationships"><Relationship Id="rId8" Type="http://schemas.openxmlformats.org/officeDocument/2006/relationships/oleObject" Target="../embeddings/oleObject399.bin"/><Relationship Id="rId13" Type="http://schemas.openxmlformats.org/officeDocument/2006/relationships/image" Target="../media/image415.wmf"/><Relationship Id="rId3" Type="http://schemas.openxmlformats.org/officeDocument/2006/relationships/image" Target="../media/image410.wmf"/><Relationship Id="rId7" Type="http://schemas.openxmlformats.org/officeDocument/2006/relationships/image" Target="../media/image412.wmf"/><Relationship Id="rId12" Type="http://schemas.openxmlformats.org/officeDocument/2006/relationships/oleObject" Target="../embeddings/oleObject401.bin"/><Relationship Id="rId2" Type="http://schemas.openxmlformats.org/officeDocument/2006/relationships/oleObject" Target="../embeddings/oleObject396.bin"/><Relationship Id="rId16" Type="http://schemas.openxmlformats.org/officeDocument/2006/relationships/image" Target="../media/image417.png"/><Relationship Id="rId1" Type="http://schemas.openxmlformats.org/officeDocument/2006/relationships/slideLayout" Target="../slideLayouts/slideLayout7.xml"/><Relationship Id="rId6" Type="http://schemas.openxmlformats.org/officeDocument/2006/relationships/oleObject" Target="../embeddings/oleObject398.bin"/><Relationship Id="rId11" Type="http://schemas.openxmlformats.org/officeDocument/2006/relationships/image" Target="../media/image414.wmf"/><Relationship Id="rId5" Type="http://schemas.openxmlformats.org/officeDocument/2006/relationships/image" Target="../media/image411.wmf"/><Relationship Id="rId15" Type="http://schemas.openxmlformats.org/officeDocument/2006/relationships/image" Target="../media/image416.wmf"/><Relationship Id="rId10" Type="http://schemas.openxmlformats.org/officeDocument/2006/relationships/oleObject" Target="../embeddings/oleObject400.bin"/><Relationship Id="rId4" Type="http://schemas.openxmlformats.org/officeDocument/2006/relationships/oleObject" Target="../embeddings/oleObject397.bin"/><Relationship Id="rId9" Type="http://schemas.openxmlformats.org/officeDocument/2006/relationships/image" Target="../media/image413.wmf"/><Relationship Id="rId14" Type="http://schemas.openxmlformats.org/officeDocument/2006/relationships/oleObject" Target="../embeddings/oleObject402.bin"/></Relationships>
</file>

<file path=ppt/slides/_rels/slide95.xml.rels><?xml version="1.0" encoding="UTF-8" standalone="yes"?>
<Relationships xmlns="http://schemas.openxmlformats.org/package/2006/relationships"><Relationship Id="rId8" Type="http://schemas.openxmlformats.org/officeDocument/2006/relationships/oleObject" Target="../embeddings/oleObject406.bin"/><Relationship Id="rId3" Type="http://schemas.openxmlformats.org/officeDocument/2006/relationships/image" Target="../media/image418.wmf"/><Relationship Id="rId7" Type="http://schemas.openxmlformats.org/officeDocument/2006/relationships/image" Target="../media/image420.wmf"/><Relationship Id="rId2" Type="http://schemas.openxmlformats.org/officeDocument/2006/relationships/oleObject" Target="../embeddings/oleObject403.bin"/><Relationship Id="rId1" Type="http://schemas.openxmlformats.org/officeDocument/2006/relationships/slideLayout" Target="../slideLayouts/slideLayout7.xml"/><Relationship Id="rId6" Type="http://schemas.openxmlformats.org/officeDocument/2006/relationships/oleObject" Target="../embeddings/oleObject405.bin"/><Relationship Id="rId5" Type="http://schemas.openxmlformats.org/officeDocument/2006/relationships/image" Target="../media/image419.wmf"/><Relationship Id="rId4" Type="http://schemas.openxmlformats.org/officeDocument/2006/relationships/oleObject" Target="../embeddings/oleObject404.bin"/><Relationship Id="rId9" Type="http://schemas.openxmlformats.org/officeDocument/2006/relationships/image" Target="../media/image421.wmf"/></Relationships>
</file>

<file path=ppt/slides/_rels/slide96.xml.rels><?xml version="1.0" encoding="UTF-8" standalone="yes"?>
<Relationships xmlns="http://schemas.openxmlformats.org/package/2006/relationships"><Relationship Id="rId8" Type="http://schemas.openxmlformats.org/officeDocument/2006/relationships/oleObject" Target="../embeddings/oleObject410.bin"/><Relationship Id="rId3" Type="http://schemas.openxmlformats.org/officeDocument/2006/relationships/image" Target="../media/image422.wmf"/><Relationship Id="rId7" Type="http://schemas.openxmlformats.org/officeDocument/2006/relationships/image" Target="../media/image424.wmf"/><Relationship Id="rId2" Type="http://schemas.openxmlformats.org/officeDocument/2006/relationships/oleObject" Target="../embeddings/oleObject407.bin"/><Relationship Id="rId1" Type="http://schemas.openxmlformats.org/officeDocument/2006/relationships/slideLayout" Target="../slideLayouts/slideLayout7.xml"/><Relationship Id="rId6" Type="http://schemas.openxmlformats.org/officeDocument/2006/relationships/oleObject" Target="../embeddings/oleObject409.bin"/><Relationship Id="rId11" Type="http://schemas.openxmlformats.org/officeDocument/2006/relationships/image" Target="../media/image426.wmf"/><Relationship Id="rId5" Type="http://schemas.openxmlformats.org/officeDocument/2006/relationships/image" Target="../media/image423.wmf"/><Relationship Id="rId10" Type="http://schemas.openxmlformats.org/officeDocument/2006/relationships/oleObject" Target="../embeddings/oleObject411.bin"/><Relationship Id="rId4" Type="http://schemas.openxmlformats.org/officeDocument/2006/relationships/oleObject" Target="../embeddings/oleObject408.bin"/><Relationship Id="rId9" Type="http://schemas.openxmlformats.org/officeDocument/2006/relationships/image" Target="../media/image425.wmf"/></Relationships>
</file>

<file path=ppt/slides/_rels/slide97.xml.rels><?xml version="1.0" encoding="UTF-8" standalone="yes"?>
<Relationships xmlns="http://schemas.openxmlformats.org/package/2006/relationships"><Relationship Id="rId8" Type="http://schemas.openxmlformats.org/officeDocument/2006/relationships/image" Target="../media/image429.wmf"/><Relationship Id="rId3" Type="http://schemas.openxmlformats.org/officeDocument/2006/relationships/image" Target="../media/image427.wmf"/><Relationship Id="rId7" Type="http://schemas.openxmlformats.org/officeDocument/2006/relationships/oleObject" Target="../embeddings/oleObject415.bin"/><Relationship Id="rId12" Type="http://schemas.openxmlformats.org/officeDocument/2006/relationships/image" Target="../media/image431.wmf"/><Relationship Id="rId2" Type="http://schemas.openxmlformats.org/officeDocument/2006/relationships/oleObject" Target="../embeddings/oleObject412.bin"/><Relationship Id="rId1" Type="http://schemas.openxmlformats.org/officeDocument/2006/relationships/slideLayout" Target="../slideLayouts/slideLayout7.xml"/><Relationship Id="rId6" Type="http://schemas.openxmlformats.org/officeDocument/2006/relationships/image" Target="../media/image428.wmf"/><Relationship Id="rId11" Type="http://schemas.openxmlformats.org/officeDocument/2006/relationships/oleObject" Target="../embeddings/oleObject417.bin"/><Relationship Id="rId5" Type="http://schemas.openxmlformats.org/officeDocument/2006/relationships/oleObject" Target="../embeddings/oleObject414.bin"/><Relationship Id="rId10" Type="http://schemas.openxmlformats.org/officeDocument/2006/relationships/image" Target="../media/image430.wmf"/><Relationship Id="rId4" Type="http://schemas.openxmlformats.org/officeDocument/2006/relationships/oleObject" Target="../embeddings/oleObject413.bin"/><Relationship Id="rId9" Type="http://schemas.openxmlformats.org/officeDocument/2006/relationships/oleObject" Target="../embeddings/oleObject416.bin"/></Relationships>
</file>

<file path=ppt/slides/_rels/slide98.xml.rels><?xml version="1.0" encoding="UTF-8" standalone="yes"?>
<Relationships xmlns="http://schemas.openxmlformats.org/package/2006/relationships"><Relationship Id="rId3" Type="http://schemas.openxmlformats.org/officeDocument/2006/relationships/image" Target="../media/image432.wmf"/><Relationship Id="rId7" Type="http://schemas.openxmlformats.org/officeDocument/2006/relationships/image" Target="../media/image434.wmf"/><Relationship Id="rId2" Type="http://schemas.openxmlformats.org/officeDocument/2006/relationships/oleObject" Target="../embeddings/oleObject418.bin"/><Relationship Id="rId1" Type="http://schemas.openxmlformats.org/officeDocument/2006/relationships/slideLayout" Target="../slideLayouts/slideLayout7.xml"/><Relationship Id="rId6" Type="http://schemas.openxmlformats.org/officeDocument/2006/relationships/oleObject" Target="../embeddings/oleObject420.bin"/><Relationship Id="rId5" Type="http://schemas.openxmlformats.org/officeDocument/2006/relationships/image" Target="../media/image433.wmf"/><Relationship Id="rId4" Type="http://schemas.openxmlformats.org/officeDocument/2006/relationships/oleObject" Target="../embeddings/oleObject419.bin"/></Relationships>
</file>

<file path=ppt/slides/_rels/slide99.xml.rels><?xml version="1.0" encoding="UTF-8" standalone="yes"?>
<Relationships xmlns="http://schemas.openxmlformats.org/package/2006/relationships"><Relationship Id="rId8" Type="http://schemas.openxmlformats.org/officeDocument/2006/relationships/oleObject" Target="../embeddings/oleObject424.bin"/><Relationship Id="rId13" Type="http://schemas.openxmlformats.org/officeDocument/2006/relationships/image" Target="../media/image439.wmf"/><Relationship Id="rId3" Type="http://schemas.openxmlformats.org/officeDocument/2006/relationships/image" Target="../media/image435.wmf"/><Relationship Id="rId7" Type="http://schemas.openxmlformats.org/officeDocument/2006/relationships/image" Target="../media/image437.wmf"/><Relationship Id="rId12" Type="http://schemas.openxmlformats.org/officeDocument/2006/relationships/oleObject" Target="../embeddings/oleObject427.bin"/><Relationship Id="rId2" Type="http://schemas.openxmlformats.org/officeDocument/2006/relationships/oleObject" Target="../embeddings/oleObject421.bin"/><Relationship Id="rId1" Type="http://schemas.openxmlformats.org/officeDocument/2006/relationships/slideLayout" Target="../slideLayouts/slideLayout7.xml"/><Relationship Id="rId6" Type="http://schemas.openxmlformats.org/officeDocument/2006/relationships/oleObject" Target="../embeddings/oleObject423.bin"/><Relationship Id="rId11" Type="http://schemas.openxmlformats.org/officeDocument/2006/relationships/oleObject" Target="../embeddings/oleObject426.bin"/><Relationship Id="rId5" Type="http://schemas.openxmlformats.org/officeDocument/2006/relationships/image" Target="../media/image436.wmf"/><Relationship Id="rId10" Type="http://schemas.openxmlformats.org/officeDocument/2006/relationships/oleObject" Target="../embeddings/oleObject425.bin"/><Relationship Id="rId4" Type="http://schemas.openxmlformats.org/officeDocument/2006/relationships/oleObject" Target="../embeddings/oleObject422.bin"/><Relationship Id="rId9" Type="http://schemas.openxmlformats.org/officeDocument/2006/relationships/image" Target="../media/image438.wmf"/></Relationships>
</file>

<file path=ppt/slides/_rels/slide100.xml.rels><?xml version="1.0" encoding="UTF-8" standalone="yes"?>
<Relationships xmlns="http://schemas.openxmlformats.org/package/2006/relationships"><Relationship Id="rId3" Type="http://schemas.openxmlformats.org/officeDocument/2006/relationships/image" Target="../media/image440.wmf"/><Relationship Id="rId7" Type="http://schemas.openxmlformats.org/officeDocument/2006/relationships/image" Target="../media/image442.wmf"/><Relationship Id="rId2" Type="http://schemas.openxmlformats.org/officeDocument/2006/relationships/oleObject" Target="../embeddings/oleObject428.bin"/><Relationship Id="rId1" Type="http://schemas.openxmlformats.org/officeDocument/2006/relationships/slideLayout" Target="../slideLayouts/slideLayout7.xml"/><Relationship Id="rId6" Type="http://schemas.openxmlformats.org/officeDocument/2006/relationships/oleObject" Target="../embeddings/oleObject430.bin"/><Relationship Id="rId5" Type="http://schemas.openxmlformats.org/officeDocument/2006/relationships/image" Target="../media/image441.wmf"/><Relationship Id="rId4" Type="http://schemas.openxmlformats.org/officeDocument/2006/relationships/oleObject" Target="../embeddings/oleObject429.bin"/></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4">
            <a:extLst>
              <a:ext uri="{FF2B5EF4-FFF2-40B4-BE49-F238E27FC236}">
                <a16:creationId xmlns:a16="http://schemas.microsoft.com/office/drawing/2014/main" id="{2A2BFFE1-4CDD-CD81-D045-34EA6EA0DE6E}"/>
              </a:ext>
            </a:extLst>
          </p:cNvPr>
          <p:cNvSpPr>
            <a:spLocks noRot="1" noChangeArrowheads="1"/>
          </p:cNvSpPr>
          <p:nvPr/>
        </p:nvSpPr>
        <p:spPr bwMode="auto">
          <a:xfrm>
            <a:off x="1116013" y="333375"/>
            <a:ext cx="6529387" cy="3484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7200" b="1">
                <a:solidFill>
                  <a:schemeClr val="tx1"/>
                </a:solidFill>
                <a:latin typeface="楷体_GB2312" pitchFamily="49" charset="-122"/>
                <a:ea typeface="楷体_GB2312" pitchFamily="49" charset="-122"/>
              </a:rPr>
              <a:t>第</a:t>
            </a:r>
            <a:r>
              <a:rPr lang="en-US" altLang="zh-CN" sz="7200" b="1">
                <a:solidFill>
                  <a:schemeClr val="tx1"/>
                </a:solidFill>
                <a:latin typeface="Times New Roman" panose="02020603050405020304" pitchFamily="18" charset="0"/>
                <a:ea typeface="楷体_GB2312" pitchFamily="49" charset="-122"/>
              </a:rPr>
              <a:t>9</a:t>
            </a:r>
            <a:r>
              <a:rPr lang="zh-CN" altLang="en-US" sz="7200" b="1">
                <a:solidFill>
                  <a:schemeClr val="tx1"/>
                </a:solidFill>
                <a:latin typeface="楷体_GB2312" pitchFamily="49" charset="-122"/>
                <a:ea typeface="楷体_GB2312" pitchFamily="49" charset="-122"/>
              </a:rPr>
              <a:t>章</a:t>
            </a:r>
            <a:br>
              <a:rPr lang="zh-CN" altLang="en-US" sz="7200" b="1">
                <a:solidFill>
                  <a:schemeClr val="tx1"/>
                </a:solidFill>
                <a:latin typeface="楷体_GB2312" pitchFamily="49" charset="-122"/>
                <a:ea typeface="楷体_GB2312" pitchFamily="49" charset="-122"/>
              </a:rPr>
            </a:br>
            <a:r>
              <a:rPr lang="zh-CN" altLang="en-US" sz="7200" b="1">
                <a:solidFill>
                  <a:schemeClr val="tx1"/>
                </a:solidFill>
                <a:latin typeface="楷体_GB2312" pitchFamily="49" charset="-122"/>
                <a:ea typeface="楷体_GB2312" pitchFamily="49" charset="-122"/>
              </a:rPr>
              <a:t>拉普拉斯变换</a:t>
            </a:r>
          </a:p>
        </p:txBody>
      </p:sp>
      <p:sp>
        <p:nvSpPr>
          <p:cNvPr id="2053" name="Rectangle 5">
            <a:extLst>
              <a:ext uri="{FF2B5EF4-FFF2-40B4-BE49-F238E27FC236}">
                <a16:creationId xmlns:a16="http://schemas.microsoft.com/office/drawing/2014/main" id="{08729218-44DC-A82E-02B7-924B61B01997}"/>
              </a:ext>
            </a:extLst>
          </p:cNvPr>
          <p:cNvSpPr>
            <a:spLocks noRot="1" noChangeArrowheads="1"/>
          </p:cNvSpPr>
          <p:nvPr/>
        </p:nvSpPr>
        <p:spPr bwMode="auto">
          <a:xfrm>
            <a:off x="1116013" y="3500438"/>
            <a:ext cx="6624637" cy="865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ctr">
              <a:spcBef>
                <a:spcPct val="20000"/>
              </a:spcBef>
              <a:defRPr sz="3200">
                <a:solidFill>
                  <a:schemeClr val="tx1"/>
                </a:solidFill>
                <a:latin typeface="Arial" panose="020B0604020202020204" pitchFamily="34" charset="0"/>
                <a:ea typeface="宋体" panose="02010600030101010101" pitchFamily="2" charset="-122"/>
              </a:defRPr>
            </a:lvl1pPr>
            <a:lvl2pPr marL="742950" indent="-285750" algn="ctr">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lgn="ctr">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lgn="ctr">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lgn="ctr">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algn="ctr" fontAlgn="base">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algn="ctr" fontAlgn="base">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algn="ctr" fontAlgn="base">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algn="ctr" fontAlgn="base">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r>
              <a:rPr lang="en-US" altLang="zh-CN" sz="4000" b="1">
                <a:latin typeface="Times New Roman" panose="02020603050405020304" pitchFamily="18" charset="0"/>
              </a:rPr>
              <a:t>The    Laplace    Transform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7" name="Text Box 3">
            <a:extLst>
              <a:ext uri="{FF2B5EF4-FFF2-40B4-BE49-F238E27FC236}">
                <a16:creationId xmlns:a16="http://schemas.microsoft.com/office/drawing/2014/main" id="{B8664E56-B231-5FFA-CCA9-46332D811D2C}"/>
              </a:ext>
            </a:extLst>
          </p:cNvPr>
          <p:cNvSpPr txBox="1">
            <a:spLocks noChangeArrowheads="1"/>
          </p:cNvSpPr>
          <p:nvPr/>
        </p:nvSpPr>
        <p:spPr bwMode="auto">
          <a:xfrm>
            <a:off x="0" y="1052513"/>
            <a:ext cx="9144000" cy="5786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800100" indent="-342900">
              <a:defRPr>
                <a:solidFill>
                  <a:schemeClr val="tx1"/>
                </a:solidFill>
                <a:latin typeface="Arial" panose="020B0604020202020204" pitchFamily="34" charset="0"/>
                <a:ea typeface="宋体" panose="02010600030101010101" pitchFamily="2" charset="-122"/>
              </a:defRPr>
            </a:lvl2pPr>
            <a:lvl3pPr marL="1257300" indent="-342900">
              <a:defRPr>
                <a:solidFill>
                  <a:schemeClr val="tx1"/>
                </a:solidFill>
                <a:latin typeface="Arial" panose="020B0604020202020204" pitchFamily="34" charset="0"/>
                <a:ea typeface="宋体" panose="02010600030101010101" pitchFamily="2" charset="-122"/>
              </a:defRPr>
            </a:lvl3pPr>
            <a:lvl4pPr marL="1714500" indent="-342900">
              <a:defRPr>
                <a:solidFill>
                  <a:schemeClr val="tx1"/>
                </a:solidFill>
                <a:latin typeface="Arial" panose="020B0604020202020204" pitchFamily="34" charset="0"/>
                <a:ea typeface="宋体" panose="02010600030101010101" pitchFamily="2" charset="-122"/>
              </a:defRPr>
            </a:lvl4pPr>
            <a:lvl5pPr marL="2171700" indent="-342900">
              <a:defRPr>
                <a:solidFill>
                  <a:schemeClr val="tx1"/>
                </a:solidFill>
                <a:latin typeface="Arial" panose="020B0604020202020204" pitchFamily="34" charset="0"/>
                <a:ea typeface="宋体" panose="02010600030101010101" pitchFamily="2" charset="-122"/>
              </a:defRPr>
            </a:lvl5pPr>
            <a:lvl6pPr marL="26289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0861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5433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0005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kumimoji="1" lang="en-US" altLang="zh-CN" sz="4400" b="1">
                <a:solidFill>
                  <a:srgbClr val="000066"/>
                </a:solidFill>
                <a:ea typeface="楷体_GB2312" pitchFamily="49" charset="-122"/>
              </a:rPr>
              <a:t>1.  </a:t>
            </a:r>
            <a:r>
              <a:rPr kumimoji="1" lang="zh-CN" altLang="en-US" sz="4400" b="1">
                <a:solidFill>
                  <a:srgbClr val="000066"/>
                </a:solidFill>
                <a:ea typeface="楷体_GB2312" pitchFamily="49" charset="-122"/>
              </a:rPr>
              <a:t>双边拉普拉斯变换；</a:t>
            </a:r>
          </a:p>
          <a:p>
            <a:pPr>
              <a:spcBef>
                <a:spcPct val="50000"/>
              </a:spcBef>
            </a:pPr>
            <a:r>
              <a:rPr kumimoji="1" lang="en-US" altLang="zh-CN" sz="4400" b="1">
                <a:solidFill>
                  <a:srgbClr val="000066"/>
                </a:solidFill>
                <a:ea typeface="楷体_GB2312" pitchFamily="49" charset="-122"/>
              </a:rPr>
              <a:t>2.  </a:t>
            </a:r>
            <a:r>
              <a:rPr kumimoji="1" lang="zh-CN" altLang="en-US" sz="4400" b="1">
                <a:solidFill>
                  <a:srgbClr val="000066"/>
                </a:solidFill>
                <a:ea typeface="楷体_GB2312" pitchFamily="49" charset="-122"/>
              </a:rPr>
              <a:t>双边拉普拉斯变换的收敛域；</a:t>
            </a:r>
          </a:p>
          <a:p>
            <a:pPr>
              <a:spcBef>
                <a:spcPct val="50000"/>
              </a:spcBef>
            </a:pPr>
            <a:r>
              <a:rPr kumimoji="1" lang="en-US" altLang="zh-CN" sz="4400" b="1">
                <a:solidFill>
                  <a:srgbClr val="000066"/>
                </a:solidFill>
                <a:ea typeface="楷体_GB2312" pitchFamily="49" charset="-122"/>
              </a:rPr>
              <a:t>3.  </a:t>
            </a:r>
            <a:r>
              <a:rPr kumimoji="1" lang="zh-CN" altLang="en-US" sz="4400" b="1">
                <a:solidFill>
                  <a:srgbClr val="000066"/>
                </a:solidFill>
                <a:ea typeface="楷体_GB2312" pitchFamily="49" charset="-122"/>
              </a:rPr>
              <a:t>零极点图；</a:t>
            </a:r>
          </a:p>
          <a:p>
            <a:pPr>
              <a:spcBef>
                <a:spcPct val="50000"/>
              </a:spcBef>
            </a:pPr>
            <a:r>
              <a:rPr kumimoji="1" lang="en-US" altLang="zh-CN" sz="4400" b="1">
                <a:solidFill>
                  <a:srgbClr val="000066"/>
                </a:solidFill>
                <a:ea typeface="楷体_GB2312" pitchFamily="49" charset="-122"/>
              </a:rPr>
              <a:t>4.  </a:t>
            </a:r>
            <a:r>
              <a:rPr kumimoji="1" lang="zh-CN" altLang="en-US" sz="4400" b="1">
                <a:solidFill>
                  <a:srgbClr val="000066"/>
                </a:solidFill>
                <a:ea typeface="楷体_GB2312" pitchFamily="49" charset="-122"/>
              </a:rPr>
              <a:t>双边拉普拉斯变换的性质；</a:t>
            </a:r>
          </a:p>
          <a:p>
            <a:pPr>
              <a:spcBef>
                <a:spcPct val="50000"/>
              </a:spcBef>
              <a:buFontTx/>
              <a:buAutoNum type="arabicPeriod" startAt="5"/>
            </a:pPr>
            <a:r>
              <a:rPr kumimoji="1" lang="zh-CN" altLang="en-US" sz="4400" b="1">
                <a:solidFill>
                  <a:srgbClr val="000066"/>
                </a:solidFill>
                <a:ea typeface="楷体_GB2312" pitchFamily="49" charset="-122"/>
              </a:rPr>
              <a:t> 系统函数；</a:t>
            </a:r>
          </a:p>
          <a:p>
            <a:pPr>
              <a:spcBef>
                <a:spcPct val="50000"/>
              </a:spcBef>
              <a:buFontTx/>
              <a:buAutoNum type="arabicPeriod" startAt="5"/>
            </a:pPr>
            <a:r>
              <a:rPr kumimoji="1" lang="zh-CN" altLang="en-US" sz="4400" b="1">
                <a:solidFill>
                  <a:srgbClr val="000066"/>
                </a:solidFill>
                <a:ea typeface="楷体_GB2312" pitchFamily="49" charset="-122"/>
              </a:rPr>
              <a:t>  单边拉普拉斯变换；</a:t>
            </a:r>
          </a:p>
        </p:txBody>
      </p:sp>
      <p:sp>
        <p:nvSpPr>
          <p:cNvPr id="103428" name="Rectangle 4">
            <a:extLst>
              <a:ext uri="{FF2B5EF4-FFF2-40B4-BE49-F238E27FC236}">
                <a16:creationId xmlns:a16="http://schemas.microsoft.com/office/drawing/2014/main" id="{55508E71-E42D-406F-9BF3-BD62FD54EC76}"/>
              </a:ext>
            </a:extLst>
          </p:cNvPr>
          <p:cNvSpPr>
            <a:spLocks noChangeArrowheads="1"/>
          </p:cNvSpPr>
          <p:nvPr/>
        </p:nvSpPr>
        <p:spPr bwMode="auto">
          <a:xfrm>
            <a:off x="539750" y="0"/>
            <a:ext cx="5006975"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5400" b="1">
                <a:solidFill>
                  <a:srgbClr val="901F16"/>
                </a:solidFill>
                <a:latin typeface="楷体_GB2312" pitchFamily="49" charset="-122"/>
                <a:ea typeface="楷体_GB2312" pitchFamily="49" charset="-122"/>
              </a:rPr>
              <a:t>本章基本内容：</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3427"/>
                                        </p:tgtEl>
                                        <p:attrNameLst>
                                          <p:attrName>style.visibility</p:attrName>
                                        </p:attrNameLst>
                                      </p:cBhvr>
                                      <p:to>
                                        <p:strVal val="visible"/>
                                      </p:to>
                                    </p:set>
                                    <p:anim calcmode="lin" valueType="num">
                                      <p:cBhvr additive="base">
                                        <p:cTn id="7" dur="500" fill="hold"/>
                                        <p:tgtEl>
                                          <p:spTgt spid="103427"/>
                                        </p:tgtEl>
                                        <p:attrNameLst>
                                          <p:attrName>ppt_x</p:attrName>
                                        </p:attrNameLst>
                                      </p:cBhvr>
                                      <p:tavLst>
                                        <p:tav tm="0">
                                          <p:val>
                                            <p:strVal val="0-#ppt_w/2"/>
                                          </p:val>
                                        </p:tav>
                                        <p:tav tm="100000">
                                          <p:val>
                                            <p:strVal val="#ppt_x"/>
                                          </p:val>
                                        </p:tav>
                                      </p:tavLst>
                                    </p:anim>
                                    <p:anim calcmode="lin" valueType="num">
                                      <p:cBhvr additive="base">
                                        <p:cTn id="8" dur="500" fill="hold"/>
                                        <p:tgtEl>
                                          <p:spTgt spid="10342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27"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a:extLst>
              <a:ext uri="{FF2B5EF4-FFF2-40B4-BE49-F238E27FC236}">
                <a16:creationId xmlns:a16="http://schemas.microsoft.com/office/drawing/2014/main" id="{A6884699-10F0-0CB2-1D16-D38A56DC7B9C}"/>
              </a:ext>
            </a:extLst>
          </p:cNvPr>
          <p:cNvSpPr>
            <a:spLocks noRot="1" noChangeArrowheads="1"/>
          </p:cNvSpPr>
          <p:nvPr/>
        </p:nvSpPr>
        <p:spPr bwMode="auto">
          <a:xfrm>
            <a:off x="250825" y="188913"/>
            <a:ext cx="5819775"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gn="l"/>
            <a:r>
              <a:rPr lang="en-US" altLang="zh-CN" sz="4000" b="1">
                <a:solidFill>
                  <a:srgbClr val="000066"/>
                </a:solidFill>
                <a:latin typeface="Times New Roman" panose="02020603050405020304" pitchFamily="18" charset="0"/>
                <a:ea typeface="楷体_GB2312" pitchFamily="49" charset="-122"/>
              </a:rPr>
              <a:t>9.0   </a:t>
            </a:r>
            <a:r>
              <a:rPr lang="zh-CN" altLang="en-US" sz="4000" b="1">
                <a:solidFill>
                  <a:srgbClr val="000066"/>
                </a:solidFill>
                <a:latin typeface="Times New Roman" panose="02020603050405020304" pitchFamily="18" charset="0"/>
                <a:ea typeface="楷体_GB2312" pitchFamily="49" charset="-122"/>
              </a:rPr>
              <a:t>引言  </a:t>
            </a:r>
            <a:r>
              <a:rPr lang="en-US" altLang="zh-CN" sz="4000" b="1">
                <a:solidFill>
                  <a:srgbClr val="000066"/>
                </a:solidFill>
                <a:latin typeface="Times New Roman" panose="02020603050405020304" pitchFamily="18" charset="0"/>
                <a:ea typeface="楷体_GB2312" pitchFamily="49" charset="-122"/>
              </a:rPr>
              <a:t>Introduction</a:t>
            </a:r>
            <a:r>
              <a:rPr lang="en-US" altLang="zh-CN" sz="4000" b="1">
                <a:latin typeface="楷体_GB2312" pitchFamily="49" charset="-122"/>
                <a:ea typeface="楷体_GB2312" pitchFamily="49" charset="-122"/>
              </a:rPr>
              <a:t> </a:t>
            </a:r>
          </a:p>
        </p:txBody>
      </p:sp>
      <p:sp>
        <p:nvSpPr>
          <p:cNvPr id="102403" name="Text Box 3">
            <a:extLst>
              <a:ext uri="{FF2B5EF4-FFF2-40B4-BE49-F238E27FC236}">
                <a16:creationId xmlns:a16="http://schemas.microsoft.com/office/drawing/2014/main" id="{53B80004-BD2D-0A5B-54F5-1004C82E2A1F}"/>
              </a:ext>
            </a:extLst>
          </p:cNvPr>
          <p:cNvSpPr txBox="1">
            <a:spLocks noChangeArrowheads="1"/>
          </p:cNvSpPr>
          <p:nvPr/>
        </p:nvSpPr>
        <p:spPr bwMode="auto">
          <a:xfrm>
            <a:off x="0" y="981075"/>
            <a:ext cx="9144000" cy="5535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pPr>
            <a:r>
              <a:rPr lang="en-US" altLang="zh-CN" sz="3600" b="1">
                <a:latin typeface="楷体_GB2312" pitchFamily="49" charset="-122"/>
                <a:ea typeface="楷体_GB2312" pitchFamily="49" charset="-122"/>
              </a:rPr>
              <a:t>  </a:t>
            </a:r>
            <a:r>
              <a:rPr lang="zh-CN" altLang="en-US" sz="3600" b="1">
                <a:solidFill>
                  <a:srgbClr val="000066"/>
                </a:solidFill>
                <a:latin typeface="Times New Roman" panose="02020603050405020304" pitchFamily="18" charset="0"/>
                <a:ea typeface="楷体_GB2312" pitchFamily="49" charset="-122"/>
              </a:rPr>
              <a:t>傅里叶分析方法之所以在信号与</a:t>
            </a:r>
            <a:r>
              <a:rPr lang="en-US" altLang="zh-CN" sz="3600" b="1">
                <a:solidFill>
                  <a:srgbClr val="000066"/>
                </a:solidFill>
                <a:latin typeface="Times New Roman" panose="02020603050405020304" pitchFamily="18" charset="0"/>
                <a:ea typeface="楷体_GB2312" pitchFamily="49" charset="-122"/>
              </a:rPr>
              <a:t>LTI</a:t>
            </a:r>
            <a:r>
              <a:rPr lang="zh-CN" altLang="en-US" sz="3600" b="1">
                <a:solidFill>
                  <a:srgbClr val="000066"/>
                </a:solidFill>
                <a:latin typeface="Times New Roman" panose="02020603050405020304" pitchFamily="18" charset="0"/>
                <a:ea typeface="楷体_GB2312" pitchFamily="49" charset="-122"/>
              </a:rPr>
              <a:t>系统分析中如此有用，很大程度上是因为相当广泛的信号都可以表示成复指数信号的线性组合，而</a:t>
            </a:r>
            <a:r>
              <a:rPr lang="zh-CN" altLang="en-US" sz="3600" b="1">
                <a:solidFill>
                  <a:srgbClr val="901F16"/>
                </a:solidFill>
                <a:latin typeface="Times New Roman" panose="02020603050405020304" pitchFamily="18" charset="0"/>
                <a:ea typeface="楷体_GB2312" pitchFamily="49" charset="-122"/>
              </a:rPr>
              <a:t>复指数函数是一切 </a:t>
            </a:r>
            <a:r>
              <a:rPr lang="en-US" altLang="zh-CN" sz="3600" b="1">
                <a:solidFill>
                  <a:srgbClr val="901F16"/>
                </a:solidFill>
                <a:latin typeface="Times New Roman" panose="02020603050405020304" pitchFamily="18" charset="0"/>
                <a:ea typeface="楷体_GB2312" pitchFamily="49" charset="-122"/>
              </a:rPr>
              <a:t>LTI </a:t>
            </a:r>
            <a:r>
              <a:rPr lang="zh-CN" altLang="en-US" sz="3600" b="1">
                <a:solidFill>
                  <a:srgbClr val="901F16"/>
                </a:solidFill>
                <a:latin typeface="Times New Roman" panose="02020603050405020304" pitchFamily="18" charset="0"/>
                <a:ea typeface="楷体_GB2312" pitchFamily="49" charset="-122"/>
              </a:rPr>
              <a:t>系统的特征函数。</a:t>
            </a:r>
          </a:p>
          <a:p>
            <a:pPr>
              <a:lnSpc>
                <a:spcPct val="110000"/>
              </a:lnSpc>
            </a:pPr>
            <a:r>
              <a:rPr lang="zh-CN" altLang="en-US" sz="3600" b="1">
                <a:solidFill>
                  <a:srgbClr val="000066"/>
                </a:solidFill>
                <a:latin typeface="Times New Roman" panose="02020603050405020304" pitchFamily="18" charset="0"/>
                <a:ea typeface="楷体_GB2312" pitchFamily="49" charset="-122"/>
              </a:rPr>
              <a:t>    傅里叶变换是以复指数函数中的特例，即以 　  和        为基底分解信号的。对于更一般的复指数函数       和       ，也理应能以此为基底对信号进行分解。</a:t>
            </a:r>
          </a:p>
        </p:txBody>
      </p:sp>
      <p:graphicFrame>
        <p:nvGraphicFramePr>
          <p:cNvPr id="102409" name="Object 9">
            <a:extLst>
              <a:ext uri="{FF2B5EF4-FFF2-40B4-BE49-F238E27FC236}">
                <a16:creationId xmlns:a16="http://schemas.microsoft.com/office/drawing/2014/main" id="{425A51AD-1954-ECDC-BE4A-46A7A17105F9}"/>
              </a:ext>
            </a:extLst>
          </p:cNvPr>
          <p:cNvGraphicFramePr>
            <a:graphicFrameLocks noChangeAspect="1"/>
          </p:cNvGraphicFramePr>
          <p:nvPr/>
        </p:nvGraphicFramePr>
        <p:xfrm>
          <a:off x="468313" y="4652963"/>
          <a:ext cx="919162" cy="620712"/>
        </p:xfrm>
        <a:graphic>
          <a:graphicData uri="http://schemas.openxmlformats.org/presentationml/2006/ole">
            <mc:AlternateContent xmlns:mc="http://schemas.openxmlformats.org/markup-compatibility/2006">
              <mc:Choice xmlns:v="urn:schemas-microsoft-com:vml" Requires="v">
                <p:oleObj name="公式" r:id="rId2" imgW="253800" imgH="203040" progId="Equation.3">
                  <p:embed/>
                </p:oleObj>
              </mc:Choice>
              <mc:Fallback>
                <p:oleObj name="公式" r:id="rId2" imgW="253800" imgH="203040" progId="Equation.3">
                  <p:embed/>
                  <p:pic>
                    <p:nvPicPr>
                      <p:cNvPr id="0" name="Object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313" y="4652963"/>
                        <a:ext cx="919162" cy="620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410" name="Object 10">
            <a:extLst>
              <a:ext uri="{FF2B5EF4-FFF2-40B4-BE49-F238E27FC236}">
                <a16:creationId xmlns:a16="http://schemas.microsoft.com/office/drawing/2014/main" id="{C47430DC-6F6C-017C-4AF4-24AE2573DD07}"/>
              </a:ext>
            </a:extLst>
          </p:cNvPr>
          <p:cNvGraphicFramePr>
            <a:graphicFrameLocks noChangeAspect="1"/>
          </p:cNvGraphicFramePr>
          <p:nvPr/>
        </p:nvGraphicFramePr>
        <p:xfrm>
          <a:off x="1741488" y="4652963"/>
          <a:ext cx="965200" cy="620712"/>
        </p:xfrm>
        <a:graphic>
          <a:graphicData uri="http://schemas.openxmlformats.org/presentationml/2006/ole">
            <mc:AlternateContent xmlns:mc="http://schemas.openxmlformats.org/markup-compatibility/2006">
              <mc:Choice xmlns:v="urn:schemas-microsoft-com:vml" Requires="v">
                <p:oleObj name="公式" r:id="rId4" imgW="266400" imgH="203040" progId="Equation.3">
                  <p:embed/>
                </p:oleObj>
              </mc:Choice>
              <mc:Fallback>
                <p:oleObj name="公式" r:id="rId4" imgW="266400" imgH="203040" progId="Equation.3">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41488" y="4652963"/>
                        <a:ext cx="965200" cy="620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411" name="Object 11">
            <a:extLst>
              <a:ext uri="{FF2B5EF4-FFF2-40B4-BE49-F238E27FC236}">
                <a16:creationId xmlns:a16="http://schemas.microsoft.com/office/drawing/2014/main" id="{8EE5960A-FF62-7986-9869-01FCE9EE4506}"/>
              </a:ext>
            </a:extLst>
          </p:cNvPr>
          <p:cNvGraphicFramePr>
            <a:graphicFrameLocks noChangeAspect="1"/>
          </p:cNvGraphicFramePr>
          <p:nvPr/>
        </p:nvGraphicFramePr>
        <p:xfrm>
          <a:off x="3276600" y="5013325"/>
          <a:ext cx="1008063" cy="908050"/>
        </p:xfrm>
        <a:graphic>
          <a:graphicData uri="http://schemas.openxmlformats.org/presentationml/2006/ole">
            <mc:AlternateContent xmlns:mc="http://schemas.openxmlformats.org/markup-compatibility/2006">
              <mc:Choice xmlns:v="urn:schemas-microsoft-com:vml" Requires="v">
                <p:oleObj name="公式" r:id="rId6" imgW="190440" imgH="203040" progId="Equation.3">
                  <p:embed/>
                </p:oleObj>
              </mc:Choice>
              <mc:Fallback>
                <p:oleObj name="公式" r:id="rId6" imgW="190440" imgH="203040" progId="Equation.3">
                  <p:embed/>
                  <p:pic>
                    <p:nvPicPr>
                      <p:cNvPr id="0" name="Object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76600" y="5013325"/>
                        <a:ext cx="1008063" cy="908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412" name="Object 12">
            <a:extLst>
              <a:ext uri="{FF2B5EF4-FFF2-40B4-BE49-F238E27FC236}">
                <a16:creationId xmlns:a16="http://schemas.microsoft.com/office/drawing/2014/main" id="{072EE175-1469-A33D-20AA-E7E118993D22}"/>
              </a:ext>
            </a:extLst>
          </p:cNvPr>
          <p:cNvGraphicFramePr>
            <a:graphicFrameLocks noChangeAspect="1"/>
          </p:cNvGraphicFramePr>
          <p:nvPr/>
        </p:nvGraphicFramePr>
        <p:xfrm>
          <a:off x="4572000" y="4941888"/>
          <a:ext cx="1079500" cy="979487"/>
        </p:xfrm>
        <a:graphic>
          <a:graphicData uri="http://schemas.openxmlformats.org/presentationml/2006/ole">
            <mc:AlternateContent xmlns:mc="http://schemas.openxmlformats.org/markup-compatibility/2006">
              <mc:Choice xmlns:v="urn:schemas-microsoft-com:vml" Requires="v">
                <p:oleObj name="公式" r:id="rId8" imgW="177480" imgH="190440" progId="Equation.3">
                  <p:embed/>
                </p:oleObj>
              </mc:Choice>
              <mc:Fallback>
                <p:oleObj name="公式" r:id="rId8" imgW="177480" imgH="190440" progId="Equation.3">
                  <p:embed/>
                  <p:pic>
                    <p:nvPicPr>
                      <p:cNvPr id="0" name="Object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72000" y="4941888"/>
                        <a:ext cx="1079500" cy="979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Text Box 2">
            <a:extLst>
              <a:ext uri="{FF2B5EF4-FFF2-40B4-BE49-F238E27FC236}">
                <a16:creationId xmlns:a16="http://schemas.microsoft.com/office/drawing/2014/main" id="{37AABC73-4FFE-D458-C838-0839583BB258}"/>
              </a:ext>
            </a:extLst>
          </p:cNvPr>
          <p:cNvSpPr txBox="1">
            <a:spLocks noChangeArrowheads="1"/>
          </p:cNvSpPr>
          <p:nvPr/>
        </p:nvSpPr>
        <p:spPr bwMode="auto">
          <a:xfrm>
            <a:off x="0" y="1844675"/>
            <a:ext cx="9144000" cy="4703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lang="en-US" altLang="zh-CN" sz="2800" b="1">
                <a:latin typeface="楷体_GB2312" pitchFamily="49" charset="-122"/>
                <a:ea typeface="楷体_GB2312" pitchFamily="49" charset="-122"/>
              </a:rPr>
              <a:t>  </a:t>
            </a:r>
            <a:r>
              <a:rPr lang="zh-CN" altLang="en-US" sz="3600" b="1">
                <a:solidFill>
                  <a:srgbClr val="000066"/>
                </a:solidFill>
                <a:latin typeface="楷体_GB2312" pitchFamily="49" charset="-122"/>
                <a:ea typeface="楷体_GB2312" pitchFamily="49" charset="-122"/>
              </a:rPr>
              <a:t>通过本章及下一章，会看到拉氏变换和</a:t>
            </a:r>
            <a:r>
              <a:rPr lang="zh-CN" altLang="en-US" sz="3600" b="1">
                <a:solidFill>
                  <a:srgbClr val="000066"/>
                </a:solidFill>
                <a:latin typeface="Times New Roman" panose="02020603050405020304" pitchFamily="18" charset="0"/>
                <a:ea typeface="楷体_GB2312" pitchFamily="49" charset="-122"/>
              </a:rPr>
              <a:t>Ｚ</a:t>
            </a:r>
            <a:r>
              <a:rPr lang="zh-CN" altLang="en-US" sz="3600" b="1">
                <a:solidFill>
                  <a:srgbClr val="000066"/>
                </a:solidFill>
                <a:latin typeface="楷体_GB2312" pitchFamily="49" charset="-122"/>
                <a:ea typeface="楷体_GB2312" pitchFamily="49" charset="-122"/>
              </a:rPr>
              <a:t>变换不仅具有很多与傅里叶变换相同的重要性质，不仅能适用于用傅里叶变换的方法可以解决的信号与系统分析问题，而且还能解决傅里叶分析方法不适用的许多方面。</a:t>
            </a:r>
            <a:r>
              <a:rPr lang="zh-CN" altLang="en-US" sz="3600" b="1">
                <a:solidFill>
                  <a:srgbClr val="A50021"/>
                </a:solidFill>
                <a:latin typeface="楷体_GB2312" pitchFamily="49" charset="-122"/>
                <a:ea typeface="楷体_GB2312" pitchFamily="49" charset="-122"/>
              </a:rPr>
              <a:t>拉氏变换与</a:t>
            </a:r>
            <a:r>
              <a:rPr lang="zh-CN" altLang="en-US" sz="3600" b="1">
                <a:solidFill>
                  <a:srgbClr val="A50021"/>
                </a:solidFill>
                <a:latin typeface="Times New Roman" panose="02020603050405020304" pitchFamily="18" charset="0"/>
                <a:ea typeface="楷体_GB2312" pitchFamily="49" charset="-122"/>
              </a:rPr>
              <a:t>Ｚ</a:t>
            </a:r>
            <a:r>
              <a:rPr lang="zh-CN" altLang="en-US" sz="3600" b="1">
                <a:solidFill>
                  <a:srgbClr val="A50021"/>
                </a:solidFill>
                <a:latin typeface="楷体_GB2312" pitchFamily="49" charset="-122"/>
                <a:ea typeface="楷体_GB2312" pitchFamily="49" charset="-122"/>
              </a:rPr>
              <a:t>变换的分析方法是傅里叶分析法的推广，傅里叶分析是它们的特例。</a:t>
            </a:r>
          </a:p>
        </p:txBody>
      </p:sp>
      <p:sp>
        <p:nvSpPr>
          <p:cNvPr id="101379" name="Rectangle 3">
            <a:extLst>
              <a:ext uri="{FF2B5EF4-FFF2-40B4-BE49-F238E27FC236}">
                <a16:creationId xmlns:a16="http://schemas.microsoft.com/office/drawing/2014/main" id="{2A81F3B1-ED12-E19F-75AA-DC55E3727F9F}"/>
              </a:ext>
            </a:extLst>
          </p:cNvPr>
          <p:cNvSpPr>
            <a:spLocks noChangeArrowheads="1"/>
          </p:cNvSpPr>
          <p:nvPr/>
        </p:nvSpPr>
        <p:spPr bwMode="auto">
          <a:xfrm>
            <a:off x="0" y="0"/>
            <a:ext cx="8893175"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en-US" altLang="zh-CN" sz="3600" b="1">
                <a:latin typeface="楷体_GB2312" pitchFamily="49" charset="-122"/>
                <a:ea typeface="楷体_GB2312" pitchFamily="49" charset="-122"/>
              </a:rPr>
              <a:t>  </a:t>
            </a:r>
            <a:r>
              <a:rPr lang="zh-CN" altLang="en-US" sz="3600" b="1">
                <a:solidFill>
                  <a:srgbClr val="000066"/>
                </a:solidFill>
                <a:latin typeface="楷体_GB2312" pitchFamily="49" charset="-122"/>
                <a:ea typeface="楷体_GB2312" pitchFamily="49" charset="-122"/>
              </a:rPr>
              <a:t>将傅里叶变换推广到更一般的情况就是本章及下一章要讨论的中心问题。</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1378"/>
                                        </p:tgtEl>
                                        <p:attrNameLst>
                                          <p:attrName>style.visibility</p:attrName>
                                        </p:attrNameLst>
                                      </p:cBhvr>
                                      <p:to>
                                        <p:strVal val="visible"/>
                                      </p:to>
                                    </p:set>
                                    <p:anim calcmode="lin" valueType="num">
                                      <p:cBhvr additive="base">
                                        <p:cTn id="7" dur="500" fill="hold"/>
                                        <p:tgtEl>
                                          <p:spTgt spid="101378"/>
                                        </p:tgtEl>
                                        <p:attrNameLst>
                                          <p:attrName>ppt_x</p:attrName>
                                        </p:attrNameLst>
                                      </p:cBhvr>
                                      <p:tavLst>
                                        <p:tav tm="0">
                                          <p:val>
                                            <p:strVal val="0-#ppt_w/2"/>
                                          </p:val>
                                        </p:tav>
                                        <p:tav tm="100000">
                                          <p:val>
                                            <p:strVal val="#ppt_x"/>
                                          </p:val>
                                        </p:tav>
                                      </p:tavLst>
                                    </p:anim>
                                    <p:anim calcmode="lin" valueType="num">
                                      <p:cBhvr additive="base">
                                        <p:cTn id="8" dur="500" fill="hold"/>
                                        <p:tgtEl>
                                          <p:spTgt spid="10137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78"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a:extLst>
              <a:ext uri="{FF2B5EF4-FFF2-40B4-BE49-F238E27FC236}">
                <a16:creationId xmlns:a16="http://schemas.microsoft.com/office/drawing/2014/main" id="{31B22243-3327-738E-BC70-9C63C82FCCD6}"/>
              </a:ext>
            </a:extLst>
          </p:cNvPr>
          <p:cNvSpPr>
            <a:spLocks noRot="1" noChangeArrowheads="1"/>
          </p:cNvSpPr>
          <p:nvPr/>
        </p:nvSpPr>
        <p:spPr bwMode="auto">
          <a:xfrm>
            <a:off x="395288" y="260350"/>
            <a:ext cx="43434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gn="l"/>
            <a:r>
              <a:rPr lang="en-US" altLang="zh-CN" sz="4000" b="1">
                <a:solidFill>
                  <a:srgbClr val="000066"/>
                </a:solidFill>
                <a:latin typeface="Times New Roman" panose="02020603050405020304" pitchFamily="18" charset="0"/>
                <a:ea typeface="楷体_GB2312" pitchFamily="49" charset="-122"/>
              </a:rPr>
              <a:t>9.1 </a:t>
            </a:r>
            <a:r>
              <a:rPr lang="zh-CN" altLang="en-US" sz="4000" b="1">
                <a:solidFill>
                  <a:srgbClr val="000066"/>
                </a:solidFill>
                <a:latin typeface="Times New Roman" panose="02020603050405020304" pitchFamily="18" charset="0"/>
                <a:ea typeface="楷体_GB2312" pitchFamily="49" charset="-122"/>
              </a:rPr>
              <a:t>拉普拉斯变换</a:t>
            </a:r>
            <a:r>
              <a:rPr lang="zh-CN" altLang="en-US" b="1">
                <a:solidFill>
                  <a:srgbClr val="000000"/>
                </a:solidFill>
                <a:latin typeface="Times New Roman" panose="02020603050405020304" pitchFamily="18" charset="0"/>
              </a:rPr>
              <a:t>  </a:t>
            </a:r>
            <a:endParaRPr lang="zh-CN" altLang="en-US" sz="3600" b="1">
              <a:solidFill>
                <a:srgbClr val="000000"/>
              </a:solidFill>
              <a:latin typeface="Times New Roman" panose="02020603050405020304" pitchFamily="18" charset="0"/>
            </a:endParaRPr>
          </a:p>
        </p:txBody>
      </p:sp>
      <p:sp>
        <p:nvSpPr>
          <p:cNvPr id="100356" name="Text Box 4">
            <a:extLst>
              <a:ext uri="{FF2B5EF4-FFF2-40B4-BE49-F238E27FC236}">
                <a16:creationId xmlns:a16="http://schemas.microsoft.com/office/drawing/2014/main" id="{E8C02E52-5944-7059-2841-33D7F5E094F2}"/>
              </a:ext>
            </a:extLst>
          </p:cNvPr>
          <p:cNvSpPr txBox="1">
            <a:spLocks noChangeArrowheads="1"/>
          </p:cNvSpPr>
          <p:nvPr/>
        </p:nvSpPr>
        <p:spPr bwMode="auto">
          <a:xfrm>
            <a:off x="0" y="1341438"/>
            <a:ext cx="9144000" cy="2563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en-US" altLang="zh-CN" sz="3600" b="1">
                <a:latin typeface="楷体_GB2312" pitchFamily="49" charset="-122"/>
                <a:ea typeface="楷体_GB2312" pitchFamily="49" charset="-122"/>
              </a:rPr>
              <a:t>  </a:t>
            </a:r>
            <a:r>
              <a:rPr lang="zh-CN" altLang="en-US" sz="3600" b="1">
                <a:solidFill>
                  <a:srgbClr val="000066"/>
                </a:solidFill>
                <a:latin typeface="Times New Roman" panose="02020603050405020304" pitchFamily="18" charset="0"/>
                <a:ea typeface="楷体_GB2312" pitchFamily="49" charset="-122"/>
              </a:rPr>
              <a:t>复指数信号      是一切连续时间</a:t>
            </a:r>
            <a:r>
              <a:rPr lang="en-US" altLang="zh-CN" sz="3600" b="1">
                <a:solidFill>
                  <a:srgbClr val="000066"/>
                </a:solidFill>
                <a:latin typeface="Times New Roman" panose="02020603050405020304" pitchFamily="18" charset="0"/>
                <a:ea typeface="楷体_GB2312" pitchFamily="49" charset="-122"/>
              </a:rPr>
              <a:t>LTI</a:t>
            </a:r>
            <a:r>
              <a:rPr lang="zh-CN" altLang="en-US" sz="3600" b="1">
                <a:solidFill>
                  <a:srgbClr val="000066"/>
                </a:solidFill>
                <a:latin typeface="Times New Roman" panose="02020603050405020304" pitchFamily="18" charset="0"/>
                <a:ea typeface="楷体_GB2312" pitchFamily="49" charset="-122"/>
              </a:rPr>
              <a:t>系统的特征函数。如果</a:t>
            </a:r>
            <a:r>
              <a:rPr lang="en-US" altLang="zh-CN" sz="3600" b="1">
                <a:solidFill>
                  <a:srgbClr val="000066"/>
                </a:solidFill>
                <a:latin typeface="Times New Roman" panose="02020603050405020304" pitchFamily="18" charset="0"/>
                <a:ea typeface="楷体_GB2312" pitchFamily="49" charset="-122"/>
              </a:rPr>
              <a:t>LTI</a:t>
            </a:r>
            <a:r>
              <a:rPr lang="zh-CN" altLang="en-US" sz="3600" b="1">
                <a:solidFill>
                  <a:srgbClr val="000066"/>
                </a:solidFill>
                <a:latin typeface="Times New Roman" panose="02020603050405020304" pitchFamily="18" charset="0"/>
                <a:ea typeface="楷体_GB2312" pitchFamily="49" charset="-122"/>
              </a:rPr>
              <a:t>系统的单位冲激响应为         ，则系统对         产生的响应是</a:t>
            </a:r>
            <a:r>
              <a:rPr lang="en-US" altLang="zh-CN" sz="3600" b="1">
                <a:solidFill>
                  <a:srgbClr val="000066"/>
                </a:solidFill>
                <a:latin typeface="Times New Roman" panose="02020603050405020304" pitchFamily="18" charset="0"/>
                <a:ea typeface="楷体_GB2312" pitchFamily="49" charset="-122"/>
              </a:rPr>
              <a:t>:  </a:t>
            </a:r>
          </a:p>
        </p:txBody>
      </p:sp>
      <p:graphicFrame>
        <p:nvGraphicFramePr>
          <p:cNvPr id="100357" name="Object 5">
            <a:extLst>
              <a:ext uri="{FF2B5EF4-FFF2-40B4-BE49-F238E27FC236}">
                <a16:creationId xmlns:a16="http://schemas.microsoft.com/office/drawing/2014/main" id="{7CDBB98E-9EF7-4171-85D9-EFF32229158F}"/>
              </a:ext>
            </a:extLst>
          </p:cNvPr>
          <p:cNvGraphicFramePr>
            <a:graphicFrameLocks noChangeAspect="1"/>
          </p:cNvGraphicFramePr>
          <p:nvPr/>
        </p:nvGraphicFramePr>
        <p:xfrm>
          <a:off x="2916238" y="1317625"/>
          <a:ext cx="863600" cy="814388"/>
        </p:xfrm>
        <a:graphic>
          <a:graphicData uri="http://schemas.openxmlformats.org/presentationml/2006/ole">
            <mc:AlternateContent xmlns:mc="http://schemas.openxmlformats.org/markup-compatibility/2006">
              <mc:Choice xmlns:v="urn:schemas-microsoft-com:vml" Requires="v">
                <p:oleObj name="Equation" r:id="rId2" imgW="190440" imgH="203040" progId="Equation.DSMT4">
                  <p:embed/>
                </p:oleObj>
              </mc:Choice>
              <mc:Fallback>
                <p:oleObj name="Equation" r:id="rId2" imgW="190440" imgH="203040" progId="Equation.DSMT4">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6238" y="1317625"/>
                        <a:ext cx="863600" cy="814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0358" name="Object 6">
            <a:extLst>
              <a:ext uri="{FF2B5EF4-FFF2-40B4-BE49-F238E27FC236}">
                <a16:creationId xmlns:a16="http://schemas.microsoft.com/office/drawing/2014/main" id="{CF27CF3B-58A2-29F4-E44C-45967A4F6667}"/>
              </a:ext>
            </a:extLst>
          </p:cNvPr>
          <p:cNvGraphicFramePr>
            <a:graphicFrameLocks noChangeAspect="1"/>
          </p:cNvGraphicFramePr>
          <p:nvPr/>
        </p:nvGraphicFramePr>
        <p:xfrm>
          <a:off x="539750" y="3141663"/>
          <a:ext cx="1079500" cy="800100"/>
        </p:xfrm>
        <a:graphic>
          <a:graphicData uri="http://schemas.openxmlformats.org/presentationml/2006/ole">
            <mc:AlternateContent xmlns:mc="http://schemas.openxmlformats.org/markup-compatibility/2006">
              <mc:Choice xmlns:v="urn:schemas-microsoft-com:vml" Requires="v">
                <p:oleObj name="Equation" r:id="rId4" imgW="279360" imgH="203040" progId="Equation.DSMT4">
                  <p:embed/>
                </p:oleObj>
              </mc:Choice>
              <mc:Fallback>
                <p:oleObj name="Equation" r:id="rId4" imgW="279360" imgH="203040" progId="Equation.DSMT4">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9750" y="3141663"/>
                        <a:ext cx="1079500" cy="800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0359" name="Object 7">
            <a:extLst>
              <a:ext uri="{FF2B5EF4-FFF2-40B4-BE49-F238E27FC236}">
                <a16:creationId xmlns:a16="http://schemas.microsoft.com/office/drawing/2014/main" id="{2D04A51F-0306-34F4-8B0D-5A520D76BC6A}"/>
              </a:ext>
            </a:extLst>
          </p:cNvPr>
          <p:cNvGraphicFramePr>
            <a:graphicFrameLocks noChangeAspect="1"/>
          </p:cNvGraphicFramePr>
          <p:nvPr/>
        </p:nvGraphicFramePr>
        <p:xfrm>
          <a:off x="3924300" y="2997200"/>
          <a:ext cx="1079500" cy="1016000"/>
        </p:xfrm>
        <a:graphic>
          <a:graphicData uri="http://schemas.openxmlformats.org/presentationml/2006/ole">
            <mc:AlternateContent xmlns:mc="http://schemas.openxmlformats.org/markup-compatibility/2006">
              <mc:Choice xmlns:v="urn:schemas-microsoft-com:vml" Requires="v">
                <p:oleObj name="Equation" r:id="rId6" imgW="190440" imgH="203040" progId="Equation.DSMT4">
                  <p:embed/>
                </p:oleObj>
              </mc:Choice>
              <mc:Fallback>
                <p:oleObj name="Equation" r:id="rId6" imgW="190440" imgH="203040" progId="Equation.DSMT4">
                  <p:embed/>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24300" y="2997200"/>
                        <a:ext cx="1079500" cy="101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0361" name="Object 9">
            <a:extLst>
              <a:ext uri="{FF2B5EF4-FFF2-40B4-BE49-F238E27FC236}">
                <a16:creationId xmlns:a16="http://schemas.microsoft.com/office/drawing/2014/main" id="{168DB67E-FC62-672A-B7E9-06A791D7E300}"/>
              </a:ext>
            </a:extLst>
          </p:cNvPr>
          <p:cNvGraphicFramePr>
            <a:graphicFrameLocks noChangeAspect="1"/>
          </p:cNvGraphicFramePr>
          <p:nvPr/>
        </p:nvGraphicFramePr>
        <p:xfrm>
          <a:off x="0" y="4103688"/>
          <a:ext cx="3557588" cy="977900"/>
        </p:xfrm>
        <a:graphic>
          <a:graphicData uri="http://schemas.openxmlformats.org/presentationml/2006/ole">
            <mc:AlternateContent xmlns:mc="http://schemas.openxmlformats.org/markup-compatibility/2006">
              <mc:Choice xmlns:v="urn:schemas-microsoft-com:vml" Requires="v">
                <p:oleObj name="Equation" r:id="rId7" imgW="888840" imgH="228600" progId="Equation.DSMT4">
                  <p:embed/>
                </p:oleObj>
              </mc:Choice>
              <mc:Fallback>
                <p:oleObj name="Equation" r:id="rId7" imgW="888840" imgH="228600" progId="Equation.DSMT4">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4103688"/>
                        <a:ext cx="3557588" cy="977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0362" name="Object 10">
            <a:extLst>
              <a:ext uri="{FF2B5EF4-FFF2-40B4-BE49-F238E27FC236}">
                <a16:creationId xmlns:a16="http://schemas.microsoft.com/office/drawing/2014/main" id="{18B92529-0F08-09E4-2D85-7C5004B8C5C3}"/>
              </a:ext>
            </a:extLst>
          </p:cNvPr>
          <p:cNvGraphicFramePr>
            <a:graphicFrameLocks noChangeAspect="1"/>
          </p:cNvGraphicFramePr>
          <p:nvPr/>
        </p:nvGraphicFramePr>
        <p:xfrm>
          <a:off x="4572000" y="4005263"/>
          <a:ext cx="4140200" cy="1223962"/>
        </p:xfrm>
        <a:graphic>
          <a:graphicData uri="http://schemas.openxmlformats.org/presentationml/2006/ole">
            <mc:AlternateContent xmlns:mc="http://schemas.openxmlformats.org/markup-compatibility/2006">
              <mc:Choice xmlns:v="urn:schemas-microsoft-com:vml" Requires="v">
                <p:oleObj name="Equation" r:id="rId9" imgW="1269720" imgH="330120" progId="Equation.DSMT4">
                  <p:embed/>
                </p:oleObj>
              </mc:Choice>
              <mc:Fallback>
                <p:oleObj name="Equation" r:id="rId9" imgW="1269720" imgH="330120" progId="Equation.DSMT4">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72000" y="4005263"/>
                        <a:ext cx="4140200" cy="1223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0363" name="Text Box 11">
            <a:extLst>
              <a:ext uri="{FF2B5EF4-FFF2-40B4-BE49-F238E27FC236}">
                <a16:creationId xmlns:a16="http://schemas.microsoft.com/office/drawing/2014/main" id="{50B8D7B8-6F45-8AB2-FBF3-4F5D3C6E1112}"/>
              </a:ext>
            </a:extLst>
          </p:cNvPr>
          <p:cNvSpPr txBox="1">
            <a:spLocks noChangeArrowheads="1"/>
          </p:cNvSpPr>
          <p:nvPr/>
        </p:nvSpPr>
        <p:spPr bwMode="auto">
          <a:xfrm>
            <a:off x="3492500" y="4365625"/>
            <a:ext cx="1962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3600" b="1">
                <a:solidFill>
                  <a:srgbClr val="000066"/>
                </a:solidFill>
                <a:latin typeface="楷体_GB2312" pitchFamily="49" charset="-122"/>
                <a:ea typeface="楷体_GB2312" pitchFamily="49" charset="-122"/>
              </a:rPr>
              <a:t>其中</a:t>
            </a:r>
          </a:p>
        </p:txBody>
      </p:sp>
      <p:sp>
        <p:nvSpPr>
          <p:cNvPr id="100365" name="Text Box 13">
            <a:extLst>
              <a:ext uri="{FF2B5EF4-FFF2-40B4-BE49-F238E27FC236}">
                <a16:creationId xmlns:a16="http://schemas.microsoft.com/office/drawing/2014/main" id="{FFC8114C-051B-7A69-9B7A-596B211DE0D3}"/>
              </a:ext>
            </a:extLst>
          </p:cNvPr>
          <p:cNvSpPr txBox="1">
            <a:spLocks noChangeArrowheads="1"/>
          </p:cNvSpPr>
          <p:nvPr/>
        </p:nvSpPr>
        <p:spPr bwMode="auto">
          <a:xfrm>
            <a:off x="960438" y="5461000"/>
            <a:ext cx="7427912"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000066"/>
                </a:solidFill>
                <a:latin typeface="楷体_GB2312" pitchFamily="49" charset="-122"/>
                <a:ea typeface="楷体_GB2312" pitchFamily="49" charset="-122"/>
              </a:rPr>
              <a:t>显然当      时，就是傅里叶变换</a:t>
            </a:r>
            <a:r>
              <a:rPr lang="zh-CN" altLang="en-US" sz="2800" b="1">
                <a:solidFill>
                  <a:srgbClr val="000066"/>
                </a:solidFill>
                <a:latin typeface="楷体_GB2312" pitchFamily="49" charset="-122"/>
                <a:ea typeface="楷体_GB2312" pitchFamily="49" charset="-122"/>
              </a:rPr>
              <a:t>。</a:t>
            </a:r>
          </a:p>
        </p:txBody>
      </p:sp>
      <p:graphicFrame>
        <p:nvGraphicFramePr>
          <p:cNvPr id="100366" name="Object 14">
            <a:extLst>
              <a:ext uri="{FF2B5EF4-FFF2-40B4-BE49-F238E27FC236}">
                <a16:creationId xmlns:a16="http://schemas.microsoft.com/office/drawing/2014/main" id="{533A8926-AEC9-78D5-7B62-44796654078A}"/>
              </a:ext>
            </a:extLst>
          </p:cNvPr>
          <p:cNvGraphicFramePr>
            <a:graphicFrameLocks noChangeAspect="1"/>
          </p:cNvGraphicFramePr>
          <p:nvPr/>
        </p:nvGraphicFramePr>
        <p:xfrm>
          <a:off x="2484438" y="5589588"/>
          <a:ext cx="1206500" cy="565150"/>
        </p:xfrm>
        <a:graphic>
          <a:graphicData uri="http://schemas.openxmlformats.org/presentationml/2006/ole">
            <mc:AlternateContent xmlns:mc="http://schemas.openxmlformats.org/markup-compatibility/2006">
              <mc:Choice xmlns:v="urn:schemas-microsoft-com:vml" Requires="v">
                <p:oleObj name="Equation" r:id="rId11" imgW="444240" imgH="190440" progId="Equation.DSMT4">
                  <p:embed/>
                </p:oleObj>
              </mc:Choice>
              <mc:Fallback>
                <p:oleObj name="Equation" r:id="rId11" imgW="444240" imgH="190440" progId="Equation.DSMT4">
                  <p:embed/>
                  <p:pic>
                    <p:nvPicPr>
                      <p:cNvPr id="0" name="Object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484438" y="5589588"/>
                        <a:ext cx="1206500" cy="565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0368" name="Text Box 16">
            <a:extLst>
              <a:ext uri="{FF2B5EF4-FFF2-40B4-BE49-F238E27FC236}">
                <a16:creationId xmlns:a16="http://schemas.microsoft.com/office/drawing/2014/main" id="{5B280D2B-73E1-8920-79C7-C4B5E72690EE}"/>
              </a:ext>
            </a:extLst>
          </p:cNvPr>
          <p:cNvSpPr txBox="1">
            <a:spLocks noChangeArrowheads="1"/>
          </p:cNvSpPr>
          <p:nvPr/>
        </p:nvSpPr>
        <p:spPr bwMode="auto">
          <a:xfrm>
            <a:off x="539750" y="836613"/>
            <a:ext cx="39941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1">
                <a:solidFill>
                  <a:srgbClr val="000066"/>
                </a:solidFill>
                <a:latin typeface="Times New Roman" panose="02020603050405020304" pitchFamily="18" charset="0"/>
                <a:ea typeface="楷体_GB2312" pitchFamily="49" charset="-122"/>
              </a:rPr>
              <a:t>The  Laplace  Transform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a:extLst>
              <a:ext uri="{FF2B5EF4-FFF2-40B4-BE49-F238E27FC236}">
                <a16:creationId xmlns:a16="http://schemas.microsoft.com/office/drawing/2014/main" id="{B70BC458-CBB7-906F-4A8E-648668413848}"/>
              </a:ext>
            </a:extLst>
          </p:cNvPr>
          <p:cNvSpPr>
            <a:spLocks noRot="1" noChangeArrowheads="1"/>
          </p:cNvSpPr>
          <p:nvPr/>
        </p:nvSpPr>
        <p:spPr bwMode="auto">
          <a:xfrm>
            <a:off x="0" y="0"/>
            <a:ext cx="7667625" cy="765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gn="l"/>
            <a:r>
              <a:rPr lang="zh-CN" altLang="en-US" b="1">
                <a:solidFill>
                  <a:srgbClr val="760C04"/>
                </a:solidFill>
                <a:latin typeface="楷体_GB2312" pitchFamily="49" charset="-122"/>
                <a:ea typeface="楷体_GB2312" pitchFamily="49" charset="-122"/>
              </a:rPr>
              <a:t>一</a:t>
            </a:r>
            <a:r>
              <a:rPr lang="en-US" altLang="zh-CN" b="1">
                <a:solidFill>
                  <a:srgbClr val="760C04"/>
                </a:solidFill>
                <a:latin typeface="楷体_GB2312" pitchFamily="49" charset="-122"/>
                <a:ea typeface="楷体_GB2312" pitchFamily="49" charset="-122"/>
              </a:rPr>
              <a:t>.</a:t>
            </a:r>
            <a:r>
              <a:rPr lang="zh-CN" altLang="en-US" b="1">
                <a:solidFill>
                  <a:srgbClr val="760C04"/>
                </a:solidFill>
                <a:latin typeface="楷体_GB2312" pitchFamily="49" charset="-122"/>
                <a:ea typeface="楷体_GB2312" pitchFamily="49" charset="-122"/>
              </a:rPr>
              <a:t>双边拉氏变换的定义：</a:t>
            </a:r>
          </a:p>
        </p:txBody>
      </p:sp>
      <p:graphicFrame>
        <p:nvGraphicFramePr>
          <p:cNvPr id="99331" name="Object 3">
            <a:extLst>
              <a:ext uri="{FF2B5EF4-FFF2-40B4-BE49-F238E27FC236}">
                <a16:creationId xmlns:a16="http://schemas.microsoft.com/office/drawing/2014/main" id="{C2B8A48A-21C3-9DC0-B9C6-FB2F3A46B8E9}"/>
              </a:ext>
            </a:extLst>
          </p:cNvPr>
          <p:cNvGraphicFramePr>
            <a:graphicFrameLocks noChangeAspect="1"/>
          </p:cNvGraphicFramePr>
          <p:nvPr/>
        </p:nvGraphicFramePr>
        <p:xfrm>
          <a:off x="2268538" y="692150"/>
          <a:ext cx="4362450" cy="1074738"/>
        </p:xfrm>
        <a:graphic>
          <a:graphicData uri="http://schemas.openxmlformats.org/presentationml/2006/ole">
            <mc:AlternateContent xmlns:mc="http://schemas.openxmlformats.org/markup-compatibility/2006">
              <mc:Choice xmlns:v="urn:schemas-microsoft-com:vml" Requires="v">
                <p:oleObj name="Equation" r:id="rId2" imgW="1257120" imgH="330120" progId="Equation.DSMT4">
                  <p:embed/>
                </p:oleObj>
              </mc:Choice>
              <mc:Fallback>
                <p:oleObj name="Equation" r:id="rId2" imgW="1257120" imgH="330120" progId="Equation.DSMT4">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8538" y="692150"/>
                        <a:ext cx="4362450" cy="1074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9333" name="Text Box 5">
            <a:extLst>
              <a:ext uri="{FF2B5EF4-FFF2-40B4-BE49-F238E27FC236}">
                <a16:creationId xmlns:a16="http://schemas.microsoft.com/office/drawing/2014/main" id="{1FAAA23F-400E-EBB9-A94F-CE519F8A707E}"/>
              </a:ext>
            </a:extLst>
          </p:cNvPr>
          <p:cNvSpPr txBox="1">
            <a:spLocks noChangeArrowheads="1"/>
          </p:cNvSpPr>
          <p:nvPr/>
        </p:nvSpPr>
        <p:spPr bwMode="auto">
          <a:xfrm>
            <a:off x="0" y="1700213"/>
            <a:ext cx="8820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3600" b="1">
                <a:solidFill>
                  <a:srgbClr val="000066"/>
                </a:solidFill>
                <a:latin typeface="楷体_GB2312" pitchFamily="49" charset="-122"/>
                <a:ea typeface="楷体_GB2312" pitchFamily="49" charset="-122"/>
              </a:rPr>
              <a:t>称为    的</a:t>
            </a:r>
            <a:r>
              <a:rPr lang="zh-CN" altLang="en-US" sz="3600" b="1">
                <a:solidFill>
                  <a:srgbClr val="760C04"/>
                </a:solidFill>
                <a:latin typeface="楷体_GB2312" pitchFamily="49" charset="-122"/>
                <a:ea typeface="楷体_GB2312" pitchFamily="49" charset="-122"/>
              </a:rPr>
              <a:t>双边拉氏变换</a:t>
            </a:r>
            <a:r>
              <a:rPr lang="zh-CN" altLang="en-US" sz="3600" b="1">
                <a:solidFill>
                  <a:srgbClr val="000066"/>
                </a:solidFill>
                <a:latin typeface="楷体_GB2312" pitchFamily="49" charset="-122"/>
                <a:ea typeface="楷体_GB2312" pitchFamily="49" charset="-122"/>
              </a:rPr>
              <a:t>，其中  </a:t>
            </a:r>
            <a:r>
              <a:rPr lang="zh-CN" altLang="en-US" sz="2800" b="1">
                <a:solidFill>
                  <a:srgbClr val="000066"/>
                </a:solidFill>
                <a:latin typeface="楷体_GB2312" pitchFamily="49" charset="-122"/>
                <a:ea typeface="楷体_GB2312" pitchFamily="49" charset="-122"/>
              </a:rPr>
              <a:t>         </a:t>
            </a:r>
          </a:p>
        </p:txBody>
      </p:sp>
      <p:graphicFrame>
        <p:nvGraphicFramePr>
          <p:cNvPr id="99334" name="Object 6">
            <a:extLst>
              <a:ext uri="{FF2B5EF4-FFF2-40B4-BE49-F238E27FC236}">
                <a16:creationId xmlns:a16="http://schemas.microsoft.com/office/drawing/2014/main" id="{CEAA58FF-4ACE-E91C-04F9-2AE33CE46B09}"/>
              </a:ext>
            </a:extLst>
          </p:cNvPr>
          <p:cNvGraphicFramePr>
            <a:graphicFrameLocks noChangeAspect="1"/>
          </p:cNvGraphicFramePr>
          <p:nvPr/>
        </p:nvGraphicFramePr>
        <p:xfrm>
          <a:off x="1042988" y="1773238"/>
          <a:ext cx="860425" cy="544512"/>
        </p:xfrm>
        <a:graphic>
          <a:graphicData uri="http://schemas.openxmlformats.org/presentationml/2006/ole">
            <mc:AlternateContent xmlns:mc="http://schemas.openxmlformats.org/markup-compatibility/2006">
              <mc:Choice xmlns:v="urn:schemas-microsoft-com:vml" Requires="v">
                <p:oleObj name="Equation" r:id="rId4" imgW="279360" imgH="203040" progId="Equation.DSMT4">
                  <p:embed/>
                </p:oleObj>
              </mc:Choice>
              <mc:Fallback>
                <p:oleObj name="Equation" r:id="rId4" imgW="279360" imgH="203040" progId="Equation.DSMT4">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42988" y="1773238"/>
                        <a:ext cx="860425" cy="544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9335" name="Object 7">
            <a:extLst>
              <a:ext uri="{FF2B5EF4-FFF2-40B4-BE49-F238E27FC236}">
                <a16:creationId xmlns:a16="http://schemas.microsoft.com/office/drawing/2014/main" id="{E183C6FE-06BE-B1C9-EF27-53CC5C286E1A}"/>
              </a:ext>
            </a:extLst>
          </p:cNvPr>
          <p:cNvGraphicFramePr>
            <a:graphicFrameLocks noChangeAspect="1"/>
          </p:cNvGraphicFramePr>
          <p:nvPr/>
        </p:nvGraphicFramePr>
        <p:xfrm>
          <a:off x="6948488" y="1773238"/>
          <a:ext cx="1836737" cy="504825"/>
        </p:xfrm>
        <a:graphic>
          <a:graphicData uri="http://schemas.openxmlformats.org/presentationml/2006/ole">
            <mc:AlternateContent xmlns:mc="http://schemas.openxmlformats.org/markup-compatibility/2006">
              <mc:Choice xmlns:v="urn:schemas-microsoft-com:vml" Requires="v">
                <p:oleObj name="Equation" r:id="rId6" imgW="685800" imgH="190440" progId="Equation.DSMT4">
                  <p:embed/>
                </p:oleObj>
              </mc:Choice>
              <mc:Fallback>
                <p:oleObj name="Equation" r:id="rId6" imgW="685800" imgH="190440" progId="Equation.DSMT4">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948488" y="1773238"/>
                        <a:ext cx="1836737"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9337" name="Text Box 9">
            <a:extLst>
              <a:ext uri="{FF2B5EF4-FFF2-40B4-BE49-F238E27FC236}">
                <a16:creationId xmlns:a16="http://schemas.microsoft.com/office/drawing/2014/main" id="{FFFB03C6-0A1B-5D29-C8A8-A5CF20CADAD4}"/>
              </a:ext>
            </a:extLst>
          </p:cNvPr>
          <p:cNvSpPr txBox="1">
            <a:spLocks noChangeArrowheads="1"/>
          </p:cNvSpPr>
          <p:nvPr/>
        </p:nvSpPr>
        <p:spPr bwMode="auto">
          <a:xfrm>
            <a:off x="250825" y="2420938"/>
            <a:ext cx="4781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000066"/>
                </a:solidFill>
                <a:latin typeface="楷体_GB2312" pitchFamily="49" charset="-122"/>
                <a:ea typeface="楷体_GB2312" pitchFamily="49" charset="-122"/>
              </a:rPr>
              <a:t>若      ，     则有</a:t>
            </a:r>
            <a:r>
              <a:rPr lang="en-US" altLang="zh-CN" sz="3600" b="1">
                <a:solidFill>
                  <a:srgbClr val="000066"/>
                </a:solidFill>
                <a:latin typeface="楷体_GB2312" pitchFamily="49" charset="-122"/>
                <a:ea typeface="楷体_GB2312" pitchFamily="49" charset="-122"/>
              </a:rPr>
              <a:t>:</a:t>
            </a:r>
          </a:p>
        </p:txBody>
      </p:sp>
      <p:graphicFrame>
        <p:nvGraphicFramePr>
          <p:cNvPr id="99338" name="Object 10">
            <a:extLst>
              <a:ext uri="{FF2B5EF4-FFF2-40B4-BE49-F238E27FC236}">
                <a16:creationId xmlns:a16="http://schemas.microsoft.com/office/drawing/2014/main" id="{830541D7-B5B6-130D-13CB-9C38C8FCF084}"/>
              </a:ext>
            </a:extLst>
          </p:cNvPr>
          <p:cNvGraphicFramePr>
            <a:graphicFrameLocks noChangeAspect="1"/>
          </p:cNvGraphicFramePr>
          <p:nvPr/>
        </p:nvGraphicFramePr>
        <p:xfrm>
          <a:off x="971550" y="2492375"/>
          <a:ext cx="990600" cy="461963"/>
        </p:xfrm>
        <a:graphic>
          <a:graphicData uri="http://schemas.openxmlformats.org/presentationml/2006/ole">
            <mc:AlternateContent xmlns:mc="http://schemas.openxmlformats.org/markup-compatibility/2006">
              <mc:Choice xmlns:v="urn:schemas-microsoft-com:vml" Requires="v">
                <p:oleObj name="Equation" r:id="rId8" imgW="380880" imgH="177480" progId="Equation.DSMT4">
                  <p:embed/>
                </p:oleObj>
              </mc:Choice>
              <mc:Fallback>
                <p:oleObj name="Equation" r:id="rId8" imgW="380880" imgH="177480" progId="Equation.DSMT4">
                  <p:embed/>
                  <p:pic>
                    <p:nvPicPr>
                      <p:cNvPr id="0"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71550" y="2492375"/>
                        <a:ext cx="99060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9339" name="Object 11">
            <a:extLst>
              <a:ext uri="{FF2B5EF4-FFF2-40B4-BE49-F238E27FC236}">
                <a16:creationId xmlns:a16="http://schemas.microsoft.com/office/drawing/2014/main" id="{A1BAC400-1C7F-EAE5-B3B9-4C2C7AE6188A}"/>
              </a:ext>
            </a:extLst>
          </p:cNvPr>
          <p:cNvGraphicFramePr>
            <a:graphicFrameLocks noChangeAspect="1"/>
          </p:cNvGraphicFramePr>
          <p:nvPr/>
        </p:nvGraphicFramePr>
        <p:xfrm>
          <a:off x="2555875" y="2420938"/>
          <a:ext cx="1066800" cy="533400"/>
        </p:xfrm>
        <a:graphic>
          <a:graphicData uri="http://schemas.openxmlformats.org/presentationml/2006/ole">
            <mc:AlternateContent xmlns:mc="http://schemas.openxmlformats.org/markup-compatibility/2006">
              <mc:Choice xmlns:v="urn:schemas-microsoft-com:vml" Requires="v">
                <p:oleObj name="Equation" r:id="rId10" imgW="444240" imgH="190440" progId="Equation.DSMT4">
                  <p:embed/>
                </p:oleObj>
              </mc:Choice>
              <mc:Fallback>
                <p:oleObj name="Equation" r:id="rId10" imgW="444240" imgH="190440" progId="Equation.DSMT4">
                  <p:embed/>
                  <p:pic>
                    <p:nvPicPr>
                      <p:cNvPr id="0" name="Object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55875" y="2420938"/>
                        <a:ext cx="10668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9340" name="Object 12">
            <a:extLst>
              <a:ext uri="{FF2B5EF4-FFF2-40B4-BE49-F238E27FC236}">
                <a16:creationId xmlns:a16="http://schemas.microsoft.com/office/drawing/2014/main" id="{AEA70BF8-BBAD-5F9B-566B-E5CCFD4A3475}"/>
              </a:ext>
            </a:extLst>
          </p:cNvPr>
          <p:cNvGraphicFramePr>
            <a:graphicFrameLocks noChangeAspect="1"/>
          </p:cNvGraphicFramePr>
          <p:nvPr/>
        </p:nvGraphicFramePr>
        <p:xfrm>
          <a:off x="1979613" y="2924175"/>
          <a:ext cx="4897437" cy="917575"/>
        </p:xfrm>
        <a:graphic>
          <a:graphicData uri="http://schemas.openxmlformats.org/presentationml/2006/ole">
            <mc:AlternateContent xmlns:mc="http://schemas.openxmlformats.org/markup-compatibility/2006">
              <mc:Choice xmlns:v="urn:schemas-microsoft-com:vml" Requires="v">
                <p:oleObj name="Equation" r:id="rId12" imgW="1447560" imgH="330120" progId="Equation.DSMT4">
                  <p:embed/>
                </p:oleObj>
              </mc:Choice>
              <mc:Fallback>
                <p:oleObj name="Equation" r:id="rId12" imgW="1447560" imgH="330120" progId="Equation.DSMT4">
                  <p:embed/>
                  <p:pic>
                    <p:nvPicPr>
                      <p:cNvPr id="0" name="Object 1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979613" y="2924175"/>
                        <a:ext cx="4897437" cy="917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9342" name="Text Box 14">
            <a:extLst>
              <a:ext uri="{FF2B5EF4-FFF2-40B4-BE49-F238E27FC236}">
                <a16:creationId xmlns:a16="http://schemas.microsoft.com/office/drawing/2014/main" id="{B8461291-ABAB-C01F-0382-379DE3329573}"/>
              </a:ext>
            </a:extLst>
          </p:cNvPr>
          <p:cNvSpPr txBox="1">
            <a:spLocks noChangeArrowheads="1"/>
          </p:cNvSpPr>
          <p:nvPr/>
        </p:nvSpPr>
        <p:spPr bwMode="auto">
          <a:xfrm>
            <a:off x="827088" y="3860800"/>
            <a:ext cx="5872162"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1">
                <a:latin typeface="楷体_GB2312" pitchFamily="49" charset="-122"/>
                <a:ea typeface="楷体_GB2312" pitchFamily="49" charset="-122"/>
              </a:rPr>
              <a:t> </a:t>
            </a:r>
            <a:r>
              <a:rPr lang="zh-CN" altLang="en-US" sz="3600" b="1">
                <a:solidFill>
                  <a:srgbClr val="000066"/>
                </a:solidFill>
                <a:latin typeface="楷体_GB2312" pitchFamily="49" charset="-122"/>
                <a:ea typeface="楷体_GB2312" pitchFamily="49" charset="-122"/>
              </a:rPr>
              <a:t>这就是    的傅里叶变换。</a:t>
            </a:r>
          </a:p>
        </p:txBody>
      </p:sp>
      <p:graphicFrame>
        <p:nvGraphicFramePr>
          <p:cNvPr id="99343" name="Object 15">
            <a:extLst>
              <a:ext uri="{FF2B5EF4-FFF2-40B4-BE49-F238E27FC236}">
                <a16:creationId xmlns:a16="http://schemas.microsoft.com/office/drawing/2014/main" id="{0F5D056B-C0A5-0992-368E-A45C65C2E241}"/>
              </a:ext>
            </a:extLst>
          </p:cNvPr>
          <p:cNvGraphicFramePr>
            <a:graphicFrameLocks noChangeAspect="1"/>
          </p:cNvGraphicFramePr>
          <p:nvPr/>
        </p:nvGraphicFramePr>
        <p:xfrm>
          <a:off x="2627313" y="3933825"/>
          <a:ext cx="749300" cy="544513"/>
        </p:xfrm>
        <a:graphic>
          <a:graphicData uri="http://schemas.openxmlformats.org/presentationml/2006/ole">
            <mc:AlternateContent xmlns:mc="http://schemas.openxmlformats.org/markup-compatibility/2006">
              <mc:Choice xmlns:v="urn:schemas-microsoft-com:vml" Requires="v">
                <p:oleObj name="Equation" r:id="rId14" imgW="279360" imgH="203040" progId="Equation.DSMT4">
                  <p:embed/>
                </p:oleObj>
              </mc:Choice>
              <mc:Fallback>
                <p:oleObj name="Equation" r:id="rId14" imgW="279360" imgH="203040" progId="Equation.DSMT4">
                  <p:embed/>
                  <p:pic>
                    <p:nvPicPr>
                      <p:cNvPr id="0" name="Object 1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27313" y="3933825"/>
                        <a:ext cx="749300" cy="544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9345" name="Text Box 17">
            <a:extLst>
              <a:ext uri="{FF2B5EF4-FFF2-40B4-BE49-F238E27FC236}">
                <a16:creationId xmlns:a16="http://schemas.microsoft.com/office/drawing/2014/main" id="{C1AFB875-F147-F411-A4BC-B80752179028}"/>
              </a:ext>
            </a:extLst>
          </p:cNvPr>
          <p:cNvSpPr txBox="1">
            <a:spLocks noChangeArrowheads="1"/>
          </p:cNvSpPr>
          <p:nvPr/>
        </p:nvSpPr>
        <p:spPr bwMode="auto">
          <a:xfrm>
            <a:off x="0" y="4508500"/>
            <a:ext cx="9144000" cy="1830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zh-CN" altLang="en-US" sz="3600" b="1">
                <a:solidFill>
                  <a:srgbClr val="000066"/>
                </a:solidFill>
                <a:latin typeface="楷体_GB2312" pitchFamily="49" charset="-122"/>
                <a:ea typeface="楷体_GB2312" pitchFamily="49" charset="-122"/>
              </a:rPr>
              <a:t>即：</a:t>
            </a:r>
            <a:r>
              <a:rPr lang="en-US" altLang="zh-CN" sz="3600" b="1">
                <a:solidFill>
                  <a:srgbClr val="760C04"/>
                </a:solidFill>
                <a:latin typeface="楷体_GB2312" pitchFamily="49" charset="-122"/>
                <a:ea typeface="楷体_GB2312" pitchFamily="49" charset="-122"/>
              </a:rPr>
              <a:t>CTFT</a:t>
            </a:r>
            <a:r>
              <a:rPr lang="zh-CN" altLang="en-US" sz="3600" b="1">
                <a:solidFill>
                  <a:srgbClr val="760C04"/>
                </a:solidFill>
                <a:latin typeface="楷体_GB2312" pitchFamily="49" charset="-122"/>
                <a:ea typeface="楷体_GB2312" pitchFamily="49" charset="-122"/>
              </a:rPr>
              <a:t>是双边拉普拉斯变换在      或是在</a:t>
            </a:r>
            <a:r>
              <a:rPr lang="el-GR" altLang="zh-CN" sz="3600" b="1">
                <a:solidFill>
                  <a:srgbClr val="760C04"/>
                </a:solidFill>
                <a:latin typeface="Times New Roman" panose="02020603050405020304" pitchFamily="18" charset="0"/>
                <a:ea typeface="楷体_GB2312" pitchFamily="49" charset="-122"/>
                <a:cs typeface="Times New Roman" panose="02020603050405020304" pitchFamily="18" charset="0"/>
              </a:rPr>
              <a:t>σ</a:t>
            </a:r>
            <a:r>
              <a:rPr lang="zh-CN" altLang="el-GR" sz="3600" b="1">
                <a:solidFill>
                  <a:srgbClr val="760C04"/>
                </a:solidFill>
                <a:latin typeface="Times New Roman" panose="02020603050405020304" pitchFamily="18" charset="0"/>
                <a:ea typeface="楷体_GB2312" pitchFamily="49" charset="-122"/>
                <a:cs typeface="Times New Roman" panose="02020603050405020304" pitchFamily="18" charset="0"/>
              </a:rPr>
              <a:t>，</a:t>
            </a:r>
            <a:r>
              <a:rPr lang="el-GR" altLang="zh-CN" sz="3600" b="1">
                <a:solidFill>
                  <a:srgbClr val="760C04"/>
                </a:solidFill>
                <a:latin typeface="Times New Roman" panose="02020603050405020304" pitchFamily="18" charset="0"/>
                <a:ea typeface="楷体_GB2312" pitchFamily="49" charset="-122"/>
                <a:cs typeface="Times New Roman" panose="02020603050405020304" pitchFamily="18" charset="0"/>
              </a:rPr>
              <a:t>ω</a:t>
            </a:r>
            <a:r>
              <a:rPr lang="zh-CN" altLang="el-GR" sz="3600" b="1">
                <a:solidFill>
                  <a:srgbClr val="760C04"/>
                </a:solidFill>
                <a:latin typeface="Times New Roman" panose="02020603050405020304" pitchFamily="18" charset="0"/>
                <a:ea typeface="楷体_GB2312" pitchFamily="49" charset="-122"/>
                <a:cs typeface="Times New Roman" panose="02020603050405020304" pitchFamily="18" charset="0"/>
              </a:rPr>
              <a:t>复平面上的</a:t>
            </a:r>
            <a:r>
              <a:rPr lang="el-GR" altLang="zh-CN" sz="3600" b="1">
                <a:solidFill>
                  <a:srgbClr val="760C04"/>
                </a:solidFill>
                <a:latin typeface="Times New Roman" panose="02020603050405020304" pitchFamily="18" charset="0"/>
                <a:ea typeface="楷体_GB2312" pitchFamily="49" charset="-122"/>
                <a:cs typeface="Times New Roman" panose="02020603050405020304" pitchFamily="18" charset="0"/>
              </a:rPr>
              <a:t>j</a:t>
            </a:r>
            <a:r>
              <a:rPr lang="el-GR" altLang="zh-CN" sz="4000" b="1">
                <a:solidFill>
                  <a:srgbClr val="760C04"/>
                </a:solidFill>
              </a:rPr>
              <a:t>ω</a:t>
            </a:r>
            <a:r>
              <a:rPr lang="zh-CN" altLang="en-US" sz="3600" b="1">
                <a:solidFill>
                  <a:srgbClr val="760C04"/>
                </a:solidFill>
                <a:latin typeface="楷体_GB2312" pitchFamily="49" charset="-122"/>
                <a:ea typeface="楷体_GB2312" pitchFamily="49" charset="-122"/>
              </a:rPr>
              <a:t>轴上的特例</a:t>
            </a:r>
            <a:r>
              <a:rPr lang="zh-CN" altLang="en-US" sz="2800" b="1">
                <a:solidFill>
                  <a:srgbClr val="760C04"/>
                </a:solidFill>
                <a:latin typeface="楷体_GB2312" pitchFamily="49" charset="-122"/>
                <a:ea typeface="楷体_GB2312" pitchFamily="49" charset="-122"/>
              </a:rPr>
              <a:t>。</a:t>
            </a:r>
          </a:p>
        </p:txBody>
      </p:sp>
      <p:graphicFrame>
        <p:nvGraphicFramePr>
          <p:cNvPr id="99346" name="Object 18">
            <a:extLst>
              <a:ext uri="{FF2B5EF4-FFF2-40B4-BE49-F238E27FC236}">
                <a16:creationId xmlns:a16="http://schemas.microsoft.com/office/drawing/2014/main" id="{8BC6C382-A934-16B1-BDC4-E2658FB284F8}"/>
              </a:ext>
            </a:extLst>
          </p:cNvPr>
          <p:cNvGraphicFramePr>
            <a:graphicFrameLocks noChangeAspect="1"/>
          </p:cNvGraphicFramePr>
          <p:nvPr/>
        </p:nvGraphicFramePr>
        <p:xfrm>
          <a:off x="6659563" y="4868863"/>
          <a:ext cx="957262" cy="473075"/>
        </p:xfrm>
        <a:graphic>
          <a:graphicData uri="http://schemas.openxmlformats.org/presentationml/2006/ole">
            <mc:AlternateContent xmlns:mc="http://schemas.openxmlformats.org/markup-compatibility/2006">
              <mc:Choice xmlns:v="urn:schemas-microsoft-com:vml" Requires="v">
                <p:oleObj name="Equation" r:id="rId15" imgW="380880" imgH="177480" progId="Equation.DSMT4">
                  <p:embed/>
                </p:oleObj>
              </mc:Choice>
              <mc:Fallback>
                <p:oleObj name="Equation" r:id="rId15" imgW="380880" imgH="177480" progId="Equation.DSMT4">
                  <p:embed/>
                  <p:pic>
                    <p:nvPicPr>
                      <p:cNvPr id="0" name="Object 1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659563" y="4868863"/>
                        <a:ext cx="957262"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99331"/>
                                        </p:tgtEl>
                                        <p:attrNameLst>
                                          <p:attrName>style.visibility</p:attrName>
                                        </p:attrNameLst>
                                      </p:cBhvr>
                                      <p:to>
                                        <p:strVal val="visible"/>
                                      </p:to>
                                    </p:set>
                                    <p:anim calcmode="lin" valueType="num">
                                      <p:cBhvr additive="base">
                                        <p:cTn id="7" dur="500" fill="hold"/>
                                        <p:tgtEl>
                                          <p:spTgt spid="99331"/>
                                        </p:tgtEl>
                                        <p:attrNameLst>
                                          <p:attrName>ppt_x</p:attrName>
                                        </p:attrNameLst>
                                      </p:cBhvr>
                                      <p:tavLst>
                                        <p:tav tm="0">
                                          <p:val>
                                            <p:strVal val="0-#ppt_w/2"/>
                                          </p:val>
                                        </p:tav>
                                        <p:tav tm="100000">
                                          <p:val>
                                            <p:strVal val="#ppt_x"/>
                                          </p:val>
                                        </p:tav>
                                      </p:tavLst>
                                    </p:anim>
                                    <p:anim calcmode="lin" valueType="num">
                                      <p:cBhvr additive="base">
                                        <p:cTn id="8" dur="500" fill="hold"/>
                                        <p:tgtEl>
                                          <p:spTgt spid="9933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8306" name="Group 2">
            <a:extLst>
              <a:ext uri="{FF2B5EF4-FFF2-40B4-BE49-F238E27FC236}">
                <a16:creationId xmlns:a16="http://schemas.microsoft.com/office/drawing/2014/main" id="{3B90660E-B469-262A-B344-E9F4CFA97F93}"/>
              </a:ext>
            </a:extLst>
          </p:cNvPr>
          <p:cNvGrpSpPr>
            <a:grpSpLocks/>
          </p:cNvGrpSpPr>
          <p:nvPr/>
        </p:nvGrpSpPr>
        <p:grpSpPr bwMode="auto">
          <a:xfrm>
            <a:off x="250825" y="0"/>
            <a:ext cx="8569325" cy="1943100"/>
            <a:chOff x="548" y="528"/>
            <a:chExt cx="4561" cy="974"/>
          </a:xfrm>
        </p:grpSpPr>
        <p:graphicFrame>
          <p:nvGraphicFramePr>
            <p:cNvPr id="98307" name="Object 3">
              <a:extLst>
                <a:ext uri="{FF2B5EF4-FFF2-40B4-BE49-F238E27FC236}">
                  <a16:creationId xmlns:a16="http://schemas.microsoft.com/office/drawing/2014/main" id="{35358552-847B-66B5-9B06-2E7D6DD16781}"/>
                </a:ext>
              </a:extLst>
            </p:cNvPr>
            <p:cNvGraphicFramePr>
              <a:graphicFrameLocks noChangeAspect="1"/>
            </p:cNvGraphicFramePr>
            <p:nvPr/>
          </p:nvGraphicFramePr>
          <p:xfrm>
            <a:off x="1056" y="528"/>
            <a:ext cx="4053" cy="535"/>
          </p:xfrm>
          <a:graphic>
            <a:graphicData uri="http://schemas.openxmlformats.org/presentationml/2006/ole">
              <mc:AlternateContent xmlns:mc="http://schemas.openxmlformats.org/markup-compatibility/2006">
                <mc:Choice xmlns:v="urn:schemas-microsoft-com:vml" Requires="v">
                  <p:oleObj name="Equation" r:id="rId2" imgW="2844720" imgH="330120" progId="Equation.DSMT4">
                    <p:embed/>
                  </p:oleObj>
                </mc:Choice>
                <mc:Fallback>
                  <p:oleObj name="Equation" r:id="rId2" imgW="2844720" imgH="330120" progId="Equation.DSMT4">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6" y="528"/>
                          <a:ext cx="4053" cy="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8308" name="Object 4">
              <a:extLst>
                <a:ext uri="{FF2B5EF4-FFF2-40B4-BE49-F238E27FC236}">
                  <a16:creationId xmlns:a16="http://schemas.microsoft.com/office/drawing/2014/main" id="{B04DB25B-9B93-0309-FFA5-1A3450F9BAE8}"/>
                </a:ext>
              </a:extLst>
            </p:cNvPr>
            <p:cNvGraphicFramePr>
              <a:graphicFrameLocks noChangeAspect="1"/>
            </p:cNvGraphicFramePr>
            <p:nvPr/>
          </p:nvGraphicFramePr>
          <p:xfrm>
            <a:off x="1488" y="1104"/>
            <a:ext cx="1488" cy="398"/>
          </p:xfrm>
          <a:graphic>
            <a:graphicData uri="http://schemas.openxmlformats.org/presentationml/2006/ole">
              <mc:AlternateContent xmlns:mc="http://schemas.openxmlformats.org/markup-compatibility/2006">
                <mc:Choice xmlns:v="urn:schemas-microsoft-com:vml" Requires="v">
                  <p:oleObj name="Equation" r:id="rId4" imgW="825480" imgH="228600" progId="Equation.DSMT4">
                    <p:embed/>
                  </p:oleObj>
                </mc:Choice>
                <mc:Fallback>
                  <p:oleObj name="Equation" r:id="rId4" imgW="825480" imgH="228600" progId="Equation.DSMT4">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88" y="1104"/>
                          <a:ext cx="1488" cy="3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8309" name="Text Box 5">
              <a:extLst>
                <a:ext uri="{FF2B5EF4-FFF2-40B4-BE49-F238E27FC236}">
                  <a16:creationId xmlns:a16="http://schemas.microsoft.com/office/drawing/2014/main" id="{C637A93E-F1CA-D285-8D0C-2C8A243AD73E}"/>
                </a:ext>
              </a:extLst>
            </p:cNvPr>
            <p:cNvSpPr txBox="1">
              <a:spLocks noChangeArrowheads="1"/>
            </p:cNvSpPr>
            <p:nvPr/>
          </p:nvSpPr>
          <p:spPr bwMode="auto">
            <a:xfrm>
              <a:off x="548" y="561"/>
              <a:ext cx="586" cy="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000066"/>
                  </a:solidFill>
                  <a:latin typeface="楷体_GB2312" pitchFamily="49" charset="-122"/>
                  <a:ea typeface="楷体_GB2312" pitchFamily="49" charset="-122"/>
                </a:rPr>
                <a:t>由于</a:t>
              </a:r>
            </a:p>
          </p:txBody>
        </p:sp>
      </p:grpSp>
      <p:sp>
        <p:nvSpPr>
          <p:cNvPr id="98311" name="Text Box 7">
            <a:extLst>
              <a:ext uri="{FF2B5EF4-FFF2-40B4-BE49-F238E27FC236}">
                <a16:creationId xmlns:a16="http://schemas.microsoft.com/office/drawing/2014/main" id="{198E8821-0119-0390-ACEF-75253D1CB965}"/>
              </a:ext>
            </a:extLst>
          </p:cNvPr>
          <p:cNvSpPr txBox="1">
            <a:spLocks noChangeArrowheads="1"/>
          </p:cNvSpPr>
          <p:nvPr/>
        </p:nvSpPr>
        <p:spPr bwMode="auto">
          <a:xfrm>
            <a:off x="0" y="1628775"/>
            <a:ext cx="9144000" cy="5092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30000"/>
              </a:lnSpc>
            </a:pPr>
            <a:r>
              <a:rPr lang="en-US" altLang="zh-CN" sz="2800" b="1">
                <a:latin typeface="楷体_GB2312" pitchFamily="49" charset="-122"/>
                <a:ea typeface="楷体_GB2312" pitchFamily="49" charset="-122"/>
              </a:rPr>
              <a:t>  </a:t>
            </a:r>
            <a:r>
              <a:rPr lang="zh-CN" altLang="en-US" sz="3600" b="1">
                <a:solidFill>
                  <a:srgbClr val="000066"/>
                </a:solidFill>
                <a:latin typeface="楷体_GB2312" pitchFamily="49" charset="-122"/>
                <a:ea typeface="楷体_GB2312" pitchFamily="49" charset="-122"/>
              </a:rPr>
              <a:t>所以</a:t>
            </a:r>
            <a:r>
              <a:rPr lang="zh-CN" altLang="en-US" sz="3600" b="1">
                <a:solidFill>
                  <a:srgbClr val="760C04"/>
                </a:solidFill>
                <a:latin typeface="楷体_GB2312" pitchFamily="49" charset="-122"/>
                <a:ea typeface="楷体_GB2312" pitchFamily="49" charset="-122"/>
              </a:rPr>
              <a:t>拉氏变换是对傅里叶变换的推广</a:t>
            </a:r>
            <a:r>
              <a:rPr lang="zh-CN" altLang="en-US" sz="3600" b="1">
                <a:solidFill>
                  <a:srgbClr val="000066"/>
                </a:solidFill>
                <a:latin typeface="楷体_GB2312" pitchFamily="49" charset="-122"/>
                <a:ea typeface="楷体_GB2312" pitchFamily="49" charset="-122"/>
              </a:rPr>
              <a:t>， 　 的拉氏变换就是        的傅里叶变换。只要有合适的  存在，就可以使某些本来不满足狄里赫利条件的信号在引入    后满足该条件。即有些信号的傅氏变换不收敛而它的拉氏变换存在。</a:t>
            </a:r>
          </a:p>
          <a:p>
            <a:pPr>
              <a:lnSpc>
                <a:spcPct val="130000"/>
              </a:lnSpc>
            </a:pPr>
            <a:r>
              <a:rPr lang="zh-CN" altLang="en-US" sz="3600" b="1">
                <a:solidFill>
                  <a:srgbClr val="000066"/>
                </a:solidFill>
                <a:latin typeface="楷体_GB2312" pitchFamily="49" charset="-122"/>
                <a:ea typeface="楷体_GB2312" pitchFamily="49" charset="-122"/>
              </a:rPr>
              <a:t> </a:t>
            </a:r>
            <a:r>
              <a:rPr lang="zh-CN" altLang="en-US" sz="3600" b="1">
                <a:solidFill>
                  <a:srgbClr val="760C04"/>
                </a:solidFill>
                <a:latin typeface="楷体_GB2312" pitchFamily="49" charset="-122"/>
                <a:ea typeface="楷体_GB2312" pitchFamily="49" charset="-122"/>
              </a:rPr>
              <a:t>拉氏变换比傅里叶变换有更广泛的适用性。</a:t>
            </a:r>
          </a:p>
        </p:txBody>
      </p:sp>
      <p:graphicFrame>
        <p:nvGraphicFramePr>
          <p:cNvPr id="98312" name="Object 8">
            <a:extLst>
              <a:ext uri="{FF2B5EF4-FFF2-40B4-BE49-F238E27FC236}">
                <a16:creationId xmlns:a16="http://schemas.microsoft.com/office/drawing/2014/main" id="{A55FF65C-FCCD-3A73-F5DA-94811F8C8204}"/>
              </a:ext>
            </a:extLst>
          </p:cNvPr>
          <p:cNvGraphicFramePr>
            <a:graphicFrameLocks noChangeAspect="1"/>
          </p:cNvGraphicFramePr>
          <p:nvPr/>
        </p:nvGraphicFramePr>
        <p:xfrm>
          <a:off x="8027988" y="1641475"/>
          <a:ext cx="1116012" cy="749300"/>
        </p:xfrm>
        <a:graphic>
          <a:graphicData uri="http://schemas.openxmlformats.org/presentationml/2006/ole">
            <mc:AlternateContent xmlns:mc="http://schemas.openxmlformats.org/markup-compatibility/2006">
              <mc:Choice xmlns:v="urn:schemas-microsoft-com:vml" Requires="v">
                <p:oleObj name="Equation" r:id="rId6" imgW="279360" imgH="203040" progId="Equation.DSMT4">
                  <p:embed/>
                </p:oleObj>
              </mc:Choice>
              <mc:Fallback>
                <p:oleObj name="Equation" r:id="rId6" imgW="279360" imgH="203040" progId="Equation.DSMT4">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027988" y="1641475"/>
                        <a:ext cx="1116012" cy="749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8313" name="Object 9">
            <a:extLst>
              <a:ext uri="{FF2B5EF4-FFF2-40B4-BE49-F238E27FC236}">
                <a16:creationId xmlns:a16="http://schemas.microsoft.com/office/drawing/2014/main" id="{6D2145F2-7FB8-6029-EB75-CCD64B51262A}"/>
              </a:ext>
            </a:extLst>
          </p:cNvPr>
          <p:cNvGraphicFramePr>
            <a:graphicFrameLocks noChangeAspect="1"/>
          </p:cNvGraphicFramePr>
          <p:nvPr/>
        </p:nvGraphicFramePr>
        <p:xfrm>
          <a:off x="6084888" y="3876675"/>
          <a:ext cx="1079500" cy="661988"/>
        </p:xfrm>
        <a:graphic>
          <a:graphicData uri="http://schemas.openxmlformats.org/presentationml/2006/ole">
            <mc:AlternateContent xmlns:mc="http://schemas.openxmlformats.org/markup-compatibility/2006">
              <mc:Choice xmlns:v="urn:schemas-microsoft-com:vml" Requires="v">
                <p:oleObj name="Equation" r:id="rId8" imgW="266400" imgH="203040" progId="Equation.DSMT4">
                  <p:embed/>
                </p:oleObj>
              </mc:Choice>
              <mc:Fallback>
                <p:oleObj name="Equation" r:id="rId8" imgW="266400" imgH="203040" progId="Equation.DSMT4">
                  <p:embed/>
                  <p:pic>
                    <p:nvPicPr>
                      <p:cNvPr id="0"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084888" y="3876675"/>
                        <a:ext cx="1079500" cy="661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8314" name="Object 10">
            <a:extLst>
              <a:ext uri="{FF2B5EF4-FFF2-40B4-BE49-F238E27FC236}">
                <a16:creationId xmlns:a16="http://schemas.microsoft.com/office/drawing/2014/main" id="{E64EF988-CEB3-A368-A96F-96DE5CEAD247}"/>
              </a:ext>
            </a:extLst>
          </p:cNvPr>
          <p:cNvGraphicFramePr>
            <a:graphicFrameLocks noChangeAspect="1"/>
          </p:cNvGraphicFramePr>
          <p:nvPr/>
        </p:nvGraphicFramePr>
        <p:xfrm>
          <a:off x="3348038" y="2420938"/>
          <a:ext cx="1943100" cy="746125"/>
        </p:xfrm>
        <a:graphic>
          <a:graphicData uri="http://schemas.openxmlformats.org/presentationml/2006/ole">
            <mc:AlternateContent xmlns:mc="http://schemas.openxmlformats.org/markup-compatibility/2006">
              <mc:Choice xmlns:v="urn:schemas-microsoft-com:vml" Requires="v">
                <p:oleObj name="Equation" r:id="rId10" imgW="495000" imgH="228600" progId="Equation.DSMT4">
                  <p:embed/>
                </p:oleObj>
              </mc:Choice>
              <mc:Fallback>
                <p:oleObj name="Equation" r:id="rId10" imgW="495000" imgH="228600" progId="Equation.DSMT4">
                  <p:embed/>
                  <p:pic>
                    <p:nvPicPr>
                      <p:cNvPr id="0" name="Object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348038" y="2420938"/>
                        <a:ext cx="1943100" cy="746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8315" name="Object 11">
            <a:extLst>
              <a:ext uri="{FF2B5EF4-FFF2-40B4-BE49-F238E27FC236}">
                <a16:creationId xmlns:a16="http://schemas.microsoft.com/office/drawing/2014/main" id="{8053A6DC-F6D9-FB7F-D9BF-2D9397FF34FE}"/>
              </a:ext>
            </a:extLst>
          </p:cNvPr>
          <p:cNvGraphicFramePr>
            <a:graphicFrameLocks noChangeAspect="1"/>
          </p:cNvGraphicFramePr>
          <p:nvPr/>
        </p:nvGraphicFramePr>
        <p:xfrm>
          <a:off x="2411413" y="3319463"/>
          <a:ext cx="576262" cy="447675"/>
        </p:xfrm>
        <a:graphic>
          <a:graphicData uri="http://schemas.openxmlformats.org/presentationml/2006/ole">
            <mc:AlternateContent xmlns:mc="http://schemas.openxmlformats.org/markup-compatibility/2006">
              <mc:Choice xmlns:v="urn:schemas-microsoft-com:vml" Requires="v">
                <p:oleObj name="Equation" r:id="rId12" imgW="152280" imgH="139680" progId="Equation.DSMT4">
                  <p:embed/>
                </p:oleObj>
              </mc:Choice>
              <mc:Fallback>
                <p:oleObj name="Equation" r:id="rId12" imgW="152280" imgH="139680" progId="Equation.DSMT4">
                  <p:embed/>
                  <p:pic>
                    <p:nvPicPr>
                      <p:cNvPr id="0" name="Object 1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411413" y="3319463"/>
                        <a:ext cx="576262" cy="447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7282" name="Object 2">
            <a:extLst>
              <a:ext uri="{FF2B5EF4-FFF2-40B4-BE49-F238E27FC236}">
                <a16:creationId xmlns:a16="http://schemas.microsoft.com/office/drawing/2014/main" id="{86E9058A-B4DC-F485-7F4E-5FFD869F1930}"/>
              </a:ext>
            </a:extLst>
          </p:cNvPr>
          <p:cNvGraphicFramePr>
            <a:graphicFrameLocks noChangeAspect="1"/>
          </p:cNvGraphicFramePr>
          <p:nvPr/>
        </p:nvGraphicFramePr>
        <p:xfrm>
          <a:off x="1619250" y="0"/>
          <a:ext cx="3451225" cy="900113"/>
        </p:xfrm>
        <a:graphic>
          <a:graphicData uri="http://schemas.openxmlformats.org/presentationml/2006/ole">
            <mc:AlternateContent xmlns:mc="http://schemas.openxmlformats.org/markup-compatibility/2006">
              <mc:Choice xmlns:v="urn:schemas-microsoft-com:vml" Requires="v">
                <p:oleObj name="Equation" r:id="rId2" imgW="876240" imgH="228600" progId="Equation.DSMT4">
                  <p:embed/>
                </p:oleObj>
              </mc:Choice>
              <mc:Fallback>
                <p:oleObj name="Equation" r:id="rId2" imgW="876240" imgH="228600" progId="Equation.DSMT4">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9250" y="0"/>
                        <a:ext cx="3451225" cy="900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7283" name="Text Box 3">
            <a:extLst>
              <a:ext uri="{FF2B5EF4-FFF2-40B4-BE49-F238E27FC236}">
                <a16:creationId xmlns:a16="http://schemas.microsoft.com/office/drawing/2014/main" id="{8F2054AA-3467-C9A0-9BE9-B3A91E415271}"/>
              </a:ext>
            </a:extLst>
          </p:cNvPr>
          <p:cNvSpPr txBox="1">
            <a:spLocks noChangeArrowheads="1"/>
          </p:cNvSpPr>
          <p:nvPr/>
        </p:nvSpPr>
        <p:spPr bwMode="auto">
          <a:xfrm>
            <a:off x="323850" y="333375"/>
            <a:ext cx="102393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901F16"/>
                </a:solidFill>
                <a:ea typeface="楷体_GB2312" pitchFamily="49" charset="-122"/>
              </a:rPr>
              <a:t>例</a:t>
            </a:r>
            <a:r>
              <a:rPr lang="en-US" altLang="zh-CN" sz="3600" b="1">
                <a:solidFill>
                  <a:srgbClr val="901F16"/>
                </a:solidFill>
                <a:ea typeface="楷体_GB2312" pitchFamily="49" charset="-122"/>
              </a:rPr>
              <a:t>1.</a:t>
            </a:r>
          </a:p>
        </p:txBody>
      </p:sp>
      <p:sp>
        <p:nvSpPr>
          <p:cNvPr id="97286" name="Text Box 6">
            <a:extLst>
              <a:ext uri="{FF2B5EF4-FFF2-40B4-BE49-F238E27FC236}">
                <a16:creationId xmlns:a16="http://schemas.microsoft.com/office/drawing/2014/main" id="{D1196028-38C3-73B2-4646-44677EE2EEBB}"/>
              </a:ext>
            </a:extLst>
          </p:cNvPr>
          <p:cNvSpPr txBox="1">
            <a:spLocks noChangeArrowheads="1"/>
          </p:cNvSpPr>
          <p:nvPr/>
        </p:nvSpPr>
        <p:spPr bwMode="auto">
          <a:xfrm>
            <a:off x="0" y="3716338"/>
            <a:ext cx="913606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000066"/>
                </a:solidFill>
                <a:latin typeface="楷体_GB2312" pitchFamily="49" charset="-122"/>
                <a:ea typeface="楷体_GB2312" pitchFamily="49" charset="-122"/>
              </a:rPr>
              <a:t>在此例中，要求    ，   才有傅里叶变换：</a:t>
            </a:r>
          </a:p>
        </p:txBody>
      </p:sp>
      <p:graphicFrame>
        <p:nvGraphicFramePr>
          <p:cNvPr id="97287" name="Object 7">
            <a:extLst>
              <a:ext uri="{FF2B5EF4-FFF2-40B4-BE49-F238E27FC236}">
                <a16:creationId xmlns:a16="http://schemas.microsoft.com/office/drawing/2014/main" id="{0EEC03A6-462C-C026-8DFD-684AEDCAB7E4}"/>
              </a:ext>
            </a:extLst>
          </p:cNvPr>
          <p:cNvGraphicFramePr>
            <a:graphicFrameLocks noChangeAspect="1"/>
          </p:cNvGraphicFramePr>
          <p:nvPr/>
        </p:nvGraphicFramePr>
        <p:xfrm>
          <a:off x="4572000" y="3716338"/>
          <a:ext cx="869950" cy="604837"/>
        </p:xfrm>
        <a:graphic>
          <a:graphicData uri="http://schemas.openxmlformats.org/presentationml/2006/ole">
            <mc:AlternateContent xmlns:mc="http://schemas.openxmlformats.org/markup-compatibility/2006">
              <mc:Choice xmlns:v="urn:schemas-microsoft-com:vml" Requires="v">
                <p:oleObj name="Equation" r:id="rId4" imgW="279360" imgH="203040" progId="Equation.DSMT4">
                  <p:embed/>
                </p:oleObj>
              </mc:Choice>
              <mc:Fallback>
                <p:oleObj name="Equation" r:id="rId4" imgW="279360" imgH="203040" progId="Equation.DSMT4">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0" y="3716338"/>
                        <a:ext cx="869950" cy="604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7288" name="Object 8">
            <a:extLst>
              <a:ext uri="{FF2B5EF4-FFF2-40B4-BE49-F238E27FC236}">
                <a16:creationId xmlns:a16="http://schemas.microsoft.com/office/drawing/2014/main" id="{8C9F373B-02F6-C94A-618C-5AB66D763AB9}"/>
              </a:ext>
            </a:extLst>
          </p:cNvPr>
          <p:cNvGraphicFramePr>
            <a:graphicFrameLocks noChangeAspect="1"/>
          </p:cNvGraphicFramePr>
          <p:nvPr/>
        </p:nvGraphicFramePr>
        <p:xfrm>
          <a:off x="3203575" y="3789363"/>
          <a:ext cx="1001713" cy="500062"/>
        </p:xfrm>
        <a:graphic>
          <a:graphicData uri="http://schemas.openxmlformats.org/presentationml/2006/ole">
            <mc:AlternateContent xmlns:mc="http://schemas.openxmlformats.org/markup-compatibility/2006">
              <mc:Choice xmlns:v="urn:schemas-microsoft-com:vml" Requires="v">
                <p:oleObj name="Equation" r:id="rId6" imgW="355320" imgH="177480" progId="Equation.DSMT4">
                  <p:embed/>
                </p:oleObj>
              </mc:Choice>
              <mc:Fallback>
                <p:oleObj name="Equation" r:id="rId6" imgW="355320" imgH="177480" progId="Equation.DSMT4">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03575" y="3789363"/>
                        <a:ext cx="1001713" cy="500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97289" name="Group 9">
            <a:extLst>
              <a:ext uri="{FF2B5EF4-FFF2-40B4-BE49-F238E27FC236}">
                <a16:creationId xmlns:a16="http://schemas.microsoft.com/office/drawing/2014/main" id="{54EBE125-5193-8843-E0D7-20F4E3D49571}"/>
              </a:ext>
            </a:extLst>
          </p:cNvPr>
          <p:cNvGrpSpPr>
            <a:grpSpLocks/>
          </p:cNvGrpSpPr>
          <p:nvPr/>
        </p:nvGrpSpPr>
        <p:grpSpPr bwMode="auto">
          <a:xfrm>
            <a:off x="466725" y="4968875"/>
            <a:ext cx="7634288" cy="1412875"/>
            <a:chOff x="1008" y="2448"/>
            <a:chExt cx="4220" cy="653"/>
          </a:xfrm>
        </p:grpSpPr>
        <p:graphicFrame>
          <p:nvGraphicFramePr>
            <p:cNvPr id="97290" name="Object 10">
              <a:extLst>
                <a:ext uri="{FF2B5EF4-FFF2-40B4-BE49-F238E27FC236}">
                  <a16:creationId xmlns:a16="http://schemas.microsoft.com/office/drawing/2014/main" id="{B7D86135-8BF6-620D-1856-F466E0282AB1}"/>
                </a:ext>
              </a:extLst>
            </p:cNvPr>
            <p:cNvGraphicFramePr>
              <a:graphicFrameLocks noChangeAspect="1"/>
            </p:cNvGraphicFramePr>
            <p:nvPr/>
          </p:nvGraphicFramePr>
          <p:xfrm>
            <a:off x="1008" y="2448"/>
            <a:ext cx="3116" cy="653"/>
          </p:xfrm>
          <a:graphic>
            <a:graphicData uri="http://schemas.openxmlformats.org/presentationml/2006/ole">
              <mc:AlternateContent xmlns:mc="http://schemas.openxmlformats.org/markup-compatibility/2006">
                <mc:Choice xmlns:v="urn:schemas-microsoft-com:vml" Requires="v">
                  <p:oleObj name="Equation" r:id="rId8" imgW="1968480" imgH="419040" progId="Equation.DSMT4">
                    <p:embed/>
                  </p:oleObj>
                </mc:Choice>
                <mc:Fallback>
                  <p:oleObj name="Equation" r:id="rId8" imgW="1968480" imgH="419040" progId="Equation.DSMT4">
                    <p:embed/>
                    <p:pic>
                      <p:nvPicPr>
                        <p:cNvPr id="0"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08" y="2448"/>
                          <a:ext cx="3116" cy="6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7291" name="Object 11">
              <a:extLst>
                <a:ext uri="{FF2B5EF4-FFF2-40B4-BE49-F238E27FC236}">
                  <a16:creationId xmlns:a16="http://schemas.microsoft.com/office/drawing/2014/main" id="{7D9976A7-0594-2B7C-DEAB-D4BFAF0D8D8A}"/>
                </a:ext>
              </a:extLst>
            </p:cNvPr>
            <p:cNvGraphicFramePr>
              <a:graphicFrameLocks noChangeAspect="1"/>
            </p:cNvGraphicFramePr>
            <p:nvPr/>
          </p:nvGraphicFramePr>
          <p:xfrm>
            <a:off x="4512" y="2640"/>
            <a:ext cx="716" cy="318"/>
          </p:xfrm>
          <a:graphic>
            <a:graphicData uri="http://schemas.openxmlformats.org/presentationml/2006/ole">
              <mc:AlternateContent xmlns:mc="http://schemas.openxmlformats.org/markup-compatibility/2006">
                <mc:Choice xmlns:v="urn:schemas-microsoft-com:vml" Requires="v">
                  <p:oleObj name="Equation" r:id="rId10" imgW="457200" imgH="203040" progId="Equation.DSMT4">
                    <p:embed/>
                  </p:oleObj>
                </mc:Choice>
                <mc:Fallback>
                  <p:oleObj name="Equation" r:id="rId10" imgW="457200" imgH="203040" progId="Equation.DSMT4">
                    <p:embed/>
                    <p:pic>
                      <p:nvPicPr>
                        <p:cNvPr id="0" name="Object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512" y="2640"/>
                          <a:ext cx="716" cy="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97292" name="Text Box 12">
            <a:extLst>
              <a:ext uri="{FF2B5EF4-FFF2-40B4-BE49-F238E27FC236}">
                <a16:creationId xmlns:a16="http://schemas.microsoft.com/office/drawing/2014/main" id="{490CDE43-DE25-009D-7361-3B88D173A733}"/>
              </a:ext>
            </a:extLst>
          </p:cNvPr>
          <p:cNvSpPr txBox="1">
            <a:spLocks noChangeArrowheads="1"/>
          </p:cNvSpPr>
          <p:nvPr/>
        </p:nvSpPr>
        <p:spPr bwMode="auto">
          <a:xfrm>
            <a:off x="1116013" y="981075"/>
            <a:ext cx="6148387"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901F16"/>
                </a:solidFill>
                <a:ea typeface="楷体_GB2312" pitchFamily="49" charset="-122"/>
              </a:rPr>
              <a:t>求它的傅立叶变换和拉氏变换</a:t>
            </a:r>
          </a:p>
        </p:txBody>
      </p:sp>
      <p:sp>
        <p:nvSpPr>
          <p:cNvPr id="97294" name="Text Box 14">
            <a:extLst>
              <a:ext uri="{FF2B5EF4-FFF2-40B4-BE49-F238E27FC236}">
                <a16:creationId xmlns:a16="http://schemas.microsoft.com/office/drawing/2014/main" id="{926B7C76-825E-B87A-7329-7FA6EFAE2601}"/>
              </a:ext>
            </a:extLst>
          </p:cNvPr>
          <p:cNvSpPr txBox="1">
            <a:spLocks noChangeArrowheads="1"/>
          </p:cNvSpPr>
          <p:nvPr/>
        </p:nvSpPr>
        <p:spPr bwMode="auto">
          <a:xfrm>
            <a:off x="0" y="1700213"/>
            <a:ext cx="9144000" cy="185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60000"/>
              </a:lnSpc>
            </a:pPr>
            <a:r>
              <a:rPr lang="zh-CN" altLang="en-US" sz="3600" b="1">
                <a:solidFill>
                  <a:srgbClr val="000066"/>
                </a:solidFill>
                <a:latin typeface="楷体_GB2312" pitchFamily="49" charset="-122"/>
                <a:ea typeface="楷体_GB2312" pitchFamily="49" charset="-122"/>
              </a:rPr>
              <a:t>说明：一个连续信号如果存在傅立叶变换，</a:t>
            </a:r>
          </a:p>
          <a:p>
            <a:pPr>
              <a:lnSpc>
                <a:spcPct val="160000"/>
              </a:lnSpc>
            </a:pPr>
            <a:r>
              <a:rPr lang="zh-CN" altLang="en-US" sz="3600" b="1">
                <a:solidFill>
                  <a:srgbClr val="000066"/>
                </a:solidFill>
                <a:latin typeface="楷体_GB2312" pitchFamily="49" charset="-122"/>
                <a:ea typeface="楷体_GB2312" pitchFamily="49" charset="-122"/>
              </a:rPr>
              <a:t>这个信号必须绝对可积，即</a:t>
            </a:r>
          </a:p>
        </p:txBody>
      </p:sp>
      <p:graphicFrame>
        <p:nvGraphicFramePr>
          <p:cNvPr id="97295" name="Object 15">
            <a:extLst>
              <a:ext uri="{FF2B5EF4-FFF2-40B4-BE49-F238E27FC236}">
                <a16:creationId xmlns:a16="http://schemas.microsoft.com/office/drawing/2014/main" id="{6EF7108C-1E00-4EDE-EE5D-D23F8B41562C}"/>
              </a:ext>
            </a:extLst>
          </p:cNvPr>
          <p:cNvGraphicFramePr>
            <a:graphicFrameLocks noChangeAspect="1"/>
          </p:cNvGraphicFramePr>
          <p:nvPr/>
        </p:nvGraphicFramePr>
        <p:xfrm>
          <a:off x="5724525" y="2708275"/>
          <a:ext cx="3024188" cy="839788"/>
        </p:xfrm>
        <a:graphic>
          <a:graphicData uri="http://schemas.openxmlformats.org/presentationml/2006/ole">
            <mc:AlternateContent xmlns:mc="http://schemas.openxmlformats.org/markup-compatibility/2006">
              <mc:Choice xmlns:v="urn:schemas-microsoft-com:vml" Requires="v">
                <p:oleObj name="公式" r:id="rId12" imgW="990360" imgH="330120" progId="Equation.3">
                  <p:embed/>
                </p:oleObj>
              </mc:Choice>
              <mc:Fallback>
                <p:oleObj name="公式" r:id="rId12" imgW="990360" imgH="330120" progId="Equation.3">
                  <p:embed/>
                  <p:pic>
                    <p:nvPicPr>
                      <p:cNvPr id="0" name="Object 1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724525" y="2708275"/>
                        <a:ext cx="3024188" cy="839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6258" name="Object 2">
            <a:extLst>
              <a:ext uri="{FF2B5EF4-FFF2-40B4-BE49-F238E27FC236}">
                <a16:creationId xmlns:a16="http://schemas.microsoft.com/office/drawing/2014/main" id="{BF43C1EC-70E5-9191-86A7-7742B15806EC}"/>
              </a:ext>
            </a:extLst>
          </p:cNvPr>
          <p:cNvGraphicFramePr>
            <a:graphicFrameLocks noChangeAspect="1"/>
          </p:cNvGraphicFramePr>
          <p:nvPr/>
        </p:nvGraphicFramePr>
        <p:xfrm>
          <a:off x="250825" y="260350"/>
          <a:ext cx="7993063" cy="990600"/>
        </p:xfrm>
        <a:graphic>
          <a:graphicData uri="http://schemas.openxmlformats.org/presentationml/2006/ole">
            <mc:AlternateContent xmlns:mc="http://schemas.openxmlformats.org/markup-compatibility/2006">
              <mc:Choice xmlns:v="urn:schemas-microsoft-com:vml" Requires="v">
                <p:oleObj name="公式" r:id="rId2" imgW="2374560" imgH="330120" progId="Equation.3">
                  <p:embed/>
                </p:oleObj>
              </mc:Choice>
              <mc:Fallback>
                <p:oleObj name="公式" r:id="rId2" imgW="2374560" imgH="330120"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25" y="260350"/>
                        <a:ext cx="7993063"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6259" name="Object 3">
            <a:extLst>
              <a:ext uri="{FF2B5EF4-FFF2-40B4-BE49-F238E27FC236}">
                <a16:creationId xmlns:a16="http://schemas.microsoft.com/office/drawing/2014/main" id="{7C109C1C-0616-4D61-6D4F-C172CB76E6EE}"/>
              </a:ext>
            </a:extLst>
          </p:cNvPr>
          <p:cNvGraphicFramePr>
            <a:graphicFrameLocks noChangeAspect="1"/>
          </p:cNvGraphicFramePr>
          <p:nvPr/>
        </p:nvGraphicFramePr>
        <p:xfrm>
          <a:off x="0" y="1408113"/>
          <a:ext cx="8820150" cy="1154112"/>
        </p:xfrm>
        <a:graphic>
          <a:graphicData uri="http://schemas.openxmlformats.org/presentationml/2006/ole">
            <mc:AlternateContent xmlns:mc="http://schemas.openxmlformats.org/markup-compatibility/2006">
              <mc:Choice xmlns:v="urn:schemas-microsoft-com:vml" Requires="v">
                <p:oleObj name="公式" r:id="rId4" imgW="2476440" imgH="368280" progId="Equation.3">
                  <p:embed/>
                </p:oleObj>
              </mc:Choice>
              <mc:Fallback>
                <p:oleObj name="公式" r:id="rId4" imgW="2476440" imgH="36828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1408113"/>
                        <a:ext cx="8820150" cy="1154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6260" name="Rectangle 4">
            <a:extLst>
              <a:ext uri="{FF2B5EF4-FFF2-40B4-BE49-F238E27FC236}">
                <a16:creationId xmlns:a16="http://schemas.microsoft.com/office/drawing/2014/main" id="{A92A4613-85C0-912D-33AE-4C7AC25E5003}"/>
              </a:ext>
            </a:extLst>
          </p:cNvPr>
          <p:cNvGraphicFramePr>
            <a:graphicFrameLocks/>
          </p:cNvGraphicFramePr>
          <p:nvPr/>
        </p:nvGraphicFramePr>
        <p:xfrm>
          <a:off x="882650" y="4078288"/>
          <a:ext cx="3032125" cy="2020887"/>
        </p:xfrm>
        <a:graphic>
          <a:graphicData uri="http://schemas.openxmlformats.org/presentationml/2006/ole">
            <mc:AlternateContent xmlns:mc="http://schemas.openxmlformats.org/markup-compatibility/2006">
              <mc:Choice xmlns:v="urn:schemas-microsoft-com:vml" Requires="v">
                <p:oleObj name="公式" r:id="rId6" imgW="0" imgH="0" progId="Equation.3">
                  <p:embed/>
                </p:oleObj>
              </mc:Choice>
              <mc:Fallback>
                <p:oleObj name="公式" r:id="rId6" imgW="0" imgH="0" progId="Equation.3">
                  <p:embed/>
                  <p:pic>
                    <p:nvPicPr>
                      <p:cNvPr id="0" name="Rectangle 4"/>
                      <p:cNvPicPr preferRelativeResize="0">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882650" y="4078288"/>
                        <a:ext cx="3032125" cy="2020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6261" name="Object 5">
            <a:extLst>
              <a:ext uri="{FF2B5EF4-FFF2-40B4-BE49-F238E27FC236}">
                <a16:creationId xmlns:a16="http://schemas.microsoft.com/office/drawing/2014/main" id="{77E1A9C2-78DB-805D-6CBE-49EC06B516AB}"/>
              </a:ext>
            </a:extLst>
          </p:cNvPr>
          <p:cNvGraphicFramePr>
            <a:graphicFrameLocks noChangeAspect="1"/>
          </p:cNvGraphicFramePr>
          <p:nvPr/>
        </p:nvGraphicFramePr>
        <p:xfrm>
          <a:off x="468313" y="2420938"/>
          <a:ext cx="7056437" cy="1187450"/>
        </p:xfrm>
        <a:graphic>
          <a:graphicData uri="http://schemas.openxmlformats.org/presentationml/2006/ole">
            <mc:AlternateContent xmlns:mc="http://schemas.openxmlformats.org/markup-compatibility/2006">
              <mc:Choice xmlns:v="urn:schemas-microsoft-com:vml" Requires="v">
                <p:oleObj name="公式" r:id="rId7" imgW="1981080" imgH="419040" progId="Equation.3">
                  <p:embed/>
                </p:oleObj>
              </mc:Choice>
              <mc:Fallback>
                <p:oleObj name="公式" r:id="rId7" imgW="1981080" imgH="419040"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8313" y="2420938"/>
                        <a:ext cx="7056437" cy="1187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6264" name="Text Box 8">
            <a:extLst>
              <a:ext uri="{FF2B5EF4-FFF2-40B4-BE49-F238E27FC236}">
                <a16:creationId xmlns:a16="http://schemas.microsoft.com/office/drawing/2014/main" id="{788A20AF-6E8A-8FD1-467A-8491A663160B}"/>
              </a:ext>
            </a:extLst>
          </p:cNvPr>
          <p:cNvSpPr txBox="1">
            <a:spLocks noChangeArrowheads="1"/>
          </p:cNvSpPr>
          <p:nvPr/>
        </p:nvSpPr>
        <p:spPr bwMode="auto">
          <a:xfrm>
            <a:off x="1187450" y="4764088"/>
            <a:ext cx="2794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1">
                <a:solidFill>
                  <a:srgbClr val="000066"/>
                </a:solidFill>
                <a:latin typeface="楷体_GB2312" pitchFamily="49" charset="-122"/>
                <a:ea typeface="楷体_GB2312" pitchFamily="49" charset="-122"/>
              </a:rPr>
              <a:t>If        </a:t>
            </a:r>
            <a:r>
              <a:rPr lang="zh-CN" altLang="en-US" sz="3600" b="1">
                <a:solidFill>
                  <a:srgbClr val="000066"/>
                </a:solidFill>
                <a:latin typeface="楷体_GB2312" pitchFamily="49" charset="-122"/>
                <a:ea typeface="楷体_GB2312" pitchFamily="49" charset="-122"/>
              </a:rPr>
              <a:t>时</a:t>
            </a:r>
            <a:r>
              <a:rPr lang="zh-CN" altLang="en-US" sz="2800" b="1">
                <a:solidFill>
                  <a:srgbClr val="000066"/>
                </a:solidFill>
                <a:latin typeface="楷体_GB2312" pitchFamily="49" charset="-122"/>
                <a:ea typeface="楷体_GB2312" pitchFamily="49" charset="-122"/>
              </a:rPr>
              <a:t>，</a:t>
            </a:r>
          </a:p>
        </p:txBody>
      </p:sp>
      <p:graphicFrame>
        <p:nvGraphicFramePr>
          <p:cNvPr id="96265" name="Object 9">
            <a:extLst>
              <a:ext uri="{FF2B5EF4-FFF2-40B4-BE49-F238E27FC236}">
                <a16:creationId xmlns:a16="http://schemas.microsoft.com/office/drawing/2014/main" id="{D10BF8CA-E945-FD7B-ADD4-79F259F198CE}"/>
              </a:ext>
            </a:extLst>
          </p:cNvPr>
          <p:cNvGraphicFramePr>
            <a:graphicFrameLocks noChangeAspect="1"/>
          </p:cNvGraphicFramePr>
          <p:nvPr/>
        </p:nvGraphicFramePr>
        <p:xfrm>
          <a:off x="1692275" y="4797425"/>
          <a:ext cx="1195388" cy="546100"/>
        </p:xfrm>
        <a:graphic>
          <a:graphicData uri="http://schemas.openxmlformats.org/presentationml/2006/ole">
            <mc:AlternateContent xmlns:mc="http://schemas.openxmlformats.org/markup-compatibility/2006">
              <mc:Choice xmlns:v="urn:schemas-microsoft-com:vml" Requires="v">
                <p:oleObj name="Equation" r:id="rId9" imgW="355320" imgH="177480" progId="Equation.DSMT4">
                  <p:embed/>
                </p:oleObj>
              </mc:Choice>
              <mc:Fallback>
                <p:oleObj name="Equation" r:id="rId9" imgW="355320" imgH="177480" progId="Equation.DSMT4">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92275" y="4797425"/>
                        <a:ext cx="1195388" cy="546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96266" name="Picture 10">
            <a:extLst>
              <a:ext uri="{FF2B5EF4-FFF2-40B4-BE49-F238E27FC236}">
                <a16:creationId xmlns:a16="http://schemas.microsoft.com/office/drawing/2014/main" id="{ED0B77C5-D6AE-5756-E2A6-1001665D9EE0}"/>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254500" y="4900613"/>
            <a:ext cx="2141538" cy="549275"/>
          </a:xfrm>
          <a:prstGeom prst="rect">
            <a:avLst/>
          </a:prstGeom>
          <a:noFill/>
          <a:extLst>
            <a:ext uri="{909E8E84-426E-40DD-AFC4-6F175D3DCCD1}">
              <a14:hiddenFill xmlns:a14="http://schemas.microsoft.com/office/drawing/2010/main">
                <a:solidFill>
                  <a:srgbClr val="FFFFFF"/>
                </a:solidFill>
              </a14:hiddenFill>
            </a:ext>
          </a:extLst>
        </p:spPr>
      </p:pic>
      <p:grpSp>
        <p:nvGrpSpPr>
          <p:cNvPr id="96267" name="Group 11">
            <a:extLst>
              <a:ext uri="{FF2B5EF4-FFF2-40B4-BE49-F238E27FC236}">
                <a16:creationId xmlns:a16="http://schemas.microsoft.com/office/drawing/2014/main" id="{F4477AC3-E623-1B0E-3622-8FCB01C07E17}"/>
              </a:ext>
            </a:extLst>
          </p:cNvPr>
          <p:cNvGrpSpPr>
            <a:grpSpLocks/>
          </p:cNvGrpSpPr>
          <p:nvPr/>
        </p:nvGrpSpPr>
        <p:grpSpPr bwMode="auto">
          <a:xfrm>
            <a:off x="827088" y="5656263"/>
            <a:ext cx="6811962" cy="1201737"/>
            <a:chOff x="751" y="3475"/>
            <a:chExt cx="3263" cy="630"/>
          </a:xfrm>
        </p:grpSpPr>
        <p:sp>
          <p:nvSpPr>
            <p:cNvPr id="96268" name="Text Box 12">
              <a:extLst>
                <a:ext uri="{FF2B5EF4-FFF2-40B4-BE49-F238E27FC236}">
                  <a16:creationId xmlns:a16="http://schemas.microsoft.com/office/drawing/2014/main" id="{508814CB-A4EF-1181-76A4-9AC40C198BAD}"/>
                </a:ext>
              </a:extLst>
            </p:cNvPr>
            <p:cNvSpPr txBox="1">
              <a:spLocks noChangeArrowheads="1"/>
            </p:cNvSpPr>
            <p:nvPr/>
          </p:nvSpPr>
          <p:spPr bwMode="auto">
            <a:xfrm>
              <a:off x="751" y="3561"/>
              <a:ext cx="528"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000066"/>
                  </a:solidFill>
                  <a:latin typeface="楷体_GB2312" pitchFamily="49" charset="-122"/>
                  <a:ea typeface="楷体_GB2312" pitchFamily="49" charset="-122"/>
                </a:rPr>
                <a:t>可知</a:t>
              </a:r>
            </a:p>
          </p:txBody>
        </p:sp>
        <p:graphicFrame>
          <p:nvGraphicFramePr>
            <p:cNvPr id="96269" name="Object 13">
              <a:extLst>
                <a:ext uri="{FF2B5EF4-FFF2-40B4-BE49-F238E27FC236}">
                  <a16:creationId xmlns:a16="http://schemas.microsoft.com/office/drawing/2014/main" id="{9C9A2FE7-92BF-3367-4236-FE1C24F7008E}"/>
                </a:ext>
              </a:extLst>
            </p:cNvPr>
            <p:cNvGraphicFramePr>
              <a:graphicFrameLocks noChangeAspect="1"/>
            </p:cNvGraphicFramePr>
            <p:nvPr/>
          </p:nvGraphicFramePr>
          <p:xfrm>
            <a:off x="3061" y="3612"/>
            <a:ext cx="953" cy="338"/>
          </p:xfrm>
          <a:graphic>
            <a:graphicData uri="http://schemas.openxmlformats.org/presentationml/2006/ole">
              <mc:AlternateContent xmlns:mc="http://schemas.openxmlformats.org/markup-compatibility/2006">
                <mc:Choice xmlns:v="urn:schemas-microsoft-com:vml" Requires="v">
                  <p:oleObj name="公式" r:id="rId12" imgW="609480" imgH="215640" progId="Equation.3">
                    <p:embed/>
                  </p:oleObj>
                </mc:Choice>
                <mc:Fallback>
                  <p:oleObj name="公式" r:id="rId12" imgW="609480" imgH="215640" progId="Equation.3">
                    <p:embed/>
                    <p:pic>
                      <p:nvPicPr>
                        <p:cNvPr id="0" name="Object 1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061" y="3612"/>
                          <a:ext cx="953" cy="3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96270" name="Picture 14">
              <a:extLst>
                <a:ext uri="{FF2B5EF4-FFF2-40B4-BE49-F238E27FC236}">
                  <a16:creationId xmlns:a16="http://schemas.microsoft.com/office/drawing/2014/main" id="{2FC6708A-680B-E47A-36F9-B2F4783A1CB3}"/>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474" y="3475"/>
              <a:ext cx="1248" cy="63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96271" name="Group 15">
            <a:extLst>
              <a:ext uri="{FF2B5EF4-FFF2-40B4-BE49-F238E27FC236}">
                <a16:creationId xmlns:a16="http://schemas.microsoft.com/office/drawing/2014/main" id="{F4D3A7DF-B838-0E00-EC30-FC7FA4573DC6}"/>
              </a:ext>
            </a:extLst>
          </p:cNvPr>
          <p:cNvGrpSpPr>
            <a:grpSpLocks/>
          </p:cNvGrpSpPr>
          <p:nvPr/>
        </p:nvGrpSpPr>
        <p:grpSpPr bwMode="auto">
          <a:xfrm>
            <a:off x="1152525" y="3686175"/>
            <a:ext cx="6732588" cy="1038225"/>
            <a:chOff x="726" y="2387"/>
            <a:chExt cx="3469" cy="654"/>
          </a:xfrm>
        </p:grpSpPr>
        <p:graphicFrame>
          <p:nvGraphicFramePr>
            <p:cNvPr id="96272" name="Object 16">
              <a:extLst>
                <a:ext uri="{FF2B5EF4-FFF2-40B4-BE49-F238E27FC236}">
                  <a16:creationId xmlns:a16="http://schemas.microsoft.com/office/drawing/2014/main" id="{6A36B6CA-2C12-3250-3D83-4C94ECB84DBD}"/>
                </a:ext>
              </a:extLst>
            </p:cNvPr>
            <p:cNvGraphicFramePr>
              <a:graphicFrameLocks noChangeAspect="1"/>
            </p:cNvGraphicFramePr>
            <p:nvPr/>
          </p:nvGraphicFramePr>
          <p:xfrm>
            <a:off x="1259" y="2387"/>
            <a:ext cx="2936" cy="654"/>
          </p:xfrm>
          <a:graphic>
            <a:graphicData uri="http://schemas.openxmlformats.org/presentationml/2006/ole">
              <mc:AlternateContent xmlns:mc="http://schemas.openxmlformats.org/markup-compatibility/2006">
                <mc:Choice xmlns:v="urn:schemas-microsoft-com:vml" Requires="v">
                  <p:oleObj name="公式" r:id="rId15" imgW="1765080" imgH="393480" progId="Equation.3">
                    <p:embed/>
                  </p:oleObj>
                </mc:Choice>
                <mc:Fallback>
                  <p:oleObj name="公式" r:id="rId15" imgW="1765080" imgH="393480" progId="Equation.3">
                    <p:embed/>
                    <p:pic>
                      <p:nvPicPr>
                        <p:cNvPr id="0" name="Object 1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259" y="2387"/>
                          <a:ext cx="2936" cy="6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6273" name="Text Box 17">
              <a:extLst>
                <a:ext uri="{FF2B5EF4-FFF2-40B4-BE49-F238E27FC236}">
                  <a16:creationId xmlns:a16="http://schemas.microsoft.com/office/drawing/2014/main" id="{A5D329B4-D92C-AD2E-5D38-DE1244AD9429}"/>
                </a:ext>
              </a:extLst>
            </p:cNvPr>
            <p:cNvSpPr txBox="1">
              <a:spLocks noChangeArrowheads="1"/>
            </p:cNvSpPr>
            <p:nvPr/>
          </p:nvSpPr>
          <p:spPr bwMode="auto">
            <a:xfrm>
              <a:off x="726" y="2493"/>
              <a:ext cx="331"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901F16"/>
                  </a:solidFill>
                  <a:latin typeface="楷体_GB2312" pitchFamily="49" charset="-122"/>
                  <a:ea typeface="楷体_GB2312" pitchFamily="49" charset="-122"/>
                </a:rPr>
                <a:t>即</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625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9625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96261"/>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96271"/>
                                        </p:tgtEl>
                                        <p:attrNameLst>
                                          <p:attrName>style.visibility</p:attrName>
                                        </p:attrNameLst>
                                      </p:cBhvr>
                                      <p:to>
                                        <p:strVal val="visible"/>
                                      </p:to>
                                    </p:set>
                                    <p:anim calcmode="lin" valueType="num">
                                      <p:cBhvr additive="base">
                                        <p:cTn id="19" dur="500" fill="hold"/>
                                        <p:tgtEl>
                                          <p:spTgt spid="96271"/>
                                        </p:tgtEl>
                                        <p:attrNameLst>
                                          <p:attrName>ppt_x</p:attrName>
                                        </p:attrNameLst>
                                      </p:cBhvr>
                                      <p:tavLst>
                                        <p:tav tm="0">
                                          <p:val>
                                            <p:strVal val="0-#ppt_w/2"/>
                                          </p:val>
                                        </p:tav>
                                        <p:tav tm="100000">
                                          <p:val>
                                            <p:strVal val="#ppt_x"/>
                                          </p:val>
                                        </p:tav>
                                      </p:tavLst>
                                    </p:anim>
                                    <p:anim calcmode="lin" valueType="num">
                                      <p:cBhvr additive="base">
                                        <p:cTn id="20" dur="500" fill="hold"/>
                                        <p:tgtEl>
                                          <p:spTgt spid="9627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5" name="Text Box 3">
            <a:extLst>
              <a:ext uri="{FF2B5EF4-FFF2-40B4-BE49-F238E27FC236}">
                <a16:creationId xmlns:a16="http://schemas.microsoft.com/office/drawing/2014/main" id="{686EFCA6-0B21-968D-8F91-52C9015642F8}"/>
              </a:ext>
            </a:extLst>
          </p:cNvPr>
          <p:cNvSpPr txBox="1">
            <a:spLocks noChangeArrowheads="1"/>
          </p:cNvSpPr>
          <p:nvPr/>
        </p:nvSpPr>
        <p:spPr bwMode="auto">
          <a:xfrm>
            <a:off x="0" y="0"/>
            <a:ext cx="102393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000066"/>
                </a:solidFill>
                <a:ea typeface="楷体_GB2312" pitchFamily="49" charset="-122"/>
              </a:rPr>
              <a:t>例</a:t>
            </a:r>
            <a:r>
              <a:rPr lang="en-US" altLang="zh-CN" sz="3600" b="1">
                <a:solidFill>
                  <a:srgbClr val="000066"/>
                </a:solidFill>
                <a:ea typeface="楷体_GB2312" pitchFamily="49" charset="-122"/>
              </a:rPr>
              <a:t>2.</a:t>
            </a:r>
          </a:p>
        </p:txBody>
      </p:sp>
      <p:graphicFrame>
        <p:nvGraphicFramePr>
          <p:cNvPr id="95236" name="Object 4">
            <a:extLst>
              <a:ext uri="{FF2B5EF4-FFF2-40B4-BE49-F238E27FC236}">
                <a16:creationId xmlns:a16="http://schemas.microsoft.com/office/drawing/2014/main" id="{BEB9C4B2-787D-BFB3-204D-71E1412EF778}"/>
              </a:ext>
            </a:extLst>
          </p:cNvPr>
          <p:cNvGraphicFramePr>
            <a:graphicFrameLocks noChangeAspect="1"/>
          </p:cNvGraphicFramePr>
          <p:nvPr/>
        </p:nvGraphicFramePr>
        <p:xfrm>
          <a:off x="971550" y="0"/>
          <a:ext cx="2865438" cy="622300"/>
        </p:xfrm>
        <a:graphic>
          <a:graphicData uri="http://schemas.openxmlformats.org/presentationml/2006/ole">
            <mc:AlternateContent xmlns:mc="http://schemas.openxmlformats.org/markup-compatibility/2006">
              <mc:Choice xmlns:v="urn:schemas-microsoft-com:vml" Requires="v">
                <p:oleObj name="Equation" r:id="rId2" imgW="1054080" imgH="228600" progId="Equation.DSMT4">
                  <p:embed/>
                </p:oleObj>
              </mc:Choice>
              <mc:Fallback>
                <p:oleObj name="Equation" r:id="rId2" imgW="1054080" imgH="228600" progId="Equation.DSMT4">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550" y="0"/>
                        <a:ext cx="2865438" cy="622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5237" name="Text Box 5">
            <a:extLst>
              <a:ext uri="{FF2B5EF4-FFF2-40B4-BE49-F238E27FC236}">
                <a16:creationId xmlns:a16="http://schemas.microsoft.com/office/drawing/2014/main" id="{B6844BC2-E5BC-FBD1-23A5-75CD4C261C4A}"/>
              </a:ext>
            </a:extLst>
          </p:cNvPr>
          <p:cNvSpPr txBox="1">
            <a:spLocks noChangeArrowheads="1"/>
          </p:cNvSpPr>
          <p:nvPr/>
        </p:nvSpPr>
        <p:spPr bwMode="auto">
          <a:xfrm>
            <a:off x="3995738" y="0"/>
            <a:ext cx="38544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000066"/>
                </a:solidFill>
                <a:ea typeface="楷体_GB2312" pitchFamily="49" charset="-122"/>
              </a:rPr>
              <a:t>求信号的拉氏变换</a:t>
            </a:r>
          </a:p>
        </p:txBody>
      </p:sp>
      <p:sp>
        <p:nvSpPr>
          <p:cNvPr id="95239" name="Text Box 7">
            <a:extLst>
              <a:ext uri="{FF2B5EF4-FFF2-40B4-BE49-F238E27FC236}">
                <a16:creationId xmlns:a16="http://schemas.microsoft.com/office/drawing/2014/main" id="{21973504-94C0-4A23-015A-4D68FE36702C}"/>
              </a:ext>
            </a:extLst>
          </p:cNvPr>
          <p:cNvSpPr txBox="1">
            <a:spLocks noChangeArrowheads="1"/>
          </p:cNvSpPr>
          <p:nvPr/>
        </p:nvSpPr>
        <p:spPr bwMode="auto">
          <a:xfrm>
            <a:off x="0" y="908050"/>
            <a:ext cx="86391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760C04"/>
                </a:solidFill>
                <a:ea typeface="楷体_GB2312" pitchFamily="49" charset="-122"/>
              </a:rPr>
              <a:t>要求         ，信号       才有傅立叶变换存在</a:t>
            </a:r>
          </a:p>
        </p:txBody>
      </p:sp>
      <p:graphicFrame>
        <p:nvGraphicFramePr>
          <p:cNvPr id="95240" name="Object 8">
            <a:extLst>
              <a:ext uri="{FF2B5EF4-FFF2-40B4-BE49-F238E27FC236}">
                <a16:creationId xmlns:a16="http://schemas.microsoft.com/office/drawing/2014/main" id="{62F709D5-00FE-B22A-2112-11EF4D81E59D}"/>
              </a:ext>
            </a:extLst>
          </p:cNvPr>
          <p:cNvGraphicFramePr>
            <a:graphicFrameLocks noChangeAspect="1"/>
          </p:cNvGraphicFramePr>
          <p:nvPr/>
        </p:nvGraphicFramePr>
        <p:xfrm>
          <a:off x="1187450" y="1052513"/>
          <a:ext cx="865188" cy="433387"/>
        </p:xfrm>
        <a:graphic>
          <a:graphicData uri="http://schemas.openxmlformats.org/presentationml/2006/ole">
            <mc:AlternateContent xmlns:mc="http://schemas.openxmlformats.org/markup-compatibility/2006">
              <mc:Choice xmlns:v="urn:schemas-microsoft-com:vml" Requires="v">
                <p:oleObj name="公式" r:id="rId4" imgW="355320" imgH="177480" progId="Equation.3">
                  <p:embed/>
                </p:oleObj>
              </mc:Choice>
              <mc:Fallback>
                <p:oleObj name="公式" r:id="rId4" imgW="355320" imgH="177480" progId="Equation.3">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87450" y="1052513"/>
                        <a:ext cx="865188" cy="433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95241" name="Picture 9">
            <a:extLst>
              <a:ext uri="{FF2B5EF4-FFF2-40B4-BE49-F238E27FC236}">
                <a16:creationId xmlns:a16="http://schemas.microsoft.com/office/drawing/2014/main" id="{5653110D-D569-5428-34D7-F66520D2628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63938" y="981075"/>
            <a:ext cx="647700" cy="4572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95242" name="Object 10">
            <a:extLst>
              <a:ext uri="{FF2B5EF4-FFF2-40B4-BE49-F238E27FC236}">
                <a16:creationId xmlns:a16="http://schemas.microsoft.com/office/drawing/2014/main" id="{C0C2ACD1-69B8-A1D1-8795-D62A9C7C3F92}"/>
              </a:ext>
            </a:extLst>
          </p:cNvPr>
          <p:cNvGraphicFramePr>
            <a:graphicFrameLocks noChangeAspect="1"/>
          </p:cNvGraphicFramePr>
          <p:nvPr/>
        </p:nvGraphicFramePr>
        <p:xfrm>
          <a:off x="0" y="1773238"/>
          <a:ext cx="8820150" cy="1092200"/>
        </p:xfrm>
        <a:graphic>
          <a:graphicData uri="http://schemas.openxmlformats.org/presentationml/2006/ole">
            <mc:AlternateContent xmlns:mc="http://schemas.openxmlformats.org/markup-compatibility/2006">
              <mc:Choice xmlns:v="urn:schemas-microsoft-com:vml" Requires="v">
                <p:oleObj name="公式" r:id="rId7" imgW="2971800" imgH="368280" progId="Equation.3">
                  <p:embed/>
                </p:oleObj>
              </mc:Choice>
              <mc:Fallback>
                <p:oleObj name="公式" r:id="rId7" imgW="2971800" imgH="368280" progId="Equation.3">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1773238"/>
                        <a:ext cx="8820150" cy="1092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5243" name="Object 11">
            <a:extLst>
              <a:ext uri="{FF2B5EF4-FFF2-40B4-BE49-F238E27FC236}">
                <a16:creationId xmlns:a16="http://schemas.microsoft.com/office/drawing/2014/main" id="{3F76C078-7FCD-C4F1-9884-2B4527A4A89B}"/>
              </a:ext>
            </a:extLst>
          </p:cNvPr>
          <p:cNvGraphicFramePr>
            <a:graphicFrameLocks noChangeAspect="1"/>
          </p:cNvGraphicFramePr>
          <p:nvPr/>
        </p:nvGraphicFramePr>
        <p:xfrm>
          <a:off x="0" y="3189288"/>
          <a:ext cx="6950075" cy="671512"/>
        </p:xfrm>
        <a:graphic>
          <a:graphicData uri="http://schemas.openxmlformats.org/presentationml/2006/ole">
            <mc:AlternateContent xmlns:mc="http://schemas.openxmlformats.org/markup-compatibility/2006">
              <mc:Choice xmlns:v="urn:schemas-microsoft-com:vml" Requires="v">
                <p:oleObj name="公式" r:id="rId9" imgW="2234880" imgH="215640" progId="Equation.3">
                  <p:embed/>
                </p:oleObj>
              </mc:Choice>
              <mc:Fallback>
                <p:oleObj name="公式" r:id="rId9" imgW="2234880" imgH="215640" progId="Equation.3">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3189288"/>
                        <a:ext cx="6950075" cy="671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5244" name="Object 12">
            <a:extLst>
              <a:ext uri="{FF2B5EF4-FFF2-40B4-BE49-F238E27FC236}">
                <a16:creationId xmlns:a16="http://schemas.microsoft.com/office/drawing/2014/main" id="{C521C2A7-C0A2-E308-734D-47EB94357BC3}"/>
              </a:ext>
            </a:extLst>
          </p:cNvPr>
          <p:cNvGraphicFramePr>
            <a:graphicFrameLocks noChangeAspect="1"/>
          </p:cNvGraphicFramePr>
          <p:nvPr/>
        </p:nvGraphicFramePr>
        <p:xfrm>
          <a:off x="684213" y="3933825"/>
          <a:ext cx="7200900" cy="1298575"/>
        </p:xfrm>
        <a:graphic>
          <a:graphicData uri="http://schemas.openxmlformats.org/presentationml/2006/ole">
            <mc:AlternateContent xmlns:mc="http://schemas.openxmlformats.org/markup-compatibility/2006">
              <mc:Choice xmlns:v="urn:schemas-microsoft-com:vml" Requires="v">
                <p:oleObj name="公式" r:id="rId11" imgW="2323800" imgH="419040" progId="Equation.3">
                  <p:embed/>
                </p:oleObj>
              </mc:Choice>
              <mc:Fallback>
                <p:oleObj name="公式" r:id="rId11" imgW="2323800" imgH="419040" progId="Equation.3">
                  <p:embed/>
                  <p:pic>
                    <p:nvPicPr>
                      <p:cNvPr id="0"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84213" y="3933825"/>
                        <a:ext cx="7200900" cy="1298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95245" name="Group 13">
            <a:extLst>
              <a:ext uri="{FF2B5EF4-FFF2-40B4-BE49-F238E27FC236}">
                <a16:creationId xmlns:a16="http://schemas.microsoft.com/office/drawing/2014/main" id="{819208F7-10B0-F98C-3843-12B6B8DF615D}"/>
              </a:ext>
            </a:extLst>
          </p:cNvPr>
          <p:cNvGrpSpPr>
            <a:grpSpLocks/>
          </p:cNvGrpSpPr>
          <p:nvPr/>
        </p:nvGrpSpPr>
        <p:grpSpPr bwMode="auto">
          <a:xfrm>
            <a:off x="539750" y="5516563"/>
            <a:ext cx="7993063" cy="1081087"/>
            <a:chOff x="635" y="3067"/>
            <a:chExt cx="3443" cy="588"/>
          </a:xfrm>
        </p:grpSpPr>
        <p:sp>
          <p:nvSpPr>
            <p:cNvPr id="95246" name="Text Box 14">
              <a:extLst>
                <a:ext uri="{FF2B5EF4-FFF2-40B4-BE49-F238E27FC236}">
                  <a16:creationId xmlns:a16="http://schemas.microsoft.com/office/drawing/2014/main" id="{4F788758-ECB7-7D2C-28E8-39D858F63D68}"/>
                </a:ext>
              </a:extLst>
            </p:cNvPr>
            <p:cNvSpPr txBox="1">
              <a:spLocks noChangeArrowheads="1"/>
            </p:cNvSpPr>
            <p:nvPr/>
          </p:nvSpPr>
          <p:spPr bwMode="auto">
            <a:xfrm>
              <a:off x="635" y="3137"/>
              <a:ext cx="276" cy="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000066"/>
                  </a:solidFill>
                  <a:ea typeface="楷体_GB2312" pitchFamily="49" charset="-122"/>
                </a:rPr>
                <a:t>即</a:t>
              </a:r>
            </a:p>
          </p:txBody>
        </p:sp>
        <p:pic>
          <p:nvPicPr>
            <p:cNvPr id="95247" name="Picture 15">
              <a:extLst>
                <a:ext uri="{FF2B5EF4-FFF2-40B4-BE49-F238E27FC236}">
                  <a16:creationId xmlns:a16="http://schemas.microsoft.com/office/drawing/2014/main" id="{252DB675-BA4B-C63F-D3B9-A9F60F4541F5}"/>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156" y="3067"/>
              <a:ext cx="2922" cy="588"/>
            </a:xfrm>
            <a:prstGeom prst="rect">
              <a:avLst/>
            </a:prstGeom>
            <a:noFill/>
            <a:extLst>
              <a:ext uri="{909E8E84-426E-40DD-AFC4-6F175D3DCCD1}">
                <a14:hiddenFill xmlns:a14="http://schemas.microsoft.com/office/drawing/2010/main">
                  <a:solidFill>
                    <a:srgbClr val="FFFFFF"/>
                  </a:solidFill>
                </a14:hiddenFill>
              </a:ext>
            </a:extLst>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524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9524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9524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95245"/>
                                        </p:tgtEl>
                                        <p:attrNameLst>
                                          <p:attrName>style.visibility</p:attrName>
                                        </p:attrNameLst>
                                      </p:cBhvr>
                                      <p:to>
                                        <p:strVal val="visible"/>
                                      </p:to>
                                    </p:set>
                                    <p:anim calcmode="lin" valueType="num">
                                      <p:cBhvr additive="base">
                                        <p:cTn id="19" dur="500" fill="hold"/>
                                        <p:tgtEl>
                                          <p:spTgt spid="95245"/>
                                        </p:tgtEl>
                                        <p:attrNameLst>
                                          <p:attrName>ppt_x</p:attrName>
                                        </p:attrNameLst>
                                      </p:cBhvr>
                                      <p:tavLst>
                                        <p:tav tm="0">
                                          <p:val>
                                            <p:strVal val="#ppt_x"/>
                                          </p:val>
                                        </p:tav>
                                        <p:tav tm="100000">
                                          <p:val>
                                            <p:strVal val="#ppt_x"/>
                                          </p:val>
                                        </p:tav>
                                      </p:tavLst>
                                    </p:anim>
                                    <p:anim calcmode="lin" valueType="num">
                                      <p:cBhvr additive="base">
                                        <p:cTn id="20" dur="500" fill="hold"/>
                                        <p:tgtEl>
                                          <p:spTgt spid="9524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ext Box 2">
            <a:extLst>
              <a:ext uri="{FF2B5EF4-FFF2-40B4-BE49-F238E27FC236}">
                <a16:creationId xmlns:a16="http://schemas.microsoft.com/office/drawing/2014/main" id="{476AF0DB-3D74-7608-7F2D-C41B0BC32ED2}"/>
              </a:ext>
            </a:extLst>
          </p:cNvPr>
          <p:cNvSpPr txBox="1">
            <a:spLocks noChangeArrowheads="1"/>
          </p:cNvSpPr>
          <p:nvPr/>
        </p:nvSpPr>
        <p:spPr bwMode="auto">
          <a:xfrm>
            <a:off x="395288" y="333375"/>
            <a:ext cx="44196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4000" b="1">
                <a:solidFill>
                  <a:srgbClr val="901F16"/>
                </a:solidFill>
                <a:latin typeface="楷体_GB2312" pitchFamily="49" charset="-122"/>
                <a:ea typeface="楷体_GB2312" pitchFamily="49" charset="-122"/>
              </a:rPr>
              <a:t>分析：</a:t>
            </a:r>
          </a:p>
        </p:txBody>
      </p:sp>
      <p:sp>
        <p:nvSpPr>
          <p:cNvPr id="94211" name="Text Box 3">
            <a:extLst>
              <a:ext uri="{FF2B5EF4-FFF2-40B4-BE49-F238E27FC236}">
                <a16:creationId xmlns:a16="http://schemas.microsoft.com/office/drawing/2014/main" id="{AC228E95-0775-E13A-B428-5E67AE3B2DFB}"/>
              </a:ext>
            </a:extLst>
          </p:cNvPr>
          <p:cNvSpPr txBox="1">
            <a:spLocks noChangeArrowheads="1"/>
          </p:cNvSpPr>
          <p:nvPr/>
        </p:nvSpPr>
        <p:spPr bwMode="auto">
          <a:xfrm>
            <a:off x="539750" y="1052513"/>
            <a:ext cx="8243888" cy="5035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en-US" altLang="zh-CN" sz="3600" b="1">
                <a:solidFill>
                  <a:srgbClr val="000066"/>
                </a:solidFill>
                <a:latin typeface="Times New Roman" panose="02020603050405020304" pitchFamily="18" charset="0"/>
                <a:ea typeface="楷体_GB2312" pitchFamily="49" charset="-122"/>
              </a:rPr>
              <a:t>1</a:t>
            </a:r>
            <a:r>
              <a:rPr lang="zh-CN" altLang="en-US" sz="3600" b="1">
                <a:solidFill>
                  <a:srgbClr val="000066"/>
                </a:solidFill>
                <a:latin typeface="Times New Roman" panose="02020603050405020304" pitchFamily="18" charset="0"/>
                <a:ea typeface="楷体_GB2312" pitchFamily="49" charset="-122"/>
              </a:rPr>
              <a:t>、比较例</a:t>
            </a:r>
            <a:r>
              <a:rPr lang="en-US" altLang="zh-CN" sz="3600" b="1">
                <a:solidFill>
                  <a:srgbClr val="000066"/>
                </a:solidFill>
                <a:latin typeface="Times New Roman" panose="02020603050405020304" pitchFamily="18" charset="0"/>
                <a:ea typeface="楷体_GB2312" pitchFamily="49" charset="-122"/>
              </a:rPr>
              <a:t>1</a:t>
            </a:r>
            <a:r>
              <a:rPr lang="zh-CN" altLang="en-US" sz="3600" b="1">
                <a:solidFill>
                  <a:srgbClr val="000066"/>
                </a:solidFill>
                <a:latin typeface="Times New Roman" panose="02020603050405020304" pitchFamily="18" charset="0"/>
                <a:ea typeface="楷体_GB2312" pitchFamily="49" charset="-122"/>
              </a:rPr>
              <a:t>和例</a:t>
            </a:r>
            <a:r>
              <a:rPr lang="en-US" altLang="zh-CN" sz="3600" b="1">
                <a:solidFill>
                  <a:srgbClr val="000066"/>
                </a:solidFill>
                <a:latin typeface="Times New Roman" panose="02020603050405020304" pitchFamily="18" charset="0"/>
                <a:ea typeface="楷体_GB2312" pitchFamily="49" charset="-122"/>
              </a:rPr>
              <a:t>2</a:t>
            </a:r>
            <a:r>
              <a:rPr lang="zh-CN" altLang="en-US" sz="3600" b="1">
                <a:solidFill>
                  <a:srgbClr val="000066"/>
                </a:solidFill>
                <a:latin typeface="Times New Roman" panose="02020603050405020304" pitchFamily="18" charset="0"/>
                <a:ea typeface="楷体_GB2312" pitchFamily="49" charset="-122"/>
              </a:rPr>
              <a:t>的两个信号，它们的拉氏变换的代数表示式是一样的，但使这个代数表示式成立的</a:t>
            </a:r>
            <a:r>
              <a:rPr lang="en-US" altLang="zh-CN" sz="3600" b="1">
                <a:solidFill>
                  <a:srgbClr val="901F16"/>
                </a:solidFill>
                <a:latin typeface="Times New Roman" panose="02020603050405020304" pitchFamily="18" charset="0"/>
                <a:ea typeface="楷体_GB2312" pitchFamily="49" charset="-122"/>
              </a:rPr>
              <a:t>S</a:t>
            </a:r>
            <a:r>
              <a:rPr lang="zh-CN" altLang="en-US" sz="3600" b="1">
                <a:solidFill>
                  <a:srgbClr val="901F16"/>
                </a:solidFill>
                <a:latin typeface="Times New Roman" panose="02020603050405020304" pitchFamily="18" charset="0"/>
                <a:ea typeface="楷体_GB2312" pitchFamily="49" charset="-122"/>
              </a:rPr>
              <a:t>域</a:t>
            </a:r>
            <a:r>
              <a:rPr lang="zh-CN" altLang="en-US" sz="3600" b="1">
                <a:solidFill>
                  <a:srgbClr val="000066"/>
                </a:solidFill>
                <a:latin typeface="Times New Roman" panose="02020603050405020304" pitchFamily="18" charset="0"/>
                <a:ea typeface="楷体_GB2312" pitchFamily="49" charset="-122"/>
              </a:rPr>
              <a:t>却不相同。</a:t>
            </a:r>
          </a:p>
          <a:p>
            <a:pPr>
              <a:lnSpc>
                <a:spcPct val="150000"/>
              </a:lnSpc>
            </a:pPr>
            <a:r>
              <a:rPr lang="zh-CN" altLang="en-US" sz="3600" b="1">
                <a:solidFill>
                  <a:srgbClr val="901F16"/>
                </a:solidFill>
                <a:latin typeface="Times New Roman" panose="02020603050405020304" pitchFamily="18" charset="0"/>
                <a:ea typeface="楷体_GB2312" pitchFamily="49" charset="-122"/>
              </a:rPr>
              <a:t>结论：</a:t>
            </a:r>
            <a:r>
              <a:rPr lang="zh-CN" altLang="en-US" sz="3600" b="1">
                <a:solidFill>
                  <a:srgbClr val="000066"/>
                </a:solidFill>
                <a:latin typeface="Times New Roman" panose="02020603050405020304" pitchFamily="18" charset="0"/>
                <a:ea typeface="楷体_GB2312" pitchFamily="49" charset="-122"/>
              </a:rPr>
              <a:t>给出一个信号的拉氏变换时，</a:t>
            </a:r>
            <a:r>
              <a:rPr lang="zh-CN" altLang="en-US" sz="3600" b="1" u="sng">
                <a:solidFill>
                  <a:srgbClr val="760C04"/>
                </a:solidFill>
                <a:latin typeface="Times New Roman" panose="02020603050405020304" pitchFamily="18" charset="0"/>
                <a:ea typeface="楷体_GB2312" pitchFamily="49" charset="-122"/>
              </a:rPr>
              <a:t>代数表示式</a:t>
            </a:r>
            <a:r>
              <a:rPr lang="zh-CN" altLang="en-US" sz="3600" b="1">
                <a:solidFill>
                  <a:srgbClr val="000066"/>
                </a:solidFill>
                <a:latin typeface="Times New Roman" panose="02020603050405020304" pitchFamily="18" charset="0"/>
                <a:ea typeface="楷体_GB2312" pitchFamily="49" charset="-122"/>
              </a:rPr>
              <a:t>和使该表示式成立的</a:t>
            </a:r>
            <a:r>
              <a:rPr lang="zh-CN" altLang="en-US" sz="3600" b="1" u="sng">
                <a:solidFill>
                  <a:srgbClr val="760C04"/>
                </a:solidFill>
                <a:latin typeface="Times New Roman" panose="02020603050405020304" pitchFamily="18" charset="0"/>
                <a:ea typeface="楷体_GB2312" pitchFamily="49" charset="-122"/>
              </a:rPr>
              <a:t>变量</a:t>
            </a:r>
            <a:r>
              <a:rPr lang="en-US" altLang="zh-CN" sz="3600" b="1" u="sng">
                <a:solidFill>
                  <a:srgbClr val="760C04"/>
                </a:solidFill>
                <a:latin typeface="Times New Roman" panose="02020603050405020304" pitchFamily="18" charset="0"/>
                <a:ea typeface="楷体_GB2312" pitchFamily="49" charset="-122"/>
              </a:rPr>
              <a:t>s</a:t>
            </a:r>
            <a:r>
              <a:rPr lang="zh-CN" altLang="en-US" sz="3600" b="1" u="sng">
                <a:solidFill>
                  <a:srgbClr val="760C04"/>
                </a:solidFill>
                <a:latin typeface="Times New Roman" panose="02020603050405020304" pitchFamily="18" charset="0"/>
                <a:ea typeface="楷体_GB2312" pitchFamily="49" charset="-122"/>
              </a:rPr>
              <a:t>的范围</a:t>
            </a:r>
            <a:r>
              <a:rPr lang="zh-CN" altLang="en-US" sz="3600" b="1">
                <a:solidFill>
                  <a:srgbClr val="000066"/>
                </a:solidFill>
                <a:latin typeface="Times New Roman" panose="02020603050405020304" pitchFamily="18" charset="0"/>
                <a:ea typeface="楷体_GB2312" pitchFamily="49" charset="-122"/>
              </a:rPr>
              <a:t>都应给出。</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1" name="Text Box 3">
            <a:extLst>
              <a:ext uri="{FF2B5EF4-FFF2-40B4-BE49-F238E27FC236}">
                <a16:creationId xmlns:a16="http://schemas.microsoft.com/office/drawing/2014/main" id="{3DA5610E-DCEA-54CB-2259-7D9253110ACA}"/>
              </a:ext>
            </a:extLst>
          </p:cNvPr>
          <p:cNvSpPr txBox="1">
            <a:spLocks noChangeArrowheads="1"/>
          </p:cNvSpPr>
          <p:nvPr/>
        </p:nvSpPr>
        <p:spPr bwMode="auto">
          <a:xfrm>
            <a:off x="468313" y="404813"/>
            <a:ext cx="8172450" cy="5859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en-US" altLang="zh-CN" sz="3600" b="1">
                <a:solidFill>
                  <a:srgbClr val="000066"/>
                </a:solidFill>
                <a:latin typeface="Times New Roman" panose="02020603050405020304" pitchFamily="18" charset="0"/>
                <a:ea typeface="楷体_GB2312" pitchFamily="49" charset="-122"/>
              </a:rPr>
              <a:t>2</a:t>
            </a:r>
            <a:r>
              <a:rPr lang="zh-CN" altLang="en-US" sz="3600" b="1">
                <a:solidFill>
                  <a:srgbClr val="000066"/>
                </a:solidFill>
                <a:latin typeface="Times New Roman" panose="02020603050405020304" pitchFamily="18" charset="0"/>
                <a:ea typeface="楷体_GB2312" pitchFamily="49" charset="-122"/>
              </a:rPr>
              <a:t>、 拉氏变换与傅里叶变换一样存在收敛问题。</a:t>
            </a:r>
            <a:r>
              <a:rPr lang="zh-CN" altLang="en-US" sz="3600" b="1">
                <a:solidFill>
                  <a:srgbClr val="760C04"/>
                </a:solidFill>
                <a:latin typeface="Times New Roman" panose="02020603050405020304" pitchFamily="18" charset="0"/>
                <a:ea typeface="楷体_GB2312" pitchFamily="49" charset="-122"/>
              </a:rPr>
              <a:t>并非任何信号的拉氏变换都存在，也不是 </a:t>
            </a:r>
            <a:r>
              <a:rPr lang="en-US" altLang="zh-CN" sz="3600" b="1">
                <a:solidFill>
                  <a:srgbClr val="760C04"/>
                </a:solidFill>
                <a:latin typeface="Times New Roman" panose="02020603050405020304" pitchFamily="18" charset="0"/>
                <a:ea typeface="楷体_GB2312" pitchFamily="49" charset="-122"/>
              </a:rPr>
              <a:t>S </a:t>
            </a:r>
            <a:r>
              <a:rPr lang="zh-CN" altLang="en-US" sz="3600" b="1">
                <a:solidFill>
                  <a:srgbClr val="760C04"/>
                </a:solidFill>
                <a:latin typeface="Times New Roman" panose="02020603050405020304" pitchFamily="18" charset="0"/>
                <a:ea typeface="楷体_GB2312" pitchFamily="49" charset="-122"/>
              </a:rPr>
              <a:t>平面上的任何复数都能使拉氏变换收敛。</a:t>
            </a:r>
          </a:p>
          <a:p>
            <a:pPr>
              <a:lnSpc>
                <a:spcPct val="150000"/>
              </a:lnSpc>
            </a:pPr>
            <a:r>
              <a:rPr lang="en-US" altLang="zh-CN" sz="3600" b="1">
                <a:solidFill>
                  <a:srgbClr val="000066"/>
                </a:solidFill>
                <a:latin typeface="Times New Roman" panose="02020603050405020304" pitchFamily="18" charset="0"/>
                <a:ea typeface="楷体_GB2312" pitchFamily="49" charset="-122"/>
              </a:rPr>
              <a:t>3</a:t>
            </a:r>
            <a:r>
              <a:rPr lang="zh-CN" altLang="en-US" sz="3600" b="1">
                <a:solidFill>
                  <a:srgbClr val="000066"/>
                </a:solidFill>
                <a:latin typeface="Times New Roman" panose="02020603050405020304" pitchFamily="18" charset="0"/>
                <a:ea typeface="楷体_GB2312" pitchFamily="49" charset="-122"/>
              </a:rPr>
              <a:t>、使拉氏变换积分收敛的复数 </a:t>
            </a:r>
            <a:r>
              <a:rPr lang="en-US" altLang="zh-CN" sz="3600" b="1">
                <a:solidFill>
                  <a:srgbClr val="000066"/>
                </a:solidFill>
                <a:latin typeface="Times New Roman" panose="02020603050405020304" pitchFamily="18" charset="0"/>
                <a:ea typeface="楷体_GB2312" pitchFamily="49" charset="-122"/>
              </a:rPr>
              <a:t>S</a:t>
            </a:r>
            <a:r>
              <a:rPr lang="zh-CN" altLang="en-US" sz="3600" b="1">
                <a:solidFill>
                  <a:srgbClr val="000066"/>
                </a:solidFill>
                <a:latin typeface="Times New Roman" panose="02020603050405020304" pitchFamily="18" charset="0"/>
                <a:ea typeface="楷体_GB2312" pitchFamily="49" charset="-122"/>
              </a:rPr>
              <a:t>的范围，称为拉氏变换的</a:t>
            </a:r>
            <a:r>
              <a:rPr lang="zh-CN" altLang="en-US" sz="3600" b="1">
                <a:solidFill>
                  <a:srgbClr val="760C04"/>
                </a:solidFill>
                <a:latin typeface="Times New Roman" panose="02020603050405020304" pitchFamily="18" charset="0"/>
                <a:ea typeface="楷体_GB2312" pitchFamily="49" charset="-122"/>
              </a:rPr>
              <a:t>收敛域</a:t>
            </a:r>
            <a:r>
              <a:rPr lang="zh-CN" altLang="en-US" sz="3600" b="1">
                <a:solidFill>
                  <a:srgbClr val="000066"/>
                </a:solidFill>
                <a:latin typeface="Times New Roman" panose="02020603050405020304" pitchFamily="18" charset="0"/>
                <a:ea typeface="楷体_GB2312" pitchFamily="49" charset="-122"/>
              </a:rPr>
              <a:t> ，简记为</a:t>
            </a:r>
            <a:r>
              <a:rPr lang="en-US" altLang="zh-CN" sz="3600" b="1">
                <a:solidFill>
                  <a:srgbClr val="760C04"/>
                </a:solidFill>
                <a:latin typeface="Times New Roman" panose="02020603050405020304" pitchFamily="18" charset="0"/>
                <a:ea typeface="楷体_GB2312" pitchFamily="49" charset="-122"/>
              </a:rPr>
              <a:t>ROC</a:t>
            </a:r>
            <a:r>
              <a:rPr lang="en-US" altLang="zh-CN" sz="3600" b="1">
                <a:solidFill>
                  <a:srgbClr val="000066"/>
                </a:solidFill>
                <a:latin typeface="Times New Roman" panose="02020603050405020304" pitchFamily="18" charset="0"/>
                <a:ea typeface="楷体_GB2312" pitchFamily="49" charset="-122"/>
              </a:rPr>
              <a:t> </a:t>
            </a:r>
            <a:r>
              <a:rPr lang="zh-CN" altLang="en-US" sz="3600" b="1">
                <a:solidFill>
                  <a:srgbClr val="000066"/>
                </a:solidFill>
                <a:latin typeface="Times New Roman" panose="02020603050405020304" pitchFamily="18" charset="0"/>
                <a:ea typeface="楷体_GB2312" pitchFamily="49" charset="-122"/>
              </a:rPr>
              <a:t>。（</a:t>
            </a:r>
            <a:r>
              <a:rPr lang="en-US" altLang="zh-CN" sz="3600" b="1">
                <a:solidFill>
                  <a:srgbClr val="000066"/>
                </a:solidFill>
                <a:latin typeface="Times New Roman" panose="02020603050405020304" pitchFamily="18" charset="0"/>
                <a:ea typeface="楷体_GB2312" pitchFamily="49" charset="-122"/>
              </a:rPr>
              <a:t>Region of Convergence</a:t>
            </a:r>
            <a:r>
              <a:rPr lang="zh-CN" altLang="en-US" sz="3600" b="1">
                <a:solidFill>
                  <a:srgbClr val="000066"/>
                </a:solidFill>
                <a:latin typeface="Times New Roman" panose="02020603050405020304" pitchFamily="18" charset="0"/>
                <a:ea typeface="楷体_GB2312" pitchFamily="49" charset="-122"/>
              </a:rPr>
              <a:t>）</a:t>
            </a:r>
            <a:endParaRPr lang="zh-CN" altLang="en-US" sz="3600" b="1">
              <a:solidFill>
                <a:srgbClr val="760C04"/>
              </a:solidFill>
              <a:latin typeface="Times New Roman" panose="02020603050405020304" pitchFamily="18" charset="0"/>
              <a:ea typeface="楷体_GB2312" pitchFamily="49"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7" name="Rectangle 3">
            <a:extLst>
              <a:ext uri="{FF2B5EF4-FFF2-40B4-BE49-F238E27FC236}">
                <a16:creationId xmlns:a16="http://schemas.microsoft.com/office/drawing/2014/main" id="{61585708-EB76-81EB-0950-E62F97A7EB54}"/>
              </a:ext>
            </a:extLst>
          </p:cNvPr>
          <p:cNvSpPr>
            <a:spLocks noChangeArrowheads="1"/>
          </p:cNvSpPr>
          <p:nvPr/>
        </p:nvSpPr>
        <p:spPr bwMode="auto">
          <a:xfrm>
            <a:off x="320675" y="476250"/>
            <a:ext cx="8497888" cy="547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1282700">
              <a:tabLst>
                <a:tab pos="8191500" algn="l"/>
              </a:tabLst>
              <a:defRPr>
                <a:solidFill>
                  <a:schemeClr val="tx1"/>
                </a:solidFill>
                <a:latin typeface="Arial" panose="020B0604020202020204" pitchFamily="34" charset="0"/>
                <a:ea typeface="宋体" panose="02010600030101010101" pitchFamily="2" charset="-122"/>
              </a:defRPr>
            </a:lvl1pPr>
            <a:lvl2pPr defTabSz="1282700">
              <a:tabLst>
                <a:tab pos="8191500" algn="l"/>
              </a:tabLst>
              <a:defRPr>
                <a:solidFill>
                  <a:schemeClr val="tx1"/>
                </a:solidFill>
                <a:latin typeface="Arial" panose="020B0604020202020204" pitchFamily="34" charset="0"/>
                <a:ea typeface="宋体" panose="02010600030101010101" pitchFamily="2" charset="-122"/>
              </a:defRPr>
            </a:lvl2pPr>
            <a:lvl3pPr defTabSz="1282700">
              <a:tabLst>
                <a:tab pos="8191500" algn="l"/>
              </a:tabLst>
              <a:defRPr>
                <a:solidFill>
                  <a:schemeClr val="tx1"/>
                </a:solidFill>
                <a:latin typeface="Arial" panose="020B0604020202020204" pitchFamily="34" charset="0"/>
                <a:ea typeface="宋体" panose="02010600030101010101" pitchFamily="2" charset="-122"/>
              </a:defRPr>
            </a:lvl3pPr>
            <a:lvl4pPr defTabSz="1282700">
              <a:tabLst>
                <a:tab pos="8191500" algn="l"/>
              </a:tabLst>
              <a:defRPr>
                <a:solidFill>
                  <a:schemeClr val="tx1"/>
                </a:solidFill>
                <a:latin typeface="Arial" panose="020B0604020202020204" pitchFamily="34" charset="0"/>
                <a:ea typeface="宋体" panose="02010600030101010101" pitchFamily="2" charset="-122"/>
              </a:defRPr>
            </a:lvl4pPr>
            <a:lvl5pPr defTabSz="1282700">
              <a:tabLst>
                <a:tab pos="8191500" algn="l"/>
              </a:tabLst>
              <a:defRPr>
                <a:solidFill>
                  <a:schemeClr val="tx1"/>
                </a:solidFill>
                <a:latin typeface="Arial" panose="020B0604020202020204" pitchFamily="34" charset="0"/>
                <a:ea typeface="宋体" panose="02010600030101010101" pitchFamily="2" charset="-122"/>
              </a:defRPr>
            </a:lvl5pPr>
            <a:lvl6pPr defTabSz="1282700" fontAlgn="base">
              <a:spcBef>
                <a:spcPct val="0"/>
              </a:spcBef>
              <a:spcAft>
                <a:spcPct val="0"/>
              </a:spcAft>
              <a:tabLst>
                <a:tab pos="8191500" algn="l"/>
              </a:tabLst>
              <a:defRPr>
                <a:solidFill>
                  <a:schemeClr val="tx1"/>
                </a:solidFill>
                <a:latin typeface="Arial" panose="020B0604020202020204" pitchFamily="34" charset="0"/>
                <a:ea typeface="宋体" panose="02010600030101010101" pitchFamily="2" charset="-122"/>
              </a:defRPr>
            </a:lvl6pPr>
            <a:lvl7pPr defTabSz="1282700" fontAlgn="base">
              <a:spcBef>
                <a:spcPct val="0"/>
              </a:spcBef>
              <a:spcAft>
                <a:spcPct val="0"/>
              </a:spcAft>
              <a:tabLst>
                <a:tab pos="8191500" algn="l"/>
              </a:tabLst>
              <a:defRPr>
                <a:solidFill>
                  <a:schemeClr val="tx1"/>
                </a:solidFill>
                <a:latin typeface="Arial" panose="020B0604020202020204" pitchFamily="34" charset="0"/>
                <a:ea typeface="宋体" panose="02010600030101010101" pitchFamily="2" charset="-122"/>
              </a:defRPr>
            </a:lvl7pPr>
            <a:lvl8pPr defTabSz="1282700" fontAlgn="base">
              <a:spcBef>
                <a:spcPct val="0"/>
              </a:spcBef>
              <a:spcAft>
                <a:spcPct val="0"/>
              </a:spcAft>
              <a:tabLst>
                <a:tab pos="8191500" algn="l"/>
              </a:tabLst>
              <a:defRPr>
                <a:solidFill>
                  <a:schemeClr val="tx1"/>
                </a:solidFill>
                <a:latin typeface="Arial" panose="020B0604020202020204" pitchFamily="34" charset="0"/>
                <a:ea typeface="宋体" panose="02010600030101010101" pitchFamily="2" charset="-122"/>
              </a:defRPr>
            </a:lvl8pPr>
            <a:lvl9pPr defTabSz="1282700" fontAlgn="base">
              <a:spcBef>
                <a:spcPct val="0"/>
              </a:spcBef>
              <a:spcAft>
                <a:spcPct val="0"/>
              </a:spcAft>
              <a:tabLst>
                <a:tab pos="8191500" algn="l"/>
              </a:tabLst>
              <a:defRPr>
                <a:solidFill>
                  <a:schemeClr val="tx1"/>
                </a:solidFill>
                <a:latin typeface="Arial" panose="020B0604020202020204" pitchFamily="34" charset="0"/>
                <a:ea typeface="宋体" panose="02010600030101010101" pitchFamily="2" charset="-122"/>
              </a:defRPr>
            </a:lvl9pPr>
          </a:lstStyle>
          <a:p>
            <a:pPr>
              <a:lnSpc>
                <a:spcPct val="150000"/>
              </a:lnSpc>
              <a:spcBef>
                <a:spcPct val="50000"/>
              </a:spcBef>
            </a:pPr>
            <a:r>
              <a:rPr lang="en-US" altLang="zh-CN" sz="3600" b="1">
                <a:solidFill>
                  <a:srgbClr val="000066"/>
                </a:solidFill>
                <a:latin typeface="Times New Roman" panose="02020603050405020304" pitchFamily="18" charset="0"/>
                <a:ea typeface="楷体_GB2312" pitchFamily="49" charset="-122"/>
              </a:rPr>
              <a:t>4</a:t>
            </a:r>
            <a:r>
              <a:rPr lang="zh-CN" altLang="en-US" sz="3600" b="1">
                <a:solidFill>
                  <a:srgbClr val="000066"/>
                </a:solidFill>
                <a:latin typeface="Times New Roman" panose="02020603050405020304" pitchFamily="18" charset="0"/>
                <a:ea typeface="楷体_GB2312" pitchFamily="49" charset="-122"/>
              </a:rPr>
              <a:t>、</a:t>
            </a:r>
            <a:r>
              <a:rPr lang="zh-CN" altLang="en-US" sz="3600" b="1">
                <a:solidFill>
                  <a:srgbClr val="760C04"/>
                </a:solidFill>
                <a:latin typeface="楷体_GB2312" pitchFamily="49" charset="-122"/>
                <a:ea typeface="楷体_GB2312" pitchFamily="49" charset="-122"/>
              </a:rPr>
              <a:t>不同的信号可能会有完全相同的拉氏变换表达式，只是它们的收敛域不同。</a:t>
            </a:r>
          </a:p>
          <a:p>
            <a:pPr>
              <a:lnSpc>
                <a:spcPct val="150000"/>
              </a:lnSpc>
              <a:spcBef>
                <a:spcPct val="50000"/>
              </a:spcBef>
            </a:pPr>
            <a:r>
              <a:rPr lang="en-US" altLang="zh-CN" sz="3600" b="1">
                <a:solidFill>
                  <a:srgbClr val="000066"/>
                </a:solidFill>
                <a:latin typeface="Times New Roman" panose="02020603050405020304" pitchFamily="18" charset="0"/>
                <a:ea typeface="楷体_GB2312" pitchFamily="49" charset="-122"/>
              </a:rPr>
              <a:t>5</a:t>
            </a:r>
            <a:r>
              <a:rPr lang="zh-CN" altLang="en-US" sz="3600" b="1">
                <a:solidFill>
                  <a:srgbClr val="000066"/>
                </a:solidFill>
                <a:latin typeface="Times New Roman" panose="02020603050405020304" pitchFamily="18" charset="0"/>
                <a:ea typeface="楷体_GB2312" pitchFamily="49" charset="-122"/>
              </a:rPr>
              <a:t>、</a:t>
            </a:r>
            <a:r>
              <a:rPr lang="zh-CN" altLang="en-US" sz="3600" b="1">
                <a:solidFill>
                  <a:srgbClr val="760C04"/>
                </a:solidFill>
                <a:latin typeface="Times New Roman" panose="02020603050405020304" pitchFamily="18" charset="0"/>
                <a:ea typeface="楷体_GB2312" pitchFamily="49" charset="-122"/>
              </a:rPr>
              <a:t>只有拉氏变换表达式连同相应的收敛域，才能和信号建立一一对应的关系</a:t>
            </a:r>
            <a:r>
              <a:rPr lang="zh-CN" altLang="en-US" sz="3600" b="1">
                <a:solidFill>
                  <a:srgbClr val="000066"/>
                </a:solidFill>
                <a:latin typeface="Times New Roman" panose="02020603050405020304" pitchFamily="18" charset="0"/>
                <a:ea typeface="楷体_GB2312" pitchFamily="49" charset="-122"/>
              </a:rPr>
              <a:t>。</a:t>
            </a:r>
          </a:p>
          <a:p>
            <a:pPr>
              <a:lnSpc>
                <a:spcPct val="140000"/>
              </a:lnSpc>
              <a:spcBef>
                <a:spcPct val="50000"/>
              </a:spcBef>
            </a:pPr>
            <a:r>
              <a:rPr lang="en-US" altLang="zh-CN" sz="3600" b="1">
                <a:solidFill>
                  <a:srgbClr val="000066"/>
                </a:solidFill>
                <a:latin typeface="Times New Roman" panose="02020603050405020304" pitchFamily="18" charset="0"/>
                <a:ea typeface="楷体_GB2312" pitchFamily="49" charset="-122"/>
              </a:rPr>
              <a:t>6</a:t>
            </a:r>
            <a:r>
              <a:rPr lang="zh-CN" altLang="en-US" sz="3600" b="1">
                <a:solidFill>
                  <a:srgbClr val="000066"/>
                </a:solidFill>
                <a:latin typeface="Times New Roman" panose="02020603050405020304" pitchFamily="18" charset="0"/>
                <a:ea typeface="楷体_GB2312" pitchFamily="49" charset="-122"/>
              </a:rPr>
              <a:t>、</a:t>
            </a:r>
            <a:r>
              <a:rPr lang="zh-CN" altLang="en-US" sz="3600" b="1">
                <a:solidFill>
                  <a:srgbClr val="760C04"/>
                </a:solidFill>
                <a:latin typeface="Times New Roman" panose="02020603050405020304" pitchFamily="18" charset="0"/>
                <a:ea typeface="楷体_GB2312" pitchFamily="49" charset="-122"/>
              </a:rPr>
              <a:t>如果拉氏变换的</a:t>
            </a:r>
            <a:r>
              <a:rPr lang="en-US" altLang="zh-CN" sz="3600" b="1">
                <a:solidFill>
                  <a:srgbClr val="760C04"/>
                </a:solidFill>
                <a:latin typeface="Times New Roman" panose="02020603050405020304" pitchFamily="18" charset="0"/>
                <a:ea typeface="楷体_GB2312" pitchFamily="49" charset="-122"/>
              </a:rPr>
              <a:t>ROC</a:t>
            </a:r>
            <a:r>
              <a:rPr lang="zh-CN" altLang="en-US" sz="3600" b="1">
                <a:solidFill>
                  <a:srgbClr val="760C04"/>
                </a:solidFill>
                <a:latin typeface="Times New Roman" panose="02020603050405020304" pitchFamily="18" charset="0"/>
                <a:ea typeface="楷体_GB2312" pitchFamily="49" charset="-122"/>
              </a:rPr>
              <a:t>包含      轴</a:t>
            </a:r>
            <a:r>
              <a:rPr lang="zh-CN" altLang="en-US" sz="3600" b="1">
                <a:solidFill>
                  <a:srgbClr val="000066"/>
                </a:solidFill>
                <a:latin typeface="Times New Roman" panose="02020603050405020304" pitchFamily="18" charset="0"/>
                <a:ea typeface="楷体_GB2312" pitchFamily="49" charset="-122"/>
              </a:rPr>
              <a:t>，则有</a:t>
            </a:r>
          </a:p>
        </p:txBody>
      </p:sp>
      <p:graphicFrame>
        <p:nvGraphicFramePr>
          <p:cNvPr id="93188" name="Object 4">
            <a:extLst>
              <a:ext uri="{FF2B5EF4-FFF2-40B4-BE49-F238E27FC236}">
                <a16:creationId xmlns:a16="http://schemas.microsoft.com/office/drawing/2014/main" id="{0F54553A-BA60-B0EB-58A9-F19553DDF395}"/>
              </a:ext>
            </a:extLst>
          </p:cNvPr>
          <p:cNvGraphicFramePr>
            <a:graphicFrameLocks noChangeAspect="1"/>
          </p:cNvGraphicFramePr>
          <p:nvPr/>
        </p:nvGraphicFramePr>
        <p:xfrm>
          <a:off x="6227763" y="4581525"/>
          <a:ext cx="654050" cy="508000"/>
        </p:xfrm>
        <a:graphic>
          <a:graphicData uri="http://schemas.openxmlformats.org/presentationml/2006/ole">
            <mc:AlternateContent xmlns:mc="http://schemas.openxmlformats.org/markup-compatibility/2006">
              <mc:Choice xmlns:v="urn:schemas-microsoft-com:vml" Requires="v">
                <p:oleObj name="Equation" r:id="rId2" imgW="228600" imgH="190440" progId="Equation.DSMT4">
                  <p:embed/>
                </p:oleObj>
              </mc:Choice>
              <mc:Fallback>
                <p:oleObj name="Equation" r:id="rId2" imgW="228600" imgH="190440" progId="Equation.DSMT4">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27763" y="4581525"/>
                        <a:ext cx="654050" cy="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3189" name="Object 5">
            <a:extLst>
              <a:ext uri="{FF2B5EF4-FFF2-40B4-BE49-F238E27FC236}">
                <a16:creationId xmlns:a16="http://schemas.microsoft.com/office/drawing/2014/main" id="{E99CD760-CEDE-1D1E-5FF7-CFCB388A9162}"/>
              </a:ext>
            </a:extLst>
          </p:cNvPr>
          <p:cNvGraphicFramePr>
            <a:graphicFrameLocks noChangeAspect="1"/>
          </p:cNvGraphicFramePr>
          <p:nvPr/>
        </p:nvGraphicFramePr>
        <p:xfrm>
          <a:off x="1403350" y="5300663"/>
          <a:ext cx="5905500" cy="1301750"/>
        </p:xfrm>
        <a:graphic>
          <a:graphicData uri="http://schemas.openxmlformats.org/presentationml/2006/ole">
            <mc:AlternateContent xmlns:mc="http://schemas.openxmlformats.org/markup-compatibility/2006">
              <mc:Choice xmlns:v="urn:schemas-microsoft-com:vml" Requires="v">
                <p:oleObj name="Equation" r:id="rId4" imgW="1206360" imgH="279360" progId="Equation.DSMT4">
                  <p:embed/>
                </p:oleObj>
              </mc:Choice>
              <mc:Fallback>
                <p:oleObj name="Equation" r:id="rId4" imgW="1206360" imgH="279360"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03350" y="5300663"/>
                        <a:ext cx="5905500" cy="1301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93189"/>
                                        </p:tgtEl>
                                        <p:attrNameLst>
                                          <p:attrName>style.visibility</p:attrName>
                                        </p:attrNameLst>
                                      </p:cBhvr>
                                      <p:to>
                                        <p:strVal val="visible"/>
                                      </p:to>
                                    </p:set>
                                    <p:anim calcmode="lin" valueType="num">
                                      <p:cBhvr additive="base">
                                        <p:cTn id="7" dur="500" fill="hold"/>
                                        <p:tgtEl>
                                          <p:spTgt spid="93189"/>
                                        </p:tgtEl>
                                        <p:attrNameLst>
                                          <p:attrName>ppt_x</p:attrName>
                                        </p:attrNameLst>
                                      </p:cBhvr>
                                      <p:tavLst>
                                        <p:tav tm="0">
                                          <p:val>
                                            <p:strVal val="0-#ppt_w/2"/>
                                          </p:val>
                                        </p:tav>
                                        <p:tav tm="100000">
                                          <p:val>
                                            <p:strVal val="#ppt_x"/>
                                          </p:val>
                                        </p:tav>
                                      </p:tavLst>
                                    </p:anim>
                                    <p:anim calcmode="lin" valueType="num">
                                      <p:cBhvr additive="base">
                                        <p:cTn id="8" dur="500" fill="hold"/>
                                        <p:tgtEl>
                                          <p:spTgt spid="9318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AB70DE08-83EB-5630-4146-EDBEDE5191DF}"/>
              </a:ext>
            </a:extLst>
          </p:cNvPr>
          <p:cNvSpPr>
            <a:spLocks noRot="1" noChangeArrowheads="1"/>
          </p:cNvSpPr>
          <p:nvPr/>
        </p:nvSpPr>
        <p:spPr bwMode="auto">
          <a:xfrm>
            <a:off x="250825" y="260350"/>
            <a:ext cx="8532813" cy="80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gn="l"/>
            <a:r>
              <a:rPr lang="zh-CN" altLang="en-US" sz="4000" b="1">
                <a:solidFill>
                  <a:srgbClr val="760C04"/>
                </a:solidFill>
                <a:latin typeface="楷体_GB2312" pitchFamily="49" charset="-122"/>
                <a:ea typeface="楷体_GB2312" pitchFamily="49" charset="-122"/>
              </a:rPr>
              <a:t>二</a:t>
            </a:r>
            <a:r>
              <a:rPr lang="en-US" altLang="zh-CN" sz="4000" b="1">
                <a:solidFill>
                  <a:srgbClr val="760C04"/>
                </a:solidFill>
                <a:latin typeface="楷体_GB2312" pitchFamily="49" charset="-122"/>
                <a:ea typeface="楷体_GB2312" pitchFamily="49" charset="-122"/>
              </a:rPr>
              <a:t>. </a:t>
            </a:r>
            <a:r>
              <a:rPr lang="en-US" altLang="zh-CN" sz="4000" b="1">
                <a:solidFill>
                  <a:srgbClr val="760C04"/>
                </a:solidFill>
                <a:latin typeface="Times New Roman" panose="02020603050405020304" pitchFamily="18" charset="0"/>
                <a:ea typeface="楷体_GB2312" pitchFamily="49" charset="-122"/>
              </a:rPr>
              <a:t>ROC</a:t>
            </a:r>
            <a:r>
              <a:rPr lang="zh-CN" altLang="en-US" sz="4000" b="1">
                <a:solidFill>
                  <a:srgbClr val="760C04"/>
                </a:solidFill>
                <a:latin typeface="楷体_GB2312" pitchFamily="49" charset="-122"/>
                <a:ea typeface="楷体_GB2312" pitchFamily="49" charset="-122"/>
              </a:rPr>
              <a:t>的表示方法：（复平面</a:t>
            </a:r>
            <a:r>
              <a:rPr lang="en-US" altLang="zh-CN" sz="4000" b="1">
                <a:solidFill>
                  <a:srgbClr val="760C04"/>
                </a:solidFill>
                <a:latin typeface="楷体_GB2312" pitchFamily="49" charset="-122"/>
                <a:ea typeface="楷体_GB2312" pitchFamily="49" charset="-122"/>
              </a:rPr>
              <a:t>)</a:t>
            </a:r>
          </a:p>
        </p:txBody>
      </p:sp>
      <p:sp>
        <p:nvSpPr>
          <p:cNvPr id="92163" name="Rectangle 3">
            <a:extLst>
              <a:ext uri="{FF2B5EF4-FFF2-40B4-BE49-F238E27FC236}">
                <a16:creationId xmlns:a16="http://schemas.microsoft.com/office/drawing/2014/main" id="{8AB32B67-FD1B-CAF7-1C90-E24E9C571E73}"/>
              </a:ext>
            </a:extLst>
          </p:cNvPr>
          <p:cNvSpPr>
            <a:spLocks noRot="1" noChangeArrowheads="1"/>
          </p:cNvSpPr>
          <p:nvPr/>
        </p:nvSpPr>
        <p:spPr bwMode="auto">
          <a:xfrm>
            <a:off x="611188" y="1341438"/>
            <a:ext cx="3167062" cy="728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gn="l"/>
            <a:r>
              <a:rPr lang="zh-CN" altLang="en-US" sz="3600" b="1">
                <a:solidFill>
                  <a:srgbClr val="760C04"/>
                </a:solidFill>
                <a:latin typeface="楷体_GB2312" pitchFamily="49" charset="-122"/>
                <a:ea typeface="楷体_GB2312" pitchFamily="49" charset="-122"/>
              </a:rPr>
              <a:t>例</a:t>
            </a:r>
            <a:r>
              <a:rPr lang="en-US" altLang="zh-CN" sz="3600" b="1">
                <a:solidFill>
                  <a:srgbClr val="760C04"/>
                </a:solidFill>
                <a:latin typeface="楷体_GB2312" pitchFamily="49" charset="-122"/>
                <a:ea typeface="楷体_GB2312" pitchFamily="49" charset="-122"/>
              </a:rPr>
              <a:t>1</a:t>
            </a:r>
            <a:r>
              <a:rPr lang="zh-CN" altLang="en-US" sz="3600" b="1">
                <a:solidFill>
                  <a:srgbClr val="760C04"/>
                </a:solidFill>
                <a:latin typeface="楷体_GB2312" pitchFamily="49" charset="-122"/>
                <a:ea typeface="楷体_GB2312" pitchFamily="49" charset="-122"/>
              </a:rPr>
              <a:t>的</a:t>
            </a:r>
            <a:r>
              <a:rPr lang="en-US" altLang="zh-CN" sz="3600" b="1">
                <a:solidFill>
                  <a:srgbClr val="760C04"/>
                </a:solidFill>
                <a:latin typeface="Times New Roman" panose="02020603050405020304" pitchFamily="18" charset="0"/>
                <a:ea typeface="楷体_GB2312" pitchFamily="49" charset="-122"/>
              </a:rPr>
              <a:t>ROC</a:t>
            </a:r>
          </a:p>
        </p:txBody>
      </p:sp>
      <p:sp>
        <p:nvSpPr>
          <p:cNvPr id="92164" name="Rectangle 4">
            <a:extLst>
              <a:ext uri="{FF2B5EF4-FFF2-40B4-BE49-F238E27FC236}">
                <a16:creationId xmlns:a16="http://schemas.microsoft.com/office/drawing/2014/main" id="{2C009042-493C-2471-2FCA-3701E5559FDE}"/>
              </a:ext>
            </a:extLst>
          </p:cNvPr>
          <p:cNvSpPr>
            <a:spLocks noRot="1" noChangeArrowheads="1"/>
          </p:cNvSpPr>
          <p:nvPr/>
        </p:nvSpPr>
        <p:spPr bwMode="auto">
          <a:xfrm>
            <a:off x="5219700" y="1341438"/>
            <a:ext cx="3167063" cy="728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gn="l"/>
            <a:r>
              <a:rPr lang="zh-CN" altLang="en-US" sz="3600" b="1">
                <a:solidFill>
                  <a:srgbClr val="760C04"/>
                </a:solidFill>
                <a:latin typeface="楷体_GB2312" pitchFamily="49" charset="-122"/>
                <a:ea typeface="楷体_GB2312" pitchFamily="49" charset="-122"/>
              </a:rPr>
              <a:t>例</a:t>
            </a:r>
            <a:r>
              <a:rPr lang="en-US" altLang="zh-CN" sz="3600" b="1">
                <a:solidFill>
                  <a:srgbClr val="760C04"/>
                </a:solidFill>
                <a:latin typeface="楷体_GB2312" pitchFamily="49" charset="-122"/>
                <a:ea typeface="楷体_GB2312" pitchFamily="49" charset="-122"/>
              </a:rPr>
              <a:t>2</a:t>
            </a:r>
            <a:r>
              <a:rPr lang="zh-CN" altLang="en-US" sz="3600" b="1">
                <a:solidFill>
                  <a:srgbClr val="760C04"/>
                </a:solidFill>
                <a:latin typeface="楷体_GB2312" pitchFamily="49" charset="-122"/>
                <a:ea typeface="楷体_GB2312" pitchFamily="49" charset="-122"/>
              </a:rPr>
              <a:t>的</a:t>
            </a:r>
            <a:r>
              <a:rPr lang="en-US" altLang="zh-CN" sz="3600" b="1">
                <a:solidFill>
                  <a:srgbClr val="760C04"/>
                </a:solidFill>
                <a:latin typeface="Times New Roman" panose="02020603050405020304" pitchFamily="18" charset="0"/>
                <a:ea typeface="楷体_GB2312" pitchFamily="49" charset="-122"/>
              </a:rPr>
              <a:t>ROC</a:t>
            </a:r>
          </a:p>
        </p:txBody>
      </p:sp>
      <p:pic>
        <p:nvPicPr>
          <p:cNvPr id="92165" name="Picture 5">
            <a:extLst>
              <a:ext uri="{FF2B5EF4-FFF2-40B4-BE49-F238E27FC236}">
                <a16:creationId xmlns:a16="http://schemas.microsoft.com/office/drawing/2014/main" id="{C0E54DE5-A0DD-2D1D-85CE-1F94427EB9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825" y="2133600"/>
            <a:ext cx="3743325" cy="4032250"/>
          </a:xfrm>
          <a:prstGeom prst="rect">
            <a:avLst/>
          </a:prstGeom>
          <a:noFill/>
          <a:extLst>
            <a:ext uri="{909E8E84-426E-40DD-AFC4-6F175D3DCCD1}">
              <a14:hiddenFill xmlns:a14="http://schemas.microsoft.com/office/drawing/2010/main">
                <a:solidFill>
                  <a:srgbClr val="FFFFFF"/>
                </a:solidFill>
              </a14:hiddenFill>
            </a:ext>
          </a:extLst>
        </p:spPr>
      </p:pic>
      <p:pic>
        <p:nvPicPr>
          <p:cNvPr id="92166" name="Picture 6">
            <a:extLst>
              <a:ext uri="{FF2B5EF4-FFF2-40B4-BE49-F238E27FC236}">
                <a16:creationId xmlns:a16="http://schemas.microsoft.com/office/drawing/2014/main" id="{E0E6C8F7-07E8-1F73-76EC-0C6549096C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7900" y="2420938"/>
            <a:ext cx="3527425" cy="38163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216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8" fill="hold" nodeType="clickEffect">
                                  <p:stCondLst>
                                    <p:cond delay="0"/>
                                  </p:stCondLst>
                                  <p:childTnLst>
                                    <p:set>
                                      <p:cBhvr>
                                        <p:cTn id="10" dur="1" fill="hold">
                                          <p:stCondLst>
                                            <p:cond delay="0"/>
                                          </p:stCondLst>
                                        </p:cTn>
                                        <p:tgtEl>
                                          <p:spTgt spid="92165"/>
                                        </p:tgtEl>
                                        <p:attrNameLst>
                                          <p:attrName>style.visibility</p:attrName>
                                        </p:attrNameLst>
                                      </p:cBhvr>
                                      <p:to>
                                        <p:strVal val="visible"/>
                                      </p:to>
                                    </p:set>
                                    <p:anim calcmode="lin" valueType="num">
                                      <p:cBhvr additive="base">
                                        <p:cTn id="11" dur="500" fill="hold"/>
                                        <p:tgtEl>
                                          <p:spTgt spid="92165"/>
                                        </p:tgtEl>
                                        <p:attrNameLst>
                                          <p:attrName>ppt_x</p:attrName>
                                        </p:attrNameLst>
                                      </p:cBhvr>
                                      <p:tavLst>
                                        <p:tav tm="0">
                                          <p:val>
                                            <p:strVal val="0-#ppt_w/2"/>
                                          </p:val>
                                        </p:tav>
                                        <p:tav tm="100000">
                                          <p:val>
                                            <p:strVal val="#ppt_x"/>
                                          </p:val>
                                        </p:tav>
                                      </p:tavLst>
                                    </p:anim>
                                    <p:anim calcmode="lin" valueType="num">
                                      <p:cBhvr additive="base">
                                        <p:cTn id="12" dur="500" fill="hold"/>
                                        <p:tgtEl>
                                          <p:spTgt spid="92165"/>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2164"/>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2" fill="hold" nodeType="clickEffect">
                                  <p:stCondLst>
                                    <p:cond delay="0"/>
                                  </p:stCondLst>
                                  <p:childTnLst>
                                    <p:set>
                                      <p:cBhvr>
                                        <p:cTn id="20" dur="1" fill="hold">
                                          <p:stCondLst>
                                            <p:cond delay="0"/>
                                          </p:stCondLst>
                                        </p:cTn>
                                        <p:tgtEl>
                                          <p:spTgt spid="92166"/>
                                        </p:tgtEl>
                                        <p:attrNameLst>
                                          <p:attrName>style.visibility</p:attrName>
                                        </p:attrNameLst>
                                      </p:cBhvr>
                                      <p:to>
                                        <p:strVal val="visible"/>
                                      </p:to>
                                    </p:set>
                                    <p:anim calcmode="lin" valueType="num">
                                      <p:cBhvr additive="base">
                                        <p:cTn id="21" dur="500" fill="hold"/>
                                        <p:tgtEl>
                                          <p:spTgt spid="92166"/>
                                        </p:tgtEl>
                                        <p:attrNameLst>
                                          <p:attrName>ppt_x</p:attrName>
                                        </p:attrNameLst>
                                      </p:cBhvr>
                                      <p:tavLst>
                                        <p:tav tm="0">
                                          <p:val>
                                            <p:strVal val="1+#ppt_w/2"/>
                                          </p:val>
                                        </p:tav>
                                        <p:tav tm="100000">
                                          <p:val>
                                            <p:strVal val="#ppt_x"/>
                                          </p:val>
                                        </p:tav>
                                      </p:tavLst>
                                    </p:anim>
                                    <p:anim calcmode="lin" valueType="num">
                                      <p:cBhvr additive="base">
                                        <p:cTn id="22" dur="500" fill="hold"/>
                                        <p:tgtEl>
                                          <p:spTgt spid="9216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3" grpId="0"/>
      <p:bldP spid="9216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9" name="Rectangle 7">
            <a:extLst>
              <a:ext uri="{FF2B5EF4-FFF2-40B4-BE49-F238E27FC236}">
                <a16:creationId xmlns:a16="http://schemas.microsoft.com/office/drawing/2014/main" id="{5D15518D-16D8-AA1F-FB14-35E7BA839066}"/>
              </a:ext>
            </a:extLst>
          </p:cNvPr>
          <p:cNvSpPr>
            <a:spLocks noRot="1" noChangeArrowheads="1"/>
          </p:cNvSpPr>
          <p:nvPr/>
        </p:nvSpPr>
        <p:spPr bwMode="auto">
          <a:xfrm>
            <a:off x="395288" y="260350"/>
            <a:ext cx="8101012" cy="2376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gn="l">
              <a:lnSpc>
                <a:spcPct val="120000"/>
              </a:lnSpc>
            </a:pPr>
            <a:r>
              <a:rPr lang="zh-CN" altLang="en-US" sz="3600" b="1">
                <a:solidFill>
                  <a:srgbClr val="760C04"/>
                </a:solidFill>
                <a:latin typeface="楷体_GB2312" pitchFamily="49" charset="-122"/>
                <a:ea typeface="楷体_GB2312" pitchFamily="49" charset="-122"/>
              </a:rPr>
              <a:t>有理函数</a:t>
            </a:r>
            <a:r>
              <a:rPr lang="en-US" altLang="zh-CN" sz="3600" b="1">
                <a:solidFill>
                  <a:srgbClr val="760C04"/>
                </a:solidFill>
                <a:latin typeface="楷体_GB2312" pitchFamily="49" charset="-122"/>
                <a:ea typeface="楷体_GB2312" pitchFamily="49" charset="-122"/>
              </a:rPr>
              <a:t>X(S)</a:t>
            </a:r>
            <a:r>
              <a:rPr lang="zh-CN" altLang="en-US" sz="3600" b="1">
                <a:solidFill>
                  <a:srgbClr val="760C04"/>
                </a:solidFill>
                <a:latin typeface="楷体_GB2312" pitchFamily="49" charset="-122"/>
                <a:ea typeface="楷体_GB2312" pitchFamily="49" charset="-122"/>
              </a:rPr>
              <a:t>的</a:t>
            </a:r>
            <a:r>
              <a:rPr lang="en-US" altLang="zh-CN" sz="3600" b="1">
                <a:solidFill>
                  <a:srgbClr val="760C04"/>
                </a:solidFill>
                <a:latin typeface="楷体_GB2312" pitchFamily="49" charset="-122"/>
                <a:ea typeface="楷体_GB2312" pitchFamily="49" charset="-122"/>
              </a:rPr>
              <a:t>ROC</a:t>
            </a:r>
            <a:r>
              <a:rPr lang="zh-CN" altLang="en-US" sz="3600" b="1">
                <a:solidFill>
                  <a:srgbClr val="760C04"/>
                </a:solidFill>
                <a:latin typeface="楷体_GB2312" pitchFamily="49" charset="-122"/>
                <a:ea typeface="楷体_GB2312" pitchFamily="49" charset="-122"/>
              </a:rPr>
              <a:t>的性质：</a:t>
            </a:r>
            <a:br>
              <a:rPr lang="zh-CN" altLang="en-US" sz="3600" b="1">
                <a:solidFill>
                  <a:srgbClr val="760C04"/>
                </a:solidFill>
                <a:latin typeface="楷体_GB2312" pitchFamily="49" charset="-122"/>
                <a:ea typeface="楷体_GB2312" pitchFamily="49" charset="-122"/>
              </a:rPr>
            </a:br>
            <a:r>
              <a:rPr lang="en-US" altLang="zh-CN" sz="3600" b="1">
                <a:solidFill>
                  <a:srgbClr val="000066"/>
                </a:solidFill>
                <a:latin typeface="楷体_GB2312" pitchFamily="49" charset="-122"/>
                <a:ea typeface="楷体_GB2312" pitchFamily="49" charset="-122"/>
              </a:rPr>
              <a:t>1</a:t>
            </a:r>
            <a:r>
              <a:rPr lang="zh-CN" altLang="en-US" sz="3600" b="1">
                <a:solidFill>
                  <a:srgbClr val="000066"/>
                </a:solidFill>
                <a:latin typeface="楷体_GB2312" pitchFamily="49" charset="-122"/>
                <a:ea typeface="楷体_GB2312" pitchFamily="49" charset="-122"/>
              </a:rPr>
              <a:t>）</a:t>
            </a:r>
            <a:r>
              <a:rPr lang="en-US" altLang="zh-CN" sz="3600" b="1">
                <a:solidFill>
                  <a:srgbClr val="000066"/>
                </a:solidFill>
                <a:latin typeface="楷体_GB2312" pitchFamily="49" charset="-122"/>
                <a:ea typeface="楷体_GB2312" pitchFamily="49" charset="-122"/>
              </a:rPr>
              <a:t>X(s)</a:t>
            </a:r>
            <a:r>
              <a:rPr lang="zh-CN" altLang="en-US" sz="3600" b="1">
                <a:solidFill>
                  <a:srgbClr val="000066"/>
                </a:solidFill>
                <a:latin typeface="楷体_GB2312" pitchFamily="49" charset="-122"/>
                <a:ea typeface="楷体_GB2312" pitchFamily="49" charset="-122"/>
              </a:rPr>
              <a:t>的</a:t>
            </a:r>
            <a:r>
              <a:rPr lang="en-US" altLang="zh-CN" sz="3600" b="1">
                <a:solidFill>
                  <a:srgbClr val="000066"/>
                </a:solidFill>
                <a:latin typeface="楷体_GB2312" pitchFamily="49" charset="-122"/>
                <a:ea typeface="楷体_GB2312" pitchFamily="49" charset="-122"/>
              </a:rPr>
              <a:t>ROC</a:t>
            </a:r>
            <a:r>
              <a:rPr lang="zh-CN" altLang="en-US" sz="3600" b="1">
                <a:solidFill>
                  <a:srgbClr val="000066"/>
                </a:solidFill>
                <a:latin typeface="楷体_GB2312" pitchFamily="49" charset="-122"/>
                <a:ea typeface="楷体_GB2312" pitchFamily="49" charset="-122"/>
              </a:rPr>
              <a:t>在</a:t>
            </a:r>
            <a:r>
              <a:rPr lang="en-US" altLang="zh-CN" sz="3600" b="1">
                <a:solidFill>
                  <a:srgbClr val="000066"/>
                </a:solidFill>
                <a:latin typeface="楷体_GB2312" pitchFamily="49" charset="-122"/>
                <a:ea typeface="楷体_GB2312" pitchFamily="49" charset="-122"/>
              </a:rPr>
              <a:t>s</a:t>
            </a:r>
            <a:r>
              <a:rPr lang="zh-CN" altLang="en-US" sz="3600" b="1">
                <a:solidFill>
                  <a:srgbClr val="000066"/>
                </a:solidFill>
                <a:latin typeface="楷体_GB2312" pitchFamily="49" charset="-122"/>
                <a:ea typeface="楷体_GB2312" pitchFamily="49" charset="-122"/>
              </a:rPr>
              <a:t>平面内由平行于     轴的带状区域组成；</a:t>
            </a:r>
          </a:p>
        </p:txBody>
      </p:sp>
      <p:graphicFrame>
        <p:nvGraphicFramePr>
          <p:cNvPr id="105480" name="Object 8">
            <a:extLst>
              <a:ext uri="{FF2B5EF4-FFF2-40B4-BE49-F238E27FC236}">
                <a16:creationId xmlns:a16="http://schemas.microsoft.com/office/drawing/2014/main" id="{43B6CD14-0463-029E-CF6B-0CD22CD0312B}"/>
              </a:ext>
            </a:extLst>
          </p:cNvPr>
          <p:cNvGraphicFramePr>
            <a:graphicFrameLocks noChangeAspect="1"/>
          </p:cNvGraphicFramePr>
          <p:nvPr>
            <p:ph idx="4294967295"/>
          </p:nvPr>
        </p:nvGraphicFramePr>
        <p:xfrm>
          <a:off x="7092950" y="1268413"/>
          <a:ext cx="1079500" cy="592137"/>
        </p:xfrm>
        <a:graphic>
          <a:graphicData uri="http://schemas.openxmlformats.org/presentationml/2006/ole">
            <mc:AlternateContent xmlns:mc="http://schemas.openxmlformats.org/markup-compatibility/2006">
              <mc:Choice xmlns:v="urn:schemas-microsoft-com:vml" Requires="v">
                <p:oleObj name="公式" r:id="rId2" imgW="393480" imgH="215640" progId="Equation.3">
                  <p:embed/>
                </p:oleObj>
              </mc:Choice>
              <mc:Fallback>
                <p:oleObj name="公式" r:id="rId2" imgW="393480" imgH="215640" progId="Equation.3">
                  <p:embed/>
                  <p:pic>
                    <p:nvPicPr>
                      <p:cNvPr id="0"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92950" y="1268413"/>
                        <a:ext cx="1079500" cy="592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5481" name="Rectangle 9">
            <a:extLst>
              <a:ext uri="{FF2B5EF4-FFF2-40B4-BE49-F238E27FC236}">
                <a16:creationId xmlns:a16="http://schemas.microsoft.com/office/drawing/2014/main" id="{E5F85F00-6554-EE05-B132-6BFA3A7ED6D6}"/>
              </a:ext>
            </a:extLst>
          </p:cNvPr>
          <p:cNvSpPr>
            <a:spLocks noRot="1" noChangeArrowheads="1"/>
          </p:cNvSpPr>
          <p:nvPr/>
        </p:nvSpPr>
        <p:spPr bwMode="auto">
          <a:xfrm>
            <a:off x="395288" y="3213100"/>
            <a:ext cx="7921625" cy="72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gn="l"/>
            <a:r>
              <a:rPr lang="en-US" altLang="zh-CN" sz="3600" b="1">
                <a:solidFill>
                  <a:srgbClr val="000066"/>
                </a:solidFill>
                <a:latin typeface="楷体_GB2312" pitchFamily="49" charset="-122"/>
                <a:ea typeface="楷体_GB2312" pitchFamily="49" charset="-122"/>
              </a:rPr>
              <a:t>2</a:t>
            </a:r>
            <a:r>
              <a:rPr lang="zh-CN" altLang="en-US" sz="3600" b="1">
                <a:solidFill>
                  <a:srgbClr val="000066"/>
                </a:solidFill>
                <a:latin typeface="楷体_GB2312" pitchFamily="49" charset="-122"/>
                <a:ea typeface="楷体_GB2312" pitchFamily="49" charset="-122"/>
              </a:rPr>
              <a:t>）右边信号的</a:t>
            </a:r>
            <a:r>
              <a:rPr lang="en-US" altLang="zh-CN" sz="3600" b="1">
                <a:solidFill>
                  <a:srgbClr val="000066"/>
                </a:solidFill>
                <a:latin typeface="楷体_GB2312" pitchFamily="49" charset="-122"/>
                <a:ea typeface="楷体_GB2312" pitchFamily="49" charset="-122"/>
              </a:rPr>
              <a:t>ROC</a:t>
            </a:r>
            <a:r>
              <a:rPr lang="zh-CN" altLang="en-US" sz="3600" b="1">
                <a:solidFill>
                  <a:srgbClr val="000066"/>
                </a:solidFill>
                <a:latin typeface="楷体_GB2312" pitchFamily="49" charset="-122"/>
                <a:ea typeface="楷体_GB2312" pitchFamily="49" charset="-122"/>
              </a:rPr>
              <a:t>在</a:t>
            </a:r>
            <a:r>
              <a:rPr lang="en-US" altLang="zh-CN" sz="3600" b="1">
                <a:solidFill>
                  <a:srgbClr val="000066"/>
                </a:solidFill>
                <a:latin typeface="楷体_GB2312" pitchFamily="49" charset="-122"/>
                <a:ea typeface="楷体_GB2312" pitchFamily="49" charset="-122"/>
              </a:rPr>
              <a:t>s</a:t>
            </a:r>
            <a:r>
              <a:rPr lang="zh-CN" altLang="en-US" sz="3600" b="1">
                <a:solidFill>
                  <a:srgbClr val="000066"/>
                </a:solidFill>
                <a:latin typeface="楷体_GB2312" pitchFamily="49" charset="-122"/>
                <a:ea typeface="楷体_GB2312" pitchFamily="49" charset="-122"/>
              </a:rPr>
              <a:t>平面的右半部；</a:t>
            </a:r>
          </a:p>
        </p:txBody>
      </p:sp>
      <p:sp>
        <p:nvSpPr>
          <p:cNvPr id="105482" name="Rectangle 10">
            <a:extLst>
              <a:ext uri="{FF2B5EF4-FFF2-40B4-BE49-F238E27FC236}">
                <a16:creationId xmlns:a16="http://schemas.microsoft.com/office/drawing/2014/main" id="{86E7F152-646C-F774-A8F0-DFDC9BDD94B2}"/>
              </a:ext>
            </a:extLst>
          </p:cNvPr>
          <p:cNvSpPr>
            <a:spLocks noRot="1" noChangeArrowheads="1"/>
          </p:cNvSpPr>
          <p:nvPr/>
        </p:nvSpPr>
        <p:spPr bwMode="auto">
          <a:xfrm>
            <a:off x="323850" y="4365625"/>
            <a:ext cx="7920038" cy="728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gn="l"/>
            <a:r>
              <a:rPr lang="en-US" altLang="zh-CN" sz="3600" b="1">
                <a:solidFill>
                  <a:srgbClr val="000066"/>
                </a:solidFill>
                <a:latin typeface="楷体_GB2312" pitchFamily="49" charset="-122"/>
                <a:ea typeface="楷体_GB2312" pitchFamily="49" charset="-122"/>
              </a:rPr>
              <a:t>3</a:t>
            </a:r>
            <a:r>
              <a:rPr lang="zh-CN" altLang="en-US" sz="3600" b="1">
                <a:solidFill>
                  <a:srgbClr val="000066"/>
                </a:solidFill>
                <a:latin typeface="楷体_GB2312" pitchFamily="49" charset="-122"/>
                <a:ea typeface="楷体_GB2312" pitchFamily="49" charset="-122"/>
              </a:rPr>
              <a:t>）左边信号的</a:t>
            </a:r>
            <a:r>
              <a:rPr lang="en-US" altLang="zh-CN" sz="3600" b="1">
                <a:solidFill>
                  <a:srgbClr val="000066"/>
                </a:solidFill>
                <a:latin typeface="楷体_GB2312" pitchFamily="49" charset="-122"/>
                <a:ea typeface="楷体_GB2312" pitchFamily="49" charset="-122"/>
              </a:rPr>
              <a:t>ROC</a:t>
            </a:r>
            <a:r>
              <a:rPr lang="zh-CN" altLang="en-US" sz="3600" b="1">
                <a:solidFill>
                  <a:srgbClr val="000066"/>
                </a:solidFill>
                <a:latin typeface="楷体_GB2312" pitchFamily="49" charset="-122"/>
                <a:ea typeface="楷体_GB2312" pitchFamily="49" charset="-122"/>
              </a:rPr>
              <a:t>在</a:t>
            </a:r>
            <a:r>
              <a:rPr lang="en-US" altLang="zh-CN" sz="3600" b="1">
                <a:solidFill>
                  <a:srgbClr val="000066"/>
                </a:solidFill>
                <a:latin typeface="楷体_GB2312" pitchFamily="49" charset="-122"/>
                <a:ea typeface="楷体_GB2312" pitchFamily="49" charset="-122"/>
              </a:rPr>
              <a:t>s</a:t>
            </a:r>
            <a:r>
              <a:rPr lang="zh-CN" altLang="en-US" sz="3600" b="1">
                <a:solidFill>
                  <a:srgbClr val="000066"/>
                </a:solidFill>
                <a:latin typeface="楷体_GB2312" pitchFamily="49" charset="-122"/>
                <a:ea typeface="楷体_GB2312" pitchFamily="49" charset="-122"/>
              </a:rPr>
              <a:t>平面的左半部；</a:t>
            </a:r>
          </a:p>
        </p:txBody>
      </p:sp>
      <p:sp>
        <p:nvSpPr>
          <p:cNvPr id="105483" name="Rectangle 11">
            <a:extLst>
              <a:ext uri="{FF2B5EF4-FFF2-40B4-BE49-F238E27FC236}">
                <a16:creationId xmlns:a16="http://schemas.microsoft.com/office/drawing/2014/main" id="{987215B3-B7E4-90E2-CC48-0F37CDA802C5}"/>
              </a:ext>
            </a:extLst>
          </p:cNvPr>
          <p:cNvSpPr>
            <a:spLocks noRot="1" noChangeArrowheads="1"/>
          </p:cNvSpPr>
          <p:nvPr/>
        </p:nvSpPr>
        <p:spPr bwMode="auto">
          <a:xfrm>
            <a:off x="323850" y="5300663"/>
            <a:ext cx="6265863" cy="728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gn="l"/>
            <a:r>
              <a:rPr lang="en-US" altLang="zh-CN" sz="3600" b="1">
                <a:solidFill>
                  <a:srgbClr val="000066"/>
                </a:solidFill>
                <a:latin typeface="楷体_GB2312" pitchFamily="49" charset="-122"/>
                <a:ea typeface="楷体_GB2312" pitchFamily="49" charset="-122"/>
              </a:rPr>
              <a:t>4</a:t>
            </a:r>
            <a:r>
              <a:rPr lang="zh-CN" altLang="en-US" sz="3600" b="1">
                <a:solidFill>
                  <a:srgbClr val="000066"/>
                </a:solidFill>
                <a:latin typeface="楷体_GB2312" pitchFamily="49" charset="-122"/>
                <a:ea typeface="楷体_GB2312" pitchFamily="49" charset="-122"/>
              </a:rPr>
              <a:t>）双边信号的</a:t>
            </a:r>
            <a:r>
              <a:rPr lang="en-US" altLang="zh-CN" sz="3600" b="1">
                <a:solidFill>
                  <a:srgbClr val="000066"/>
                </a:solidFill>
                <a:latin typeface="楷体_GB2312" pitchFamily="49" charset="-122"/>
                <a:ea typeface="楷体_GB2312" pitchFamily="49" charset="-122"/>
              </a:rPr>
              <a:t>ROC</a:t>
            </a:r>
            <a:r>
              <a:rPr lang="zh-CN" altLang="en-US" sz="3600" b="1">
                <a:solidFill>
                  <a:srgbClr val="000066"/>
                </a:solidFill>
                <a:latin typeface="楷体_GB2312" pitchFamily="49" charset="-122"/>
                <a:ea typeface="楷体_GB2312" pitchFamily="49" charset="-122"/>
              </a:rPr>
              <a:t>带状区域；</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5481"/>
                                        </p:tgtEl>
                                        <p:attrNameLst>
                                          <p:attrName>style.visibility</p:attrName>
                                        </p:attrNameLst>
                                      </p:cBhvr>
                                      <p:to>
                                        <p:strVal val="visible"/>
                                      </p:to>
                                    </p:set>
                                    <p:anim calcmode="lin" valueType="num">
                                      <p:cBhvr additive="base">
                                        <p:cTn id="7" dur="500" fill="hold"/>
                                        <p:tgtEl>
                                          <p:spTgt spid="105481"/>
                                        </p:tgtEl>
                                        <p:attrNameLst>
                                          <p:attrName>ppt_x</p:attrName>
                                        </p:attrNameLst>
                                      </p:cBhvr>
                                      <p:tavLst>
                                        <p:tav tm="0">
                                          <p:val>
                                            <p:strVal val="0-#ppt_w/2"/>
                                          </p:val>
                                        </p:tav>
                                        <p:tav tm="100000">
                                          <p:val>
                                            <p:strVal val="#ppt_x"/>
                                          </p:val>
                                        </p:tav>
                                      </p:tavLst>
                                    </p:anim>
                                    <p:anim calcmode="lin" valueType="num">
                                      <p:cBhvr additive="base">
                                        <p:cTn id="8" dur="500" fill="hold"/>
                                        <p:tgtEl>
                                          <p:spTgt spid="10548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5482"/>
                                        </p:tgtEl>
                                        <p:attrNameLst>
                                          <p:attrName>style.visibility</p:attrName>
                                        </p:attrNameLst>
                                      </p:cBhvr>
                                      <p:to>
                                        <p:strVal val="visible"/>
                                      </p:to>
                                    </p:set>
                                    <p:anim calcmode="lin" valueType="num">
                                      <p:cBhvr additive="base">
                                        <p:cTn id="13" dur="500" fill="hold"/>
                                        <p:tgtEl>
                                          <p:spTgt spid="105482"/>
                                        </p:tgtEl>
                                        <p:attrNameLst>
                                          <p:attrName>ppt_x</p:attrName>
                                        </p:attrNameLst>
                                      </p:cBhvr>
                                      <p:tavLst>
                                        <p:tav tm="0">
                                          <p:val>
                                            <p:strVal val="0-#ppt_w/2"/>
                                          </p:val>
                                        </p:tav>
                                        <p:tav tm="100000">
                                          <p:val>
                                            <p:strVal val="#ppt_x"/>
                                          </p:val>
                                        </p:tav>
                                      </p:tavLst>
                                    </p:anim>
                                    <p:anim calcmode="lin" valueType="num">
                                      <p:cBhvr additive="base">
                                        <p:cTn id="14" dur="500" fill="hold"/>
                                        <p:tgtEl>
                                          <p:spTgt spid="105482"/>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5483"/>
                                        </p:tgtEl>
                                        <p:attrNameLst>
                                          <p:attrName>style.visibility</p:attrName>
                                        </p:attrNameLst>
                                      </p:cBhvr>
                                      <p:to>
                                        <p:strVal val="visible"/>
                                      </p:to>
                                    </p:set>
                                    <p:anim calcmode="lin" valueType="num">
                                      <p:cBhvr additive="base">
                                        <p:cTn id="19" dur="500" fill="hold"/>
                                        <p:tgtEl>
                                          <p:spTgt spid="105483"/>
                                        </p:tgtEl>
                                        <p:attrNameLst>
                                          <p:attrName>ppt_x</p:attrName>
                                        </p:attrNameLst>
                                      </p:cBhvr>
                                      <p:tavLst>
                                        <p:tav tm="0">
                                          <p:val>
                                            <p:strVal val="0-#ppt_w/2"/>
                                          </p:val>
                                        </p:tav>
                                        <p:tav tm="100000">
                                          <p:val>
                                            <p:strVal val="#ppt_x"/>
                                          </p:val>
                                        </p:tav>
                                      </p:tavLst>
                                    </p:anim>
                                    <p:anim calcmode="lin" valueType="num">
                                      <p:cBhvr additive="base">
                                        <p:cTn id="20" dur="500" fill="hold"/>
                                        <p:tgtEl>
                                          <p:spTgt spid="10548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81" grpId="0"/>
      <p:bldP spid="105482" grpId="0"/>
      <p:bldP spid="10548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386" name="Object 2">
            <a:extLst>
              <a:ext uri="{FF2B5EF4-FFF2-40B4-BE49-F238E27FC236}">
                <a16:creationId xmlns:a16="http://schemas.microsoft.com/office/drawing/2014/main" id="{AE866997-5BC6-6AA4-A2ED-02FE734ACEBD}"/>
              </a:ext>
            </a:extLst>
          </p:cNvPr>
          <p:cNvGraphicFramePr>
            <a:graphicFrameLocks noChangeAspect="1"/>
          </p:cNvGraphicFramePr>
          <p:nvPr/>
        </p:nvGraphicFramePr>
        <p:xfrm>
          <a:off x="1476375" y="1844675"/>
          <a:ext cx="5688013" cy="1028700"/>
        </p:xfrm>
        <a:graphic>
          <a:graphicData uri="http://schemas.openxmlformats.org/presentationml/2006/ole">
            <mc:AlternateContent xmlns:mc="http://schemas.openxmlformats.org/markup-compatibility/2006">
              <mc:Choice xmlns:v="urn:schemas-microsoft-com:vml" Requires="v">
                <p:oleObj name="Equation" r:id="rId2" imgW="1168200" imgH="330120" progId="Equation.DSMT4">
                  <p:embed/>
                </p:oleObj>
              </mc:Choice>
              <mc:Fallback>
                <p:oleObj name="Equation" r:id="rId2" imgW="1168200" imgH="330120" progId="Equation.DSMT4">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6375" y="1844675"/>
                        <a:ext cx="5688013" cy="1028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389" name="Text Box 5">
            <a:extLst>
              <a:ext uri="{FF2B5EF4-FFF2-40B4-BE49-F238E27FC236}">
                <a16:creationId xmlns:a16="http://schemas.microsoft.com/office/drawing/2014/main" id="{7F798A93-1D48-737C-8DA2-9E27BE293BED}"/>
              </a:ext>
            </a:extLst>
          </p:cNvPr>
          <p:cNvSpPr txBox="1">
            <a:spLocks noChangeArrowheads="1"/>
          </p:cNvSpPr>
          <p:nvPr/>
        </p:nvSpPr>
        <p:spPr bwMode="auto">
          <a:xfrm>
            <a:off x="250825" y="2852738"/>
            <a:ext cx="2927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000066"/>
                </a:solidFill>
                <a:latin typeface="楷体_GB2312" pitchFamily="49" charset="-122"/>
                <a:ea typeface="楷体_GB2312" pitchFamily="49" charset="-122"/>
              </a:rPr>
              <a:t>若      ，则</a:t>
            </a:r>
          </a:p>
        </p:txBody>
      </p:sp>
      <p:graphicFrame>
        <p:nvGraphicFramePr>
          <p:cNvPr id="16390" name="Object 6">
            <a:extLst>
              <a:ext uri="{FF2B5EF4-FFF2-40B4-BE49-F238E27FC236}">
                <a16:creationId xmlns:a16="http://schemas.microsoft.com/office/drawing/2014/main" id="{0A78386D-6402-7BBA-B516-6EBCE60A4F11}"/>
              </a:ext>
            </a:extLst>
          </p:cNvPr>
          <p:cNvGraphicFramePr>
            <a:graphicFrameLocks noChangeAspect="1"/>
          </p:cNvGraphicFramePr>
          <p:nvPr/>
        </p:nvGraphicFramePr>
        <p:xfrm>
          <a:off x="900113" y="2924175"/>
          <a:ext cx="1273175" cy="569913"/>
        </p:xfrm>
        <a:graphic>
          <a:graphicData uri="http://schemas.openxmlformats.org/presentationml/2006/ole">
            <mc:AlternateContent xmlns:mc="http://schemas.openxmlformats.org/markup-compatibility/2006">
              <mc:Choice xmlns:v="urn:schemas-microsoft-com:vml" Requires="v">
                <p:oleObj name="Equation" r:id="rId4" imgW="482400" imgH="228600" progId="Equation.DSMT4">
                  <p:embed/>
                </p:oleObj>
              </mc:Choice>
              <mc:Fallback>
                <p:oleObj name="Equation" r:id="rId4" imgW="482400" imgH="228600" progId="Equation.DSMT4">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0113" y="2924175"/>
                        <a:ext cx="1273175" cy="569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391" name="Object 7">
            <a:extLst>
              <a:ext uri="{FF2B5EF4-FFF2-40B4-BE49-F238E27FC236}">
                <a16:creationId xmlns:a16="http://schemas.microsoft.com/office/drawing/2014/main" id="{7DB0D292-32E7-6CB8-8326-5410A10CD9AD}"/>
              </a:ext>
            </a:extLst>
          </p:cNvPr>
          <p:cNvGraphicFramePr>
            <a:graphicFrameLocks noChangeAspect="1"/>
          </p:cNvGraphicFramePr>
          <p:nvPr/>
        </p:nvGraphicFramePr>
        <p:xfrm>
          <a:off x="3132138" y="2852738"/>
          <a:ext cx="3054350" cy="844550"/>
        </p:xfrm>
        <a:graphic>
          <a:graphicData uri="http://schemas.openxmlformats.org/presentationml/2006/ole">
            <mc:AlternateContent xmlns:mc="http://schemas.openxmlformats.org/markup-compatibility/2006">
              <mc:Choice xmlns:v="urn:schemas-microsoft-com:vml" Requires="v">
                <p:oleObj name="Equation" r:id="rId6" imgW="901440" imgH="330120" progId="Equation.DSMT4">
                  <p:embed/>
                </p:oleObj>
              </mc:Choice>
              <mc:Fallback>
                <p:oleObj name="Equation" r:id="rId6" imgW="901440" imgH="330120" progId="Equation.DSMT4">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32138" y="2852738"/>
                        <a:ext cx="3054350" cy="844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392" name="Object 8">
            <a:extLst>
              <a:ext uri="{FF2B5EF4-FFF2-40B4-BE49-F238E27FC236}">
                <a16:creationId xmlns:a16="http://schemas.microsoft.com/office/drawing/2014/main" id="{BECA55B9-B9E3-D04C-7ACC-D5AE167FD902}"/>
              </a:ext>
            </a:extLst>
          </p:cNvPr>
          <p:cNvGraphicFramePr>
            <a:graphicFrameLocks noChangeAspect="1"/>
          </p:cNvGraphicFramePr>
          <p:nvPr/>
        </p:nvGraphicFramePr>
        <p:xfrm>
          <a:off x="2339975" y="3716338"/>
          <a:ext cx="5259388" cy="1887537"/>
        </p:xfrm>
        <a:graphic>
          <a:graphicData uri="http://schemas.openxmlformats.org/presentationml/2006/ole">
            <mc:AlternateContent xmlns:mc="http://schemas.openxmlformats.org/markup-compatibility/2006">
              <mc:Choice xmlns:v="urn:schemas-microsoft-com:vml" Requires="v">
                <p:oleObj name="Equation" r:id="rId8" imgW="1803240" imgH="660240" progId="Equation.DSMT4">
                  <p:embed/>
                </p:oleObj>
              </mc:Choice>
              <mc:Fallback>
                <p:oleObj name="Equation" r:id="rId8" imgW="1803240" imgH="660240" progId="Equation.DSMT4">
                  <p:embed/>
                  <p:pic>
                    <p:nvPicPr>
                      <p:cNvPr id="0"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339975" y="3716338"/>
                        <a:ext cx="5259388" cy="1887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394" name="Object 10">
            <a:extLst>
              <a:ext uri="{FF2B5EF4-FFF2-40B4-BE49-F238E27FC236}">
                <a16:creationId xmlns:a16="http://schemas.microsoft.com/office/drawing/2014/main" id="{C2C94C8A-CE0B-0188-7854-3D0D6BC210E0}"/>
              </a:ext>
            </a:extLst>
          </p:cNvPr>
          <p:cNvGraphicFramePr>
            <a:graphicFrameLocks noChangeAspect="1"/>
          </p:cNvGraphicFramePr>
          <p:nvPr/>
        </p:nvGraphicFramePr>
        <p:xfrm>
          <a:off x="1116013" y="5734050"/>
          <a:ext cx="463550" cy="563563"/>
        </p:xfrm>
        <a:graphic>
          <a:graphicData uri="http://schemas.openxmlformats.org/presentationml/2006/ole">
            <mc:AlternateContent xmlns:mc="http://schemas.openxmlformats.org/markup-compatibility/2006">
              <mc:Choice xmlns:v="urn:schemas-microsoft-com:vml" Requires="v">
                <p:oleObj name="Equation" r:id="rId10" imgW="177480" imgH="215640" progId="Equation.DSMT4">
                  <p:embed/>
                </p:oleObj>
              </mc:Choice>
              <mc:Fallback>
                <p:oleObj name="Equation" r:id="rId10" imgW="177480" imgH="215640" progId="Equation.DSMT4">
                  <p:embed/>
                  <p:pic>
                    <p:nvPicPr>
                      <p:cNvPr id="0" name="Object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116013" y="5734050"/>
                        <a:ext cx="463550" cy="563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395" name="Text Box 11">
            <a:extLst>
              <a:ext uri="{FF2B5EF4-FFF2-40B4-BE49-F238E27FC236}">
                <a16:creationId xmlns:a16="http://schemas.microsoft.com/office/drawing/2014/main" id="{0CE4C5DA-0E96-CD7E-7F57-B274B23FE830}"/>
              </a:ext>
            </a:extLst>
          </p:cNvPr>
          <p:cNvSpPr txBox="1">
            <a:spLocks noChangeArrowheads="1"/>
          </p:cNvSpPr>
          <p:nvPr/>
        </p:nvSpPr>
        <p:spPr bwMode="auto">
          <a:xfrm>
            <a:off x="0" y="5667375"/>
            <a:ext cx="914400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3600" b="1">
                <a:solidFill>
                  <a:srgbClr val="000066"/>
                </a:solidFill>
                <a:latin typeface="楷体_GB2312" pitchFamily="49" charset="-122"/>
                <a:ea typeface="楷体_GB2312" pitchFamily="49" charset="-122"/>
              </a:rPr>
              <a:t>表明   也在收敛域内，右边信号的</a:t>
            </a:r>
            <a:r>
              <a:rPr lang="en-US" altLang="zh-CN" sz="3600" b="1">
                <a:solidFill>
                  <a:srgbClr val="000066"/>
                </a:solidFill>
                <a:latin typeface="楷体_GB2312" pitchFamily="49" charset="-122"/>
                <a:ea typeface="楷体_GB2312" pitchFamily="49" charset="-122"/>
              </a:rPr>
              <a:t>ROC</a:t>
            </a:r>
            <a:r>
              <a:rPr lang="zh-CN" altLang="en-US" sz="3600" b="1">
                <a:solidFill>
                  <a:srgbClr val="000066"/>
                </a:solidFill>
                <a:latin typeface="楷体_GB2312" pitchFamily="49" charset="-122"/>
                <a:ea typeface="楷体_GB2312" pitchFamily="49" charset="-122"/>
              </a:rPr>
              <a:t>在极点的右边。</a:t>
            </a:r>
          </a:p>
        </p:txBody>
      </p:sp>
      <p:sp>
        <p:nvSpPr>
          <p:cNvPr id="16397" name="Text Box 13">
            <a:extLst>
              <a:ext uri="{FF2B5EF4-FFF2-40B4-BE49-F238E27FC236}">
                <a16:creationId xmlns:a16="http://schemas.microsoft.com/office/drawing/2014/main" id="{691AA1B3-2498-DE2C-B0D1-A4B3E876014C}"/>
              </a:ext>
            </a:extLst>
          </p:cNvPr>
          <p:cNvSpPr txBox="1">
            <a:spLocks noChangeArrowheads="1"/>
          </p:cNvSpPr>
          <p:nvPr/>
        </p:nvSpPr>
        <p:spPr bwMode="auto">
          <a:xfrm>
            <a:off x="0" y="0"/>
            <a:ext cx="8893175"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zh-CN" altLang="en-US" sz="3600" b="1">
                <a:solidFill>
                  <a:srgbClr val="000066"/>
                </a:solidFill>
                <a:latin typeface="楷体_GB2312" pitchFamily="49" charset="-122"/>
                <a:ea typeface="楷体_GB2312" pitchFamily="49" charset="-122"/>
              </a:rPr>
              <a:t>若   是右边信号</a:t>
            </a:r>
            <a:r>
              <a:rPr lang="en-US" altLang="zh-CN" sz="3600" b="1">
                <a:solidFill>
                  <a:srgbClr val="000066"/>
                </a:solidFill>
                <a:latin typeface="楷体_GB2312" pitchFamily="49" charset="-122"/>
                <a:ea typeface="楷体_GB2312" pitchFamily="49" charset="-122"/>
              </a:rPr>
              <a:t>,       ,   </a:t>
            </a:r>
            <a:r>
              <a:rPr lang="zh-CN" altLang="en-US" sz="3600" b="1">
                <a:solidFill>
                  <a:srgbClr val="000066"/>
                </a:solidFill>
                <a:latin typeface="楷体_GB2312" pitchFamily="49" charset="-122"/>
                <a:ea typeface="楷体_GB2312" pitchFamily="49" charset="-122"/>
              </a:rPr>
              <a:t>在</a:t>
            </a:r>
            <a:r>
              <a:rPr lang="en-US" altLang="zh-CN" sz="3600" b="1">
                <a:solidFill>
                  <a:srgbClr val="000066"/>
                </a:solidFill>
                <a:latin typeface="Times New Roman" panose="02020603050405020304" pitchFamily="18" charset="0"/>
                <a:ea typeface="楷体_GB2312" pitchFamily="49" charset="-122"/>
              </a:rPr>
              <a:t>ROC</a:t>
            </a:r>
            <a:r>
              <a:rPr lang="zh-CN" altLang="en-US" sz="3600" b="1">
                <a:solidFill>
                  <a:srgbClr val="000066"/>
                </a:solidFill>
                <a:latin typeface="Times New Roman" panose="02020603050405020304" pitchFamily="18" charset="0"/>
                <a:ea typeface="楷体_GB2312" pitchFamily="49" charset="-122"/>
              </a:rPr>
              <a:t>内</a:t>
            </a:r>
            <a:r>
              <a:rPr lang="zh-CN" altLang="en-US" sz="3600" b="1">
                <a:solidFill>
                  <a:srgbClr val="000066"/>
                </a:solidFill>
                <a:latin typeface="楷体_GB2312" pitchFamily="49" charset="-122"/>
                <a:ea typeface="楷体_GB2312" pitchFamily="49" charset="-122"/>
              </a:rPr>
              <a:t>，则有         绝对可积，即：</a:t>
            </a:r>
          </a:p>
        </p:txBody>
      </p:sp>
      <p:graphicFrame>
        <p:nvGraphicFramePr>
          <p:cNvPr id="16398" name="Object 14">
            <a:extLst>
              <a:ext uri="{FF2B5EF4-FFF2-40B4-BE49-F238E27FC236}">
                <a16:creationId xmlns:a16="http://schemas.microsoft.com/office/drawing/2014/main" id="{E063F685-32E5-6C80-C5E2-5D165754C02B}"/>
              </a:ext>
            </a:extLst>
          </p:cNvPr>
          <p:cNvGraphicFramePr>
            <a:graphicFrameLocks noChangeAspect="1"/>
          </p:cNvGraphicFramePr>
          <p:nvPr/>
        </p:nvGraphicFramePr>
        <p:xfrm>
          <a:off x="5580063" y="260350"/>
          <a:ext cx="457200" cy="593725"/>
        </p:xfrm>
        <a:graphic>
          <a:graphicData uri="http://schemas.openxmlformats.org/presentationml/2006/ole">
            <mc:AlternateContent xmlns:mc="http://schemas.openxmlformats.org/markup-compatibility/2006">
              <mc:Choice xmlns:v="urn:schemas-microsoft-com:vml" Requires="v">
                <p:oleObj name="Equation" r:id="rId12" imgW="190440" imgH="228600" progId="Equation.DSMT4">
                  <p:embed/>
                </p:oleObj>
              </mc:Choice>
              <mc:Fallback>
                <p:oleObj name="Equation" r:id="rId12" imgW="190440" imgH="228600" progId="Equation.DSMT4">
                  <p:embed/>
                  <p:pic>
                    <p:nvPicPr>
                      <p:cNvPr id="0" name="Object 1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580063" y="260350"/>
                        <a:ext cx="457200"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399" name="Object 15">
            <a:extLst>
              <a:ext uri="{FF2B5EF4-FFF2-40B4-BE49-F238E27FC236}">
                <a16:creationId xmlns:a16="http://schemas.microsoft.com/office/drawing/2014/main" id="{905423DF-1EDC-2615-E6D6-21BA130F5B69}"/>
              </a:ext>
            </a:extLst>
          </p:cNvPr>
          <p:cNvGraphicFramePr>
            <a:graphicFrameLocks noChangeAspect="1"/>
          </p:cNvGraphicFramePr>
          <p:nvPr/>
        </p:nvGraphicFramePr>
        <p:xfrm>
          <a:off x="1187450" y="1125538"/>
          <a:ext cx="1655763" cy="711200"/>
        </p:xfrm>
        <a:graphic>
          <a:graphicData uri="http://schemas.openxmlformats.org/presentationml/2006/ole">
            <mc:AlternateContent xmlns:mc="http://schemas.openxmlformats.org/markup-compatibility/2006">
              <mc:Choice xmlns:v="urn:schemas-microsoft-com:vml" Requires="v">
                <p:oleObj name="Equation" r:id="rId14" imgW="533160" imgH="228600" progId="Equation.DSMT4">
                  <p:embed/>
                </p:oleObj>
              </mc:Choice>
              <mc:Fallback>
                <p:oleObj name="Equation" r:id="rId14" imgW="533160" imgH="228600" progId="Equation.DSMT4">
                  <p:embed/>
                  <p:pic>
                    <p:nvPicPr>
                      <p:cNvPr id="0" name="Object 1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187450" y="1125538"/>
                        <a:ext cx="1655763" cy="71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400" name="Object 16">
            <a:extLst>
              <a:ext uri="{FF2B5EF4-FFF2-40B4-BE49-F238E27FC236}">
                <a16:creationId xmlns:a16="http://schemas.microsoft.com/office/drawing/2014/main" id="{5A8795D8-9510-0884-A7A9-AEF30D56D6C4}"/>
              </a:ext>
            </a:extLst>
          </p:cNvPr>
          <p:cNvGraphicFramePr>
            <a:graphicFrameLocks noChangeAspect="1"/>
          </p:cNvGraphicFramePr>
          <p:nvPr/>
        </p:nvGraphicFramePr>
        <p:xfrm>
          <a:off x="539750" y="260350"/>
          <a:ext cx="762000" cy="554038"/>
        </p:xfrm>
        <a:graphic>
          <a:graphicData uri="http://schemas.openxmlformats.org/presentationml/2006/ole">
            <mc:AlternateContent xmlns:mc="http://schemas.openxmlformats.org/markup-compatibility/2006">
              <mc:Choice xmlns:v="urn:schemas-microsoft-com:vml" Requires="v">
                <p:oleObj name="Equation" r:id="rId16" imgW="279360" imgH="203040" progId="Equation.DSMT4">
                  <p:embed/>
                </p:oleObj>
              </mc:Choice>
              <mc:Fallback>
                <p:oleObj name="Equation" r:id="rId16" imgW="279360" imgH="203040" progId="Equation.DSMT4">
                  <p:embed/>
                  <p:pic>
                    <p:nvPicPr>
                      <p:cNvPr id="0" name="Object 1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39750" y="260350"/>
                        <a:ext cx="762000" cy="554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401" name="Object 17">
            <a:extLst>
              <a:ext uri="{FF2B5EF4-FFF2-40B4-BE49-F238E27FC236}">
                <a16:creationId xmlns:a16="http://schemas.microsoft.com/office/drawing/2014/main" id="{8C995DB4-727E-23F6-6941-FD4858B6F54C}"/>
              </a:ext>
            </a:extLst>
          </p:cNvPr>
          <p:cNvGraphicFramePr>
            <a:graphicFrameLocks noChangeAspect="1"/>
          </p:cNvGraphicFramePr>
          <p:nvPr/>
        </p:nvGraphicFramePr>
        <p:xfrm>
          <a:off x="3708400" y="333375"/>
          <a:ext cx="1600200" cy="476250"/>
        </p:xfrm>
        <a:graphic>
          <a:graphicData uri="http://schemas.openxmlformats.org/presentationml/2006/ole">
            <mc:AlternateContent xmlns:mc="http://schemas.openxmlformats.org/markup-compatibility/2006">
              <mc:Choice xmlns:v="urn:schemas-microsoft-com:vml" Requires="v">
                <p:oleObj name="Equation" r:id="rId18" imgW="596880" imgH="177480" progId="Equation.DSMT4">
                  <p:embed/>
                </p:oleObj>
              </mc:Choice>
              <mc:Fallback>
                <p:oleObj name="Equation" r:id="rId18" imgW="596880" imgH="177480" progId="Equation.DSMT4">
                  <p:embed/>
                  <p:pic>
                    <p:nvPicPr>
                      <p:cNvPr id="0" name="Object 17"/>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708400" y="333375"/>
                        <a:ext cx="16002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6386"/>
                                        </p:tgtEl>
                                        <p:attrNameLst>
                                          <p:attrName>style.visibility</p:attrName>
                                        </p:attrNameLst>
                                      </p:cBhvr>
                                      <p:to>
                                        <p:strVal val="visible"/>
                                      </p:to>
                                    </p:set>
                                    <p:anim calcmode="lin" valueType="num">
                                      <p:cBhvr additive="base">
                                        <p:cTn id="7" dur="500" fill="hold"/>
                                        <p:tgtEl>
                                          <p:spTgt spid="16386"/>
                                        </p:tgtEl>
                                        <p:attrNameLst>
                                          <p:attrName>ppt_x</p:attrName>
                                        </p:attrNameLst>
                                      </p:cBhvr>
                                      <p:tavLst>
                                        <p:tav tm="0">
                                          <p:val>
                                            <p:strVal val="0-#ppt_w/2"/>
                                          </p:val>
                                        </p:tav>
                                        <p:tav tm="100000">
                                          <p:val>
                                            <p:strVal val="#ppt_x"/>
                                          </p:val>
                                        </p:tav>
                                      </p:tavLst>
                                    </p:anim>
                                    <p:anim calcmode="lin" valueType="num">
                                      <p:cBhvr additive="base">
                                        <p:cTn id="8" dur="500" fill="hold"/>
                                        <p:tgtEl>
                                          <p:spTgt spid="1638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5" name="Text Box 5">
            <a:extLst>
              <a:ext uri="{FF2B5EF4-FFF2-40B4-BE49-F238E27FC236}">
                <a16:creationId xmlns:a16="http://schemas.microsoft.com/office/drawing/2014/main" id="{D51B1B53-3C3D-1EAF-B08A-C11DFBF53C46}"/>
              </a:ext>
            </a:extLst>
          </p:cNvPr>
          <p:cNvSpPr txBox="1">
            <a:spLocks noChangeArrowheads="1"/>
          </p:cNvSpPr>
          <p:nvPr/>
        </p:nvSpPr>
        <p:spPr bwMode="auto">
          <a:xfrm>
            <a:off x="0" y="0"/>
            <a:ext cx="9144000"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spcBef>
                <a:spcPct val="50000"/>
              </a:spcBef>
              <a:buClr>
                <a:schemeClr val="hlink"/>
              </a:buClr>
              <a:buSzPct val="70000"/>
              <a:buFont typeface="Wingdings" panose="05000000000000000000" pitchFamily="2" charset="2"/>
              <a:buNone/>
            </a:pPr>
            <a:r>
              <a:rPr lang="en-US" altLang="zh-CN" sz="2800" b="1">
                <a:latin typeface="楷体_GB2312" pitchFamily="49" charset="-122"/>
                <a:ea typeface="楷体_GB2312" pitchFamily="49" charset="-122"/>
              </a:rPr>
              <a:t>  </a:t>
            </a:r>
            <a:r>
              <a:rPr lang="zh-CN" altLang="en-US" sz="3600" b="1">
                <a:solidFill>
                  <a:srgbClr val="000066"/>
                </a:solidFill>
                <a:latin typeface="Times New Roman" panose="02020603050405020304" pitchFamily="18" charset="0"/>
                <a:ea typeface="楷体_GB2312" pitchFamily="49" charset="-122"/>
              </a:rPr>
              <a:t>若      是左边信号，定义于            </a:t>
            </a:r>
            <a:r>
              <a:rPr lang="en-US" altLang="zh-CN" sz="3600" b="1">
                <a:solidFill>
                  <a:srgbClr val="000066"/>
                </a:solidFill>
                <a:latin typeface="Times New Roman" panose="02020603050405020304" pitchFamily="18" charset="0"/>
                <a:ea typeface="楷体_GB2312" pitchFamily="49" charset="-122"/>
              </a:rPr>
              <a:t>,      </a:t>
            </a:r>
            <a:r>
              <a:rPr lang="zh-CN" altLang="en-US" sz="3600" b="1">
                <a:solidFill>
                  <a:srgbClr val="000066"/>
                </a:solidFill>
                <a:latin typeface="Times New Roman" panose="02020603050405020304" pitchFamily="18" charset="0"/>
                <a:ea typeface="楷体_GB2312" pitchFamily="49" charset="-122"/>
              </a:rPr>
              <a:t>在 </a:t>
            </a:r>
            <a:r>
              <a:rPr lang="en-US" altLang="zh-CN" sz="3600" b="1">
                <a:solidFill>
                  <a:srgbClr val="000066"/>
                </a:solidFill>
                <a:latin typeface="Times New Roman" panose="02020603050405020304" pitchFamily="18" charset="0"/>
                <a:ea typeface="楷体_GB2312" pitchFamily="49" charset="-122"/>
              </a:rPr>
              <a:t>ROC </a:t>
            </a:r>
            <a:r>
              <a:rPr lang="zh-CN" altLang="en-US" sz="3600" b="1">
                <a:solidFill>
                  <a:srgbClr val="000066"/>
                </a:solidFill>
                <a:latin typeface="Times New Roman" panose="02020603050405020304" pitchFamily="18" charset="0"/>
                <a:ea typeface="楷体_GB2312" pitchFamily="49" charset="-122"/>
              </a:rPr>
              <a:t>内，            ，则</a:t>
            </a:r>
          </a:p>
        </p:txBody>
      </p:sp>
      <p:graphicFrame>
        <p:nvGraphicFramePr>
          <p:cNvPr id="15366" name="Object 6">
            <a:extLst>
              <a:ext uri="{FF2B5EF4-FFF2-40B4-BE49-F238E27FC236}">
                <a16:creationId xmlns:a16="http://schemas.microsoft.com/office/drawing/2014/main" id="{02B7EF8D-72F2-36F7-2B08-FBF393DF9C3C}"/>
              </a:ext>
            </a:extLst>
          </p:cNvPr>
          <p:cNvGraphicFramePr>
            <a:graphicFrameLocks noChangeAspect="1"/>
          </p:cNvGraphicFramePr>
          <p:nvPr/>
        </p:nvGraphicFramePr>
        <p:xfrm>
          <a:off x="1979613" y="1052513"/>
          <a:ext cx="1439862" cy="682625"/>
        </p:xfrm>
        <a:graphic>
          <a:graphicData uri="http://schemas.openxmlformats.org/presentationml/2006/ole">
            <mc:AlternateContent xmlns:mc="http://schemas.openxmlformats.org/markup-compatibility/2006">
              <mc:Choice xmlns:v="urn:schemas-microsoft-com:vml" Requires="v">
                <p:oleObj name="Equation" r:id="rId2" imgW="482400" imgH="228600" progId="Equation.DSMT4">
                  <p:embed/>
                </p:oleObj>
              </mc:Choice>
              <mc:Fallback>
                <p:oleObj name="Equation" r:id="rId2" imgW="482400" imgH="228600" progId="Equation.DSMT4">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613" y="1052513"/>
                        <a:ext cx="1439862" cy="682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367" name="Object 7">
            <a:extLst>
              <a:ext uri="{FF2B5EF4-FFF2-40B4-BE49-F238E27FC236}">
                <a16:creationId xmlns:a16="http://schemas.microsoft.com/office/drawing/2014/main" id="{F4B91789-B0AE-B373-B64B-14231CC89C3E}"/>
              </a:ext>
            </a:extLst>
          </p:cNvPr>
          <p:cNvGraphicFramePr>
            <a:graphicFrameLocks noChangeAspect="1"/>
          </p:cNvGraphicFramePr>
          <p:nvPr/>
        </p:nvGraphicFramePr>
        <p:xfrm>
          <a:off x="7380288" y="333375"/>
          <a:ext cx="457200" cy="600075"/>
        </p:xfrm>
        <a:graphic>
          <a:graphicData uri="http://schemas.openxmlformats.org/presentationml/2006/ole">
            <mc:AlternateContent xmlns:mc="http://schemas.openxmlformats.org/markup-compatibility/2006">
              <mc:Choice xmlns:v="urn:schemas-microsoft-com:vml" Requires="v">
                <p:oleObj name="Equation" r:id="rId4" imgW="190440" imgH="228600" progId="Equation.DSMT4">
                  <p:embed/>
                </p:oleObj>
              </mc:Choice>
              <mc:Fallback>
                <p:oleObj name="Equation" r:id="rId4" imgW="190440" imgH="228600" progId="Equation.DSMT4">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80288" y="333375"/>
                        <a:ext cx="457200" cy="60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368" name="Object 8">
            <a:extLst>
              <a:ext uri="{FF2B5EF4-FFF2-40B4-BE49-F238E27FC236}">
                <a16:creationId xmlns:a16="http://schemas.microsoft.com/office/drawing/2014/main" id="{A89E8F1B-42CA-90AE-177B-C9616237904C}"/>
              </a:ext>
            </a:extLst>
          </p:cNvPr>
          <p:cNvGraphicFramePr>
            <a:graphicFrameLocks noChangeAspect="1"/>
          </p:cNvGraphicFramePr>
          <p:nvPr/>
        </p:nvGraphicFramePr>
        <p:xfrm>
          <a:off x="971550" y="260350"/>
          <a:ext cx="684213" cy="496888"/>
        </p:xfrm>
        <a:graphic>
          <a:graphicData uri="http://schemas.openxmlformats.org/presentationml/2006/ole">
            <mc:AlternateContent xmlns:mc="http://schemas.openxmlformats.org/markup-compatibility/2006">
              <mc:Choice xmlns:v="urn:schemas-microsoft-com:vml" Requires="v">
                <p:oleObj name="Equation" r:id="rId6" imgW="279360" imgH="203040" progId="Equation.DSMT4">
                  <p:embed/>
                </p:oleObj>
              </mc:Choice>
              <mc:Fallback>
                <p:oleObj name="Equation" r:id="rId6" imgW="279360" imgH="203040" progId="Equation.DSMT4">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71550" y="260350"/>
                        <a:ext cx="684213"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369" name="Object 9">
            <a:extLst>
              <a:ext uri="{FF2B5EF4-FFF2-40B4-BE49-F238E27FC236}">
                <a16:creationId xmlns:a16="http://schemas.microsoft.com/office/drawing/2014/main" id="{86E4D28A-94C4-D03A-1F3B-CD512E76D1B4}"/>
              </a:ext>
            </a:extLst>
          </p:cNvPr>
          <p:cNvGraphicFramePr>
            <a:graphicFrameLocks noChangeAspect="1"/>
          </p:cNvGraphicFramePr>
          <p:nvPr/>
        </p:nvGraphicFramePr>
        <p:xfrm>
          <a:off x="5724525" y="260350"/>
          <a:ext cx="1295400" cy="622300"/>
        </p:xfrm>
        <a:graphic>
          <a:graphicData uri="http://schemas.openxmlformats.org/presentationml/2006/ole">
            <mc:AlternateContent xmlns:mc="http://schemas.openxmlformats.org/markup-compatibility/2006">
              <mc:Choice xmlns:v="urn:schemas-microsoft-com:vml" Requires="v">
                <p:oleObj name="Equation" r:id="rId8" imgW="495000" imgH="253800" progId="Equation.DSMT4">
                  <p:embed/>
                </p:oleObj>
              </mc:Choice>
              <mc:Fallback>
                <p:oleObj name="Equation" r:id="rId8" imgW="495000" imgH="253800" progId="Equation.DSMT4">
                  <p:embed/>
                  <p:pic>
                    <p:nvPicPr>
                      <p:cNvPr id="0"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724525" y="260350"/>
                        <a:ext cx="1295400" cy="622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5370" name="Group 10">
            <a:extLst>
              <a:ext uri="{FF2B5EF4-FFF2-40B4-BE49-F238E27FC236}">
                <a16:creationId xmlns:a16="http://schemas.microsoft.com/office/drawing/2014/main" id="{B7A9833E-657A-D970-78D4-47BBC9C12521}"/>
              </a:ext>
            </a:extLst>
          </p:cNvPr>
          <p:cNvGrpSpPr>
            <a:grpSpLocks/>
          </p:cNvGrpSpPr>
          <p:nvPr/>
        </p:nvGrpSpPr>
        <p:grpSpPr bwMode="auto">
          <a:xfrm>
            <a:off x="250825" y="2133600"/>
            <a:ext cx="8424863" cy="2208213"/>
            <a:chOff x="968" y="2311"/>
            <a:chExt cx="4095" cy="1085"/>
          </a:xfrm>
        </p:grpSpPr>
        <p:graphicFrame>
          <p:nvGraphicFramePr>
            <p:cNvPr id="15371" name="Object 11">
              <a:extLst>
                <a:ext uri="{FF2B5EF4-FFF2-40B4-BE49-F238E27FC236}">
                  <a16:creationId xmlns:a16="http://schemas.microsoft.com/office/drawing/2014/main" id="{8A0A0279-9948-741F-544D-A3033CFA7998}"/>
                </a:ext>
              </a:extLst>
            </p:cNvPr>
            <p:cNvGraphicFramePr>
              <a:graphicFrameLocks noChangeAspect="1"/>
            </p:cNvGraphicFramePr>
            <p:nvPr/>
          </p:nvGraphicFramePr>
          <p:xfrm>
            <a:off x="968" y="2311"/>
            <a:ext cx="4095" cy="533"/>
          </p:xfrm>
          <a:graphic>
            <a:graphicData uri="http://schemas.openxmlformats.org/presentationml/2006/ole">
              <mc:AlternateContent xmlns:mc="http://schemas.openxmlformats.org/markup-compatibility/2006">
                <mc:Choice xmlns:v="urn:schemas-microsoft-com:vml" Requires="v">
                  <p:oleObj name="Equation" r:id="rId10" imgW="2450880" imgH="330120" progId="Equation.DSMT4">
                    <p:embed/>
                  </p:oleObj>
                </mc:Choice>
                <mc:Fallback>
                  <p:oleObj name="Equation" r:id="rId10" imgW="2450880" imgH="330120" progId="Equation.DSMT4">
                    <p:embed/>
                    <p:pic>
                      <p:nvPicPr>
                        <p:cNvPr id="0" name="Object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68" y="2311"/>
                          <a:ext cx="4095" cy="5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372" name="Object 12">
              <a:extLst>
                <a:ext uri="{FF2B5EF4-FFF2-40B4-BE49-F238E27FC236}">
                  <a16:creationId xmlns:a16="http://schemas.microsoft.com/office/drawing/2014/main" id="{FBFE8536-EFDC-02DD-A591-5B8FD1785B78}"/>
                </a:ext>
              </a:extLst>
            </p:cNvPr>
            <p:cNvGraphicFramePr>
              <a:graphicFrameLocks noChangeAspect="1"/>
            </p:cNvGraphicFramePr>
            <p:nvPr/>
          </p:nvGraphicFramePr>
          <p:xfrm>
            <a:off x="973" y="2871"/>
            <a:ext cx="3280" cy="525"/>
          </p:xfrm>
          <a:graphic>
            <a:graphicData uri="http://schemas.openxmlformats.org/presentationml/2006/ole">
              <mc:AlternateContent xmlns:mc="http://schemas.openxmlformats.org/markup-compatibility/2006">
                <mc:Choice xmlns:v="urn:schemas-microsoft-com:vml" Requires="v">
                  <p:oleObj name="Equation" r:id="rId12" imgW="1841400" imgH="330120" progId="Equation.DSMT4">
                    <p:embed/>
                  </p:oleObj>
                </mc:Choice>
                <mc:Fallback>
                  <p:oleObj name="Equation" r:id="rId12" imgW="1841400" imgH="330120" progId="Equation.DSMT4">
                    <p:embed/>
                    <p:pic>
                      <p:nvPicPr>
                        <p:cNvPr id="0" name="Object 1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73" y="2871"/>
                          <a:ext cx="3280" cy="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15373" name="Text Box 13">
            <a:extLst>
              <a:ext uri="{FF2B5EF4-FFF2-40B4-BE49-F238E27FC236}">
                <a16:creationId xmlns:a16="http://schemas.microsoft.com/office/drawing/2014/main" id="{C300BB07-843D-C7D2-713C-7982F81BAE7E}"/>
              </a:ext>
            </a:extLst>
          </p:cNvPr>
          <p:cNvSpPr txBox="1">
            <a:spLocks noChangeArrowheads="1"/>
          </p:cNvSpPr>
          <p:nvPr/>
        </p:nvSpPr>
        <p:spPr bwMode="auto">
          <a:xfrm>
            <a:off x="3006725" y="5516563"/>
            <a:ext cx="28067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ltLang="en-US" sz="2800" b="1">
              <a:latin typeface="楷体_GB2312" pitchFamily="49" charset="-122"/>
              <a:ea typeface="楷体_GB2312" pitchFamily="49" charset="-122"/>
            </a:endParaRPr>
          </a:p>
        </p:txBody>
      </p:sp>
      <p:graphicFrame>
        <p:nvGraphicFramePr>
          <p:cNvPr id="15374" name="Object 14">
            <a:extLst>
              <a:ext uri="{FF2B5EF4-FFF2-40B4-BE49-F238E27FC236}">
                <a16:creationId xmlns:a16="http://schemas.microsoft.com/office/drawing/2014/main" id="{E8F1C6B0-CE17-5D49-9B07-F02FA7E28C5B}"/>
              </a:ext>
            </a:extLst>
          </p:cNvPr>
          <p:cNvGraphicFramePr>
            <a:graphicFrameLocks noChangeAspect="1"/>
          </p:cNvGraphicFramePr>
          <p:nvPr/>
        </p:nvGraphicFramePr>
        <p:xfrm>
          <a:off x="1116013" y="4941888"/>
          <a:ext cx="481012" cy="504825"/>
        </p:xfrm>
        <a:graphic>
          <a:graphicData uri="http://schemas.openxmlformats.org/presentationml/2006/ole">
            <mc:AlternateContent xmlns:mc="http://schemas.openxmlformats.org/markup-compatibility/2006">
              <mc:Choice xmlns:v="urn:schemas-microsoft-com:vml" Requires="v">
                <p:oleObj name="Equation" r:id="rId14" imgW="177480" imgH="215640" progId="Equation.DSMT4">
                  <p:embed/>
                </p:oleObj>
              </mc:Choice>
              <mc:Fallback>
                <p:oleObj name="Equation" r:id="rId14" imgW="177480" imgH="215640" progId="Equation.DSMT4">
                  <p:embed/>
                  <p:pic>
                    <p:nvPicPr>
                      <p:cNvPr id="0" name="Object 1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116013" y="4941888"/>
                        <a:ext cx="481012"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375" name="Text Box 15">
            <a:extLst>
              <a:ext uri="{FF2B5EF4-FFF2-40B4-BE49-F238E27FC236}">
                <a16:creationId xmlns:a16="http://schemas.microsoft.com/office/drawing/2014/main" id="{B2B1ACEF-52B1-109B-8EE0-B4B3FDB17D3F}"/>
              </a:ext>
            </a:extLst>
          </p:cNvPr>
          <p:cNvSpPr txBox="1">
            <a:spLocks noChangeArrowheads="1"/>
          </p:cNvSpPr>
          <p:nvPr/>
        </p:nvSpPr>
        <p:spPr bwMode="auto">
          <a:xfrm>
            <a:off x="0" y="4868863"/>
            <a:ext cx="914400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3600" b="1">
                <a:solidFill>
                  <a:srgbClr val="000066"/>
                </a:solidFill>
                <a:latin typeface="楷体_GB2312" pitchFamily="49" charset="-122"/>
                <a:ea typeface="楷体_GB2312" pitchFamily="49" charset="-122"/>
              </a:rPr>
              <a:t>表明   也在收敛域内</a:t>
            </a:r>
            <a:r>
              <a:rPr lang="zh-CN" altLang="en-US" sz="2800" b="1">
                <a:solidFill>
                  <a:srgbClr val="000066"/>
                </a:solidFill>
                <a:latin typeface="楷体_GB2312" pitchFamily="49" charset="-122"/>
                <a:ea typeface="楷体_GB2312" pitchFamily="49" charset="-122"/>
              </a:rPr>
              <a:t>。</a:t>
            </a:r>
            <a:r>
              <a:rPr lang="zh-CN" altLang="en-US" sz="3600" b="1">
                <a:solidFill>
                  <a:srgbClr val="000066"/>
                </a:solidFill>
                <a:latin typeface="楷体_GB2312" pitchFamily="49" charset="-122"/>
                <a:ea typeface="楷体_GB2312" pitchFamily="49" charset="-122"/>
              </a:rPr>
              <a:t>左边信号的</a:t>
            </a:r>
            <a:r>
              <a:rPr lang="en-US" altLang="zh-CN" sz="3600" b="1">
                <a:solidFill>
                  <a:srgbClr val="000066"/>
                </a:solidFill>
                <a:latin typeface="楷体_GB2312" pitchFamily="49" charset="-122"/>
                <a:ea typeface="楷体_GB2312" pitchFamily="49" charset="-122"/>
              </a:rPr>
              <a:t>ROC</a:t>
            </a:r>
            <a:r>
              <a:rPr lang="zh-CN" altLang="en-US" sz="3600" b="1">
                <a:solidFill>
                  <a:srgbClr val="000066"/>
                </a:solidFill>
                <a:latin typeface="楷体_GB2312" pitchFamily="49" charset="-122"/>
                <a:ea typeface="楷体_GB2312" pitchFamily="49" charset="-122"/>
              </a:rPr>
              <a:t>在最左极点的的左边</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5370"/>
                                        </p:tgtEl>
                                        <p:attrNameLst>
                                          <p:attrName>style.visibility</p:attrName>
                                        </p:attrNameLst>
                                      </p:cBhvr>
                                      <p:to>
                                        <p:strVal val="visible"/>
                                      </p:to>
                                    </p:set>
                                    <p:anim calcmode="lin" valueType="num">
                                      <p:cBhvr additive="base">
                                        <p:cTn id="7" dur="500" fill="hold"/>
                                        <p:tgtEl>
                                          <p:spTgt spid="15370"/>
                                        </p:tgtEl>
                                        <p:attrNameLst>
                                          <p:attrName>ppt_x</p:attrName>
                                        </p:attrNameLst>
                                      </p:cBhvr>
                                      <p:tavLst>
                                        <p:tav tm="0">
                                          <p:val>
                                            <p:strVal val="0-#ppt_w/2"/>
                                          </p:val>
                                        </p:tav>
                                        <p:tav tm="100000">
                                          <p:val>
                                            <p:strVal val="#ppt_x"/>
                                          </p:val>
                                        </p:tav>
                                      </p:tavLst>
                                    </p:anim>
                                    <p:anim calcmode="lin" valueType="num">
                                      <p:cBhvr additive="base">
                                        <p:cTn id="8" dur="500" fill="hold"/>
                                        <p:tgtEl>
                                          <p:spTgt spid="1537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Text Box 4">
            <a:extLst>
              <a:ext uri="{FF2B5EF4-FFF2-40B4-BE49-F238E27FC236}">
                <a16:creationId xmlns:a16="http://schemas.microsoft.com/office/drawing/2014/main" id="{B96BFC3C-DFFA-0CD4-9B55-AB0E8F9B3E63}"/>
              </a:ext>
            </a:extLst>
          </p:cNvPr>
          <p:cNvSpPr txBox="1">
            <a:spLocks noChangeArrowheads="1"/>
          </p:cNvSpPr>
          <p:nvPr/>
        </p:nvSpPr>
        <p:spPr bwMode="auto">
          <a:xfrm>
            <a:off x="250825" y="0"/>
            <a:ext cx="102393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000066"/>
                </a:solidFill>
                <a:ea typeface="楷体_GB2312" pitchFamily="49" charset="-122"/>
              </a:rPr>
              <a:t>例</a:t>
            </a:r>
            <a:r>
              <a:rPr lang="en-US" altLang="zh-CN" sz="3600" b="1">
                <a:solidFill>
                  <a:srgbClr val="000066"/>
                </a:solidFill>
                <a:ea typeface="楷体_GB2312" pitchFamily="49" charset="-122"/>
              </a:rPr>
              <a:t>1.</a:t>
            </a:r>
          </a:p>
        </p:txBody>
      </p:sp>
      <p:graphicFrame>
        <p:nvGraphicFramePr>
          <p:cNvPr id="14341" name="Object 5">
            <a:extLst>
              <a:ext uri="{FF2B5EF4-FFF2-40B4-BE49-F238E27FC236}">
                <a16:creationId xmlns:a16="http://schemas.microsoft.com/office/drawing/2014/main" id="{CD461E7F-3543-33CA-B3C8-8420996A30F9}"/>
              </a:ext>
            </a:extLst>
          </p:cNvPr>
          <p:cNvGraphicFramePr>
            <a:graphicFrameLocks noChangeAspect="1"/>
          </p:cNvGraphicFramePr>
          <p:nvPr/>
        </p:nvGraphicFramePr>
        <p:xfrm>
          <a:off x="468313" y="2565400"/>
          <a:ext cx="8424862" cy="3079750"/>
        </p:xfrm>
        <a:graphic>
          <a:graphicData uri="http://schemas.openxmlformats.org/presentationml/2006/ole">
            <mc:AlternateContent xmlns:mc="http://schemas.openxmlformats.org/markup-compatibility/2006">
              <mc:Choice xmlns:v="urn:schemas-microsoft-com:vml" Requires="v">
                <p:oleObj name="Equation" r:id="rId2" imgW="2006280" imgH="736560" progId="Equation.DSMT4">
                  <p:embed/>
                </p:oleObj>
              </mc:Choice>
              <mc:Fallback>
                <p:oleObj name="Equation" r:id="rId2" imgW="2006280" imgH="736560" progId="Equation.DSMT4">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313" y="2565400"/>
                        <a:ext cx="8424862" cy="3079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4342" name="Group 6">
            <a:extLst>
              <a:ext uri="{FF2B5EF4-FFF2-40B4-BE49-F238E27FC236}">
                <a16:creationId xmlns:a16="http://schemas.microsoft.com/office/drawing/2014/main" id="{C22647E3-83BA-D9AF-FCDB-BE030C32F0D9}"/>
              </a:ext>
            </a:extLst>
          </p:cNvPr>
          <p:cNvGrpSpPr>
            <a:grpSpLocks/>
          </p:cNvGrpSpPr>
          <p:nvPr/>
        </p:nvGrpSpPr>
        <p:grpSpPr bwMode="auto">
          <a:xfrm>
            <a:off x="1476375" y="260350"/>
            <a:ext cx="5711825" cy="1674813"/>
            <a:chOff x="1232" y="1680"/>
            <a:chExt cx="2729" cy="650"/>
          </a:xfrm>
        </p:grpSpPr>
        <p:grpSp>
          <p:nvGrpSpPr>
            <p:cNvPr id="14343" name="Group 7">
              <a:extLst>
                <a:ext uri="{FF2B5EF4-FFF2-40B4-BE49-F238E27FC236}">
                  <a16:creationId xmlns:a16="http://schemas.microsoft.com/office/drawing/2014/main" id="{BA4420FC-09C5-6947-02AA-E279BABFAE7E}"/>
                </a:ext>
              </a:extLst>
            </p:cNvPr>
            <p:cNvGrpSpPr>
              <a:grpSpLocks/>
            </p:cNvGrpSpPr>
            <p:nvPr/>
          </p:nvGrpSpPr>
          <p:grpSpPr bwMode="auto">
            <a:xfrm>
              <a:off x="1232" y="1680"/>
              <a:ext cx="1577" cy="650"/>
              <a:chOff x="1213" y="1603"/>
              <a:chExt cx="1877" cy="870"/>
            </a:xfrm>
          </p:grpSpPr>
          <p:graphicFrame>
            <p:nvGraphicFramePr>
              <p:cNvPr id="14344" name="Object 8">
                <a:extLst>
                  <a:ext uri="{FF2B5EF4-FFF2-40B4-BE49-F238E27FC236}">
                    <a16:creationId xmlns:a16="http://schemas.microsoft.com/office/drawing/2014/main" id="{368656A1-4B97-63C8-A582-FEB22AB12208}"/>
                  </a:ext>
                </a:extLst>
              </p:cNvPr>
              <p:cNvGraphicFramePr>
                <a:graphicFrameLocks noChangeAspect="1"/>
              </p:cNvGraphicFramePr>
              <p:nvPr/>
            </p:nvGraphicFramePr>
            <p:xfrm>
              <a:off x="1213" y="1787"/>
              <a:ext cx="1373" cy="610"/>
            </p:xfrm>
            <a:graphic>
              <a:graphicData uri="http://schemas.openxmlformats.org/presentationml/2006/ole">
                <mc:AlternateContent xmlns:mc="http://schemas.openxmlformats.org/markup-compatibility/2006">
                  <mc:Choice xmlns:v="urn:schemas-microsoft-com:vml" Requires="v">
                    <p:oleObj name="Equation" r:id="rId4" imgW="558720" imgH="253800" progId="Equation.DSMT4">
                      <p:embed/>
                    </p:oleObj>
                  </mc:Choice>
                  <mc:Fallback>
                    <p:oleObj name="Equation" r:id="rId4" imgW="558720" imgH="253800" progId="Equation.DSMT4">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13" y="1787"/>
                            <a:ext cx="1373" cy="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345" name="Object 9">
                <a:extLst>
                  <a:ext uri="{FF2B5EF4-FFF2-40B4-BE49-F238E27FC236}">
                    <a16:creationId xmlns:a16="http://schemas.microsoft.com/office/drawing/2014/main" id="{2D8BE648-B97E-E496-9029-48C10A08342A}"/>
                  </a:ext>
                </a:extLst>
              </p:cNvPr>
              <p:cNvGraphicFramePr>
                <a:graphicFrameLocks noChangeAspect="1"/>
              </p:cNvGraphicFramePr>
              <p:nvPr/>
            </p:nvGraphicFramePr>
            <p:xfrm>
              <a:off x="2358" y="1603"/>
              <a:ext cx="732" cy="489"/>
            </p:xfrm>
            <a:graphic>
              <a:graphicData uri="http://schemas.openxmlformats.org/presentationml/2006/ole">
                <mc:AlternateContent xmlns:mc="http://schemas.openxmlformats.org/markup-compatibility/2006">
                  <mc:Choice xmlns:v="urn:schemas-microsoft-com:vml" Requires="v">
                    <p:oleObj name="Equation" r:id="rId6" imgW="253800" imgH="203040" progId="Equation.DSMT4">
                      <p:embed/>
                    </p:oleObj>
                  </mc:Choice>
                  <mc:Fallback>
                    <p:oleObj name="Equation" r:id="rId6" imgW="253800" imgH="203040" progId="Equation.DSMT4">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58" y="1603"/>
                            <a:ext cx="732" cy="4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346" name="Object 10">
                <a:extLst>
                  <a:ext uri="{FF2B5EF4-FFF2-40B4-BE49-F238E27FC236}">
                    <a16:creationId xmlns:a16="http://schemas.microsoft.com/office/drawing/2014/main" id="{64DFBB59-3DA5-9A16-AC55-B60C02BFDA1C}"/>
                  </a:ext>
                </a:extLst>
              </p:cNvPr>
              <p:cNvGraphicFramePr>
                <a:graphicFrameLocks noChangeAspect="1"/>
              </p:cNvGraphicFramePr>
              <p:nvPr/>
            </p:nvGraphicFramePr>
            <p:xfrm>
              <a:off x="2403" y="2153"/>
              <a:ext cx="229" cy="320"/>
            </p:xfrm>
            <a:graphic>
              <a:graphicData uri="http://schemas.openxmlformats.org/presentationml/2006/ole">
                <mc:AlternateContent xmlns:mc="http://schemas.openxmlformats.org/markup-compatibility/2006">
                  <mc:Choice xmlns:v="urn:schemas-microsoft-com:vml" Requires="v">
                    <p:oleObj name="Equation" r:id="rId8" imgW="126720" imgH="177480" progId="Equation.DSMT4">
                      <p:embed/>
                    </p:oleObj>
                  </mc:Choice>
                  <mc:Fallback>
                    <p:oleObj name="Equation" r:id="rId8" imgW="126720" imgH="177480" progId="Equation.DSMT4">
                      <p:embed/>
                      <p:pic>
                        <p:nvPicPr>
                          <p:cNvPr id="0"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03" y="2153"/>
                            <a:ext cx="229" cy="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14347" name="Text Box 11">
              <a:extLst>
                <a:ext uri="{FF2B5EF4-FFF2-40B4-BE49-F238E27FC236}">
                  <a16:creationId xmlns:a16="http://schemas.microsoft.com/office/drawing/2014/main" id="{9E0A88CE-8442-FA18-C403-1616E3269698}"/>
                </a:ext>
              </a:extLst>
            </p:cNvPr>
            <p:cNvSpPr txBox="1">
              <a:spLocks noChangeArrowheads="1"/>
            </p:cNvSpPr>
            <p:nvPr/>
          </p:nvSpPr>
          <p:spPr bwMode="auto">
            <a:xfrm>
              <a:off x="3149" y="2038"/>
              <a:ext cx="812" cy="2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800" b="1">
                  <a:solidFill>
                    <a:srgbClr val="000000"/>
                  </a:solidFill>
                  <a:latin typeface="楷体_GB2312" pitchFamily="49" charset="-122"/>
                  <a:ea typeface="楷体_GB2312" pitchFamily="49" charset="-122"/>
                </a:rPr>
                <a:t>其它</a:t>
              </a:r>
            </a:p>
          </p:txBody>
        </p:sp>
        <p:pic>
          <p:nvPicPr>
            <p:cNvPr id="14348" name="Picture 12">
              <a:extLst>
                <a:ext uri="{FF2B5EF4-FFF2-40B4-BE49-F238E27FC236}">
                  <a16:creationId xmlns:a16="http://schemas.microsoft.com/office/drawing/2014/main" id="{D4169075-E014-8047-DC1E-E7D662B609D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16" y="1797"/>
              <a:ext cx="809" cy="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349" name="Picture 13">
              <a:extLst>
                <a:ext uri="{FF2B5EF4-FFF2-40B4-BE49-F238E27FC236}">
                  <a16:creationId xmlns:a16="http://schemas.microsoft.com/office/drawing/2014/main" id="{FD38F487-C5B0-184C-1F6B-508B918EE21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696" y="2115"/>
              <a:ext cx="80" cy="1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4341"/>
                                        </p:tgtEl>
                                        <p:attrNameLst>
                                          <p:attrName>style.visibility</p:attrName>
                                        </p:attrNameLst>
                                      </p:cBhvr>
                                      <p:to>
                                        <p:strVal val="visible"/>
                                      </p:to>
                                    </p:set>
                                    <p:anim calcmode="lin" valueType="num">
                                      <p:cBhvr additive="base">
                                        <p:cTn id="7" dur="500" fill="hold"/>
                                        <p:tgtEl>
                                          <p:spTgt spid="14341"/>
                                        </p:tgtEl>
                                        <p:attrNameLst>
                                          <p:attrName>ppt_x</p:attrName>
                                        </p:attrNameLst>
                                      </p:cBhvr>
                                      <p:tavLst>
                                        <p:tav tm="0">
                                          <p:val>
                                            <p:strVal val="0-#ppt_w/2"/>
                                          </p:val>
                                        </p:tav>
                                        <p:tav tm="100000">
                                          <p:val>
                                            <p:strVal val="#ppt_x"/>
                                          </p:val>
                                        </p:tav>
                                      </p:tavLst>
                                    </p:anim>
                                    <p:anim calcmode="lin" valueType="num">
                                      <p:cBhvr additive="base">
                                        <p:cTn id="8" dur="500" fill="hold"/>
                                        <p:tgtEl>
                                          <p:spTgt spid="1434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Text Box 3">
            <a:extLst>
              <a:ext uri="{FF2B5EF4-FFF2-40B4-BE49-F238E27FC236}">
                <a16:creationId xmlns:a16="http://schemas.microsoft.com/office/drawing/2014/main" id="{0288B769-9CF4-63A6-C426-6C429F52E412}"/>
              </a:ext>
            </a:extLst>
          </p:cNvPr>
          <p:cNvSpPr txBox="1">
            <a:spLocks noChangeArrowheads="1"/>
          </p:cNvSpPr>
          <p:nvPr/>
        </p:nvSpPr>
        <p:spPr bwMode="auto">
          <a:xfrm>
            <a:off x="1331913" y="260350"/>
            <a:ext cx="1560512"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000066"/>
                </a:solidFill>
                <a:latin typeface="楷体_GB2312" pitchFamily="49" charset="-122"/>
                <a:ea typeface="楷体_GB2312" pitchFamily="49" charset="-122"/>
              </a:rPr>
              <a:t>有极点</a:t>
            </a:r>
          </a:p>
        </p:txBody>
      </p:sp>
      <p:graphicFrame>
        <p:nvGraphicFramePr>
          <p:cNvPr id="13316" name="Object 4">
            <a:extLst>
              <a:ext uri="{FF2B5EF4-FFF2-40B4-BE49-F238E27FC236}">
                <a16:creationId xmlns:a16="http://schemas.microsoft.com/office/drawing/2014/main" id="{F26B75BF-DD74-828B-A5E6-E9798C9DF478}"/>
              </a:ext>
            </a:extLst>
          </p:cNvPr>
          <p:cNvGraphicFramePr>
            <a:graphicFrameLocks noChangeAspect="1"/>
          </p:cNvGraphicFramePr>
          <p:nvPr/>
        </p:nvGraphicFramePr>
        <p:xfrm>
          <a:off x="2987675" y="322263"/>
          <a:ext cx="1439863" cy="465137"/>
        </p:xfrm>
        <a:graphic>
          <a:graphicData uri="http://schemas.openxmlformats.org/presentationml/2006/ole">
            <mc:AlternateContent xmlns:mc="http://schemas.openxmlformats.org/markup-compatibility/2006">
              <mc:Choice xmlns:v="urn:schemas-microsoft-com:vml" Requires="v">
                <p:oleObj name="Equation" r:id="rId2" imgW="431640" imgH="139680" progId="Equation.DSMT4">
                  <p:embed/>
                </p:oleObj>
              </mc:Choice>
              <mc:Fallback>
                <p:oleObj name="Equation" r:id="rId2" imgW="431640" imgH="139680" progId="Equation.DSMT4">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87675" y="322263"/>
                        <a:ext cx="1439863"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3317" name="Group 5">
            <a:extLst>
              <a:ext uri="{FF2B5EF4-FFF2-40B4-BE49-F238E27FC236}">
                <a16:creationId xmlns:a16="http://schemas.microsoft.com/office/drawing/2014/main" id="{916076E4-9CDF-8C04-F562-1353F0999762}"/>
              </a:ext>
            </a:extLst>
          </p:cNvPr>
          <p:cNvGrpSpPr>
            <a:grpSpLocks/>
          </p:cNvGrpSpPr>
          <p:nvPr/>
        </p:nvGrpSpPr>
        <p:grpSpPr bwMode="auto">
          <a:xfrm>
            <a:off x="323850" y="908050"/>
            <a:ext cx="5111750" cy="809625"/>
            <a:chOff x="424" y="1248"/>
            <a:chExt cx="2411" cy="335"/>
          </a:xfrm>
        </p:grpSpPr>
        <p:sp>
          <p:nvSpPr>
            <p:cNvPr id="13318" name="Text Box 6">
              <a:extLst>
                <a:ext uri="{FF2B5EF4-FFF2-40B4-BE49-F238E27FC236}">
                  <a16:creationId xmlns:a16="http://schemas.microsoft.com/office/drawing/2014/main" id="{14372A2F-1913-AFB3-4735-D0EC1AF50BF8}"/>
                </a:ext>
              </a:extLst>
            </p:cNvPr>
            <p:cNvSpPr txBox="1">
              <a:spLocks noChangeArrowheads="1"/>
            </p:cNvSpPr>
            <p:nvPr/>
          </p:nvSpPr>
          <p:spPr bwMode="auto">
            <a:xfrm>
              <a:off x="424" y="1259"/>
              <a:ext cx="1467" cy="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3600" b="1">
                  <a:solidFill>
                    <a:srgbClr val="000066"/>
                  </a:solidFill>
                  <a:latin typeface="楷体_GB2312" pitchFamily="49" charset="-122"/>
                  <a:ea typeface="楷体_GB2312" pitchFamily="49" charset="-122"/>
                </a:rPr>
                <a:t>考查零点，令</a:t>
              </a:r>
            </a:p>
          </p:txBody>
        </p:sp>
        <p:graphicFrame>
          <p:nvGraphicFramePr>
            <p:cNvPr id="13319" name="Object 7">
              <a:extLst>
                <a:ext uri="{FF2B5EF4-FFF2-40B4-BE49-F238E27FC236}">
                  <a16:creationId xmlns:a16="http://schemas.microsoft.com/office/drawing/2014/main" id="{7DFE0769-22A6-473C-00F4-F1C63165D6A7}"/>
                </a:ext>
              </a:extLst>
            </p:cNvPr>
            <p:cNvGraphicFramePr>
              <a:graphicFrameLocks noChangeAspect="1"/>
            </p:cNvGraphicFramePr>
            <p:nvPr/>
          </p:nvGraphicFramePr>
          <p:xfrm>
            <a:off x="1872" y="1248"/>
            <a:ext cx="963" cy="335"/>
          </p:xfrm>
          <a:graphic>
            <a:graphicData uri="http://schemas.openxmlformats.org/presentationml/2006/ole">
              <mc:AlternateContent xmlns:mc="http://schemas.openxmlformats.org/markup-compatibility/2006">
                <mc:Choice xmlns:v="urn:schemas-microsoft-com:vml" Requires="v">
                  <p:oleObj name="Equation" r:id="rId4" imgW="672840" imgH="203040" progId="Equation.DSMT4">
                    <p:embed/>
                  </p:oleObj>
                </mc:Choice>
                <mc:Fallback>
                  <p:oleObj name="Equation" r:id="rId4" imgW="672840" imgH="203040" progId="Equation.DSMT4">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72" y="1248"/>
                          <a:ext cx="963" cy="3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3320" name="Group 8">
            <a:extLst>
              <a:ext uri="{FF2B5EF4-FFF2-40B4-BE49-F238E27FC236}">
                <a16:creationId xmlns:a16="http://schemas.microsoft.com/office/drawing/2014/main" id="{1C602F49-42F3-7CF2-062D-86E9E11B3601}"/>
              </a:ext>
            </a:extLst>
          </p:cNvPr>
          <p:cNvGrpSpPr>
            <a:grpSpLocks/>
          </p:cNvGrpSpPr>
          <p:nvPr/>
        </p:nvGrpSpPr>
        <p:grpSpPr bwMode="auto">
          <a:xfrm>
            <a:off x="250825" y="1773238"/>
            <a:ext cx="4752975" cy="1439862"/>
            <a:chOff x="624" y="1728"/>
            <a:chExt cx="1632" cy="548"/>
          </a:xfrm>
        </p:grpSpPr>
        <p:graphicFrame>
          <p:nvGraphicFramePr>
            <p:cNvPr id="13321" name="Object 9">
              <a:extLst>
                <a:ext uri="{FF2B5EF4-FFF2-40B4-BE49-F238E27FC236}">
                  <a16:creationId xmlns:a16="http://schemas.microsoft.com/office/drawing/2014/main" id="{B64924BB-8C1C-6E3C-A181-AD0289899A0B}"/>
                </a:ext>
              </a:extLst>
            </p:cNvPr>
            <p:cNvGraphicFramePr>
              <a:graphicFrameLocks noChangeAspect="1"/>
            </p:cNvGraphicFramePr>
            <p:nvPr/>
          </p:nvGraphicFramePr>
          <p:xfrm>
            <a:off x="912" y="1728"/>
            <a:ext cx="1344" cy="548"/>
          </p:xfrm>
          <a:graphic>
            <a:graphicData uri="http://schemas.openxmlformats.org/presentationml/2006/ole">
              <mc:AlternateContent xmlns:mc="http://schemas.openxmlformats.org/markup-compatibility/2006">
                <mc:Choice xmlns:v="urn:schemas-microsoft-com:vml" Requires="v">
                  <p:oleObj name="Equation" r:id="rId6" imgW="965160" imgH="393480" progId="Equation.DSMT4">
                    <p:embed/>
                  </p:oleObj>
                </mc:Choice>
                <mc:Fallback>
                  <p:oleObj name="Equation" r:id="rId6" imgW="965160" imgH="393480" progId="Equation.DSMT4">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12" y="1728"/>
                          <a:ext cx="1344" cy="5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322" name="Text Box 10">
              <a:extLst>
                <a:ext uri="{FF2B5EF4-FFF2-40B4-BE49-F238E27FC236}">
                  <a16:creationId xmlns:a16="http://schemas.microsoft.com/office/drawing/2014/main" id="{67E0B330-1697-5BC4-4C77-A9EFBDC79478}"/>
                </a:ext>
              </a:extLst>
            </p:cNvPr>
            <p:cNvSpPr txBox="1">
              <a:spLocks noChangeArrowheads="1"/>
            </p:cNvSpPr>
            <p:nvPr/>
          </p:nvSpPr>
          <p:spPr bwMode="auto">
            <a:xfrm>
              <a:off x="624" y="1774"/>
              <a:ext cx="224" cy="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3600" b="1">
                  <a:solidFill>
                    <a:srgbClr val="000066"/>
                  </a:solidFill>
                  <a:latin typeface="楷体_GB2312" pitchFamily="49" charset="-122"/>
                  <a:ea typeface="楷体_GB2312" pitchFamily="49" charset="-122"/>
                </a:rPr>
                <a:t>得</a:t>
              </a:r>
            </a:p>
          </p:txBody>
        </p:sp>
      </p:grpSp>
      <p:grpSp>
        <p:nvGrpSpPr>
          <p:cNvPr id="13323" name="Group 11">
            <a:extLst>
              <a:ext uri="{FF2B5EF4-FFF2-40B4-BE49-F238E27FC236}">
                <a16:creationId xmlns:a16="http://schemas.microsoft.com/office/drawing/2014/main" id="{62F7B8C9-4F27-0132-2889-C4BC12C53814}"/>
              </a:ext>
            </a:extLst>
          </p:cNvPr>
          <p:cNvGrpSpPr>
            <a:grpSpLocks/>
          </p:cNvGrpSpPr>
          <p:nvPr/>
        </p:nvGrpSpPr>
        <p:grpSpPr bwMode="auto">
          <a:xfrm>
            <a:off x="395288" y="5157788"/>
            <a:ext cx="3529012" cy="935037"/>
            <a:chOff x="576" y="3202"/>
            <a:chExt cx="1872" cy="385"/>
          </a:xfrm>
        </p:grpSpPr>
        <p:sp>
          <p:nvSpPr>
            <p:cNvPr id="13324" name="Text Box 12">
              <a:extLst>
                <a:ext uri="{FF2B5EF4-FFF2-40B4-BE49-F238E27FC236}">
                  <a16:creationId xmlns:a16="http://schemas.microsoft.com/office/drawing/2014/main" id="{CC35AECD-F31E-9E88-8A0B-A05292C757F2}"/>
                </a:ext>
              </a:extLst>
            </p:cNvPr>
            <p:cNvSpPr txBox="1">
              <a:spLocks noChangeArrowheads="1"/>
            </p:cNvSpPr>
            <p:nvPr/>
          </p:nvSpPr>
          <p:spPr bwMode="auto">
            <a:xfrm>
              <a:off x="576" y="3202"/>
              <a:ext cx="645"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3600" b="1">
                  <a:solidFill>
                    <a:srgbClr val="000066"/>
                  </a:solidFill>
                  <a:ea typeface="楷体_GB2312" pitchFamily="49" charset="-122"/>
                </a:rPr>
                <a:t>例</a:t>
              </a:r>
              <a:r>
                <a:rPr lang="en-US" altLang="zh-CN" sz="3600" b="1">
                  <a:solidFill>
                    <a:srgbClr val="000066"/>
                  </a:solidFill>
                  <a:ea typeface="楷体_GB2312" pitchFamily="49" charset="-122"/>
                </a:rPr>
                <a:t>2.</a:t>
              </a:r>
            </a:p>
          </p:txBody>
        </p:sp>
        <p:graphicFrame>
          <p:nvGraphicFramePr>
            <p:cNvPr id="13325" name="Object 13">
              <a:extLst>
                <a:ext uri="{FF2B5EF4-FFF2-40B4-BE49-F238E27FC236}">
                  <a16:creationId xmlns:a16="http://schemas.microsoft.com/office/drawing/2014/main" id="{F2F45969-DA85-0A9D-FB80-AAC99778488C}"/>
                </a:ext>
              </a:extLst>
            </p:cNvPr>
            <p:cNvGraphicFramePr>
              <a:graphicFrameLocks noChangeAspect="1"/>
            </p:cNvGraphicFramePr>
            <p:nvPr/>
          </p:nvGraphicFramePr>
          <p:xfrm>
            <a:off x="1152" y="3216"/>
            <a:ext cx="1296" cy="371"/>
          </p:xfrm>
          <a:graphic>
            <a:graphicData uri="http://schemas.openxmlformats.org/presentationml/2006/ole">
              <mc:AlternateContent xmlns:mc="http://schemas.openxmlformats.org/markup-compatibility/2006">
                <mc:Choice xmlns:v="urn:schemas-microsoft-com:vml" Requires="v">
                  <p:oleObj name="Equation" r:id="rId8" imgW="660240" imgH="241200" progId="Equation.DSMT4">
                    <p:embed/>
                  </p:oleObj>
                </mc:Choice>
                <mc:Fallback>
                  <p:oleObj name="Equation" r:id="rId8" imgW="660240" imgH="241200" progId="Equation.DSMT4">
                    <p:embed/>
                    <p:pic>
                      <p:nvPicPr>
                        <p:cNvPr id="0" name="Object 1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52" y="3216"/>
                          <a:ext cx="1296" cy="3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13326" name="Object 14">
            <a:extLst>
              <a:ext uri="{FF2B5EF4-FFF2-40B4-BE49-F238E27FC236}">
                <a16:creationId xmlns:a16="http://schemas.microsoft.com/office/drawing/2014/main" id="{4B4C0AF4-5A99-675E-92B3-98DBFC4C4B0A}"/>
              </a:ext>
            </a:extLst>
          </p:cNvPr>
          <p:cNvGraphicFramePr>
            <a:graphicFrameLocks noChangeAspect="1"/>
          </p:cNvGraphicFramePr>
          <p:nvPr/>
        </p:nvGraphicFramePr>
        <p:xfrm>
          <a:off x="2484438" y="5876925"/>
          <a:ext cx="6408737" cy="981075"/>
        </p:xfrm>
        <a:graphic>
          <a:graphicData uri="http://schemas.openxmlformats.org/presentationml/2006/ole">
            <mc:AlternateContent xmlns:mc="http://schemas.openxmlformats.org/markup-compatibility/2006">
              <mc:Choice xmlns:v="urn:schemas-microsoft-com:vml" Requires="v">
                <p:oleObj name="Equation" r:id="rId10" imgW="1473120" imgH="228600" progId="Equation.DSMT4">
                  <p:embed/>
                </p:oleObj>
              </mc:Choice>
              <mc:Fallback>
                <p:oleObj name="Equation" r:id="rId10" imgW="1473120" imgH="228600" progId="Equation.DSMT4">
                  <p:embed/>
                  <p:pic>
                    <p:nvPicPr>
                      <p:cNvPr id="0" name="Object 1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484438" y="5876925"/>
                        <a:ext cx="6408737" cy="981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327" name="Text Box 15">
            <a:extLst>
              <a:ext uri="{FF2B5EF4-FFF2-40B4-BE49-F238E27FC236}">
                <a16:creationId xmlns:a16="http://schemas.microsoft.com/office/drawing/2014/main" id="{257430C8-C2F7-6CF3-8786-6876253E846F}"/>
              </a:ext>
            </a:extLst>
          </p:cNvPr>
          <p:cNvSpPr txBox="1">
            <a:spLocks noChangeArrowheads="1"/>
          </p:cNvSpPr>
          <p:nvPr/>
        </p:nvSpPr>
        <p:spPr bwMode="auto">
          <a:xfrm>
            <a:off x="0" y="3429000"/>
            <a:ext cx="9144000"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en-US" altLang="zh-CN" sz="2800" b="1">
                <a:latin typeface="楷体_GB2312" pitchFamily="49" charset="-122"/>
                <a:ea typeface="楷体_GB2312" pitchFamily="49" charset="-122"/>
              </a:rPr>
              <a:t>  </a:t>
            </a:r>
            <a:r>
              <a:rPr lang="zh-CN" altLang="en-US" sz="3600" b="1">
                <a:solidFill>
                  <a:srgbClr val="000066"/>
                </a:solidFill>
                <a:latin typeface="楷体_GB2312" pitchFamily="49" charset="-122"/>
                <a:ea typeface="楷体_GB2312" pitchFamily="49" charset="-122"/>
              </a:rPr>
              <a:t>显然    在       也有一阶零点，由于零极点相抵消，致使在整个</a:t>
            </a:r>
            <a:r>
              <a:rPr lang="en-US" altLang="zh-CN" sz="3600" b="1">
                <a:solidFill>
                  <a:srgbClr val="000066"/>
                </a:solidFill>
                <a:latin typeface="Times New Roman" panose="02020603050405020304" pitchFamily="18" charset="0"/>
                <a:ea typeface="楷体_GB2312" pitchFamily="49" charset="-122"/>
              </a:rPr>
              <a:t>S</a:t>
            </a:r>
            <a:r>
              <a:rPr lang="zh-CN" altLang="en-US" sz="3600" b="1">
                <a:solidFill>
                  <a:srgbClr val="000066"/>
                </a:solidFill>
                <a:latin typeface="楷体_GB2312" pitchFamily="49" charset="-122"/>
                <a:ea typeface="楷体_GB2312" pitchFamily="49" charset="-122"/>
              </a:rPr>
              <a:t>平面上无极点。</a:t>
            </a:r>
          </a:p>
        </p:txBody>
      </p:sp>
      <p:graphicFrame>
        <p:nvGraphicFramePr>
          <p:cNvPr id="13328" name="Object 16">
            <a:extLst>
              <a:ext uri="{FF2B5EF4-FFF2-40B4-BE49-F238E27FC236}">
                <a16:creationId xmlns:a16="http://schemas.microsoft.com/office/drawing/2014/main" id="{08B9DD62-7283-13F1-C5DA-AFABBA004225}"/>
              </a:ext>
            </a:extLst>
          </p:cNvPr>
          <p:cNvGraphicFramePr>
            <a:graphicFrameLocks noChangeAspect="1"/>
          </p:cNvGraphicFramePr>
          <p:nvPr/>
        </p:nvGraphicFramePr>
        <p:xfrm>
          <a:off x="3203575" y="3886200"/>
          <a:ext cx="1187450" cy="382588"/>
        </p:xfrm>
        <a:graphic>
          <a:graphicData uri="http://schemas.openxmlformats.org/presentationml/2006/ole">
            <mc:AlternateContent xmlns:mc="http://schemas.openxmlformats.org/markup-compatibility/2006">
              <mc:Choice xmlns:v="urn:schemas-microsoft-com:vml" Requires="v">
                <p:oleObj name="Equation" r:id="rId2" imgW="431640" imgH="139680" progId="Equation.DSMT4">
                  <p:embed/>
                </p:oleObj>
              </mc:Choice>
              <mc:Fallback>
                <p:oleObj name="Equation" r:id="rId2" imgW="431640" imgH="139680" progId="Equation.DSMT4">
                  <p:embed/>
                  <p:pic>
                    <p:nvPicPr>
                      <p:cNvPr id="0" name="Object 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3575" y="3886200"/>
                        <a:ext cx="1187450" cy="382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13329" name="Picture 17">
            <a:extLst>
              <a:ext uri="{FF2B5EF4-FFF2-40B4-BE49-F238E27FC236}">
                <a16:creationId xmlns:a16="http://schemas.microsoft.com/office/drawing/2014/main" id="{E955CCB2-FC66-6F16-6112-B396299D366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23850" y="260350"/>
            <a:ext cx="1008063"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30" name="Picture 18">
            <a:extLst>
              <a:ext uri="{FF2B5EF4-FFF2-40B4-BE49-F238E27FC236}">
                <a16:creationId xmlns:a16="http://schemas.microsoft.com/office/drawing/2014/main" id="{9E18A40E-6DB8-5E1D-53DA-912BA00B2A77}"/>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476375" y="3860800"/>
            <a:ext cx="720725"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31" name="Picture 19">
            <a:extLst>
              <a:ext uri="{FF2B5EF4-FFF2-40B4-BE49-F238E27FC236}">
                <a16:creationId xmlns:a16="http://schemas.microsoft.com/office/drawing/2014/main" id="{8CE86499-FA42-DC93-E0F9-DAC9D940EF93}"/>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486400" y="260350"/>
            <a:ext cx="3657600" cy="33766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3317"/>
                                        </p:tgtEl>
                                        <p:attrNameLst>
                                          <p:attrName>style.visibility</p:attrName>
                                        </p:attrNameLst>
                                      </p:cBhvr>
                                      <p:to>
                                        <p:strVal val="visible"/>
                                      </p:to>
                                    </p:set>
                                    <p:anim calcmode="lin" valueType="num">
                                      <p:cBhvr additive="base">
                                        <p:cTn id="7" dur="500" fill="hold"/>
                                        <p:tgtEl>
                                          <p:spTgt spid="13317"/>
                                        </p:tgtEl>
                                        <p:attrNameLst>
                                          <p:attrName>ppt_x</p:attrName>
                                        </p:attrNameLst>
                                      </p:cBhvr>
                                      <p:tavLst>
                                        <p:tav tm="0">
                                          <p:val>
                                            <p:strVal val="0-#ppt_w/2"/>
                                          </p:val>
                                        </p:tav>
                                        <p:tav tm="100000">
                                          <p:val>
                                            <p:strVal val="#ppt_x"/>
                                          </p:val>
                                        </p:tav>
                                      </p:tavLst>
                                    </p:anim>
                                    <p:anim calcmode="lin" valueType="num">
                                      <p:cBhvr additive="base">
                                        <p:cTn id="8" dur="500" fill="hold"/>
                                        <p:tgtEl>
                                          <p:spTgt spid="13317"/>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3320"/>
                                        </p:tgtEl>
                                        <p:attrNameLst>
                                          <p:attrName>style.visibility</p:attrName>
                                        </p:attrNameLst>
                                      </p:cBhvr>
                                      <p:to>
                                        <p:strVal val="visible"/>
                                      </p:to>
                                    </p:set>
                                    <p:anim calcmode="lin" valueType="num">
                                      <p:cBhvr additive="base">
                                        <p:cTn id="13" dur="500" fill="hold"/>
                                        <p:tgtEl>
                                          <p:spTgt spid="13320"/>
                                        </p:tgtEl>
                                        <p:attrNameLst>
                                          <p:attrName>ppt_x</p:attrName>
                                        </p:attrNameLst>
                                      </p:cBhvr>
                                      <p:tavLst>
                                        <p:tav tm="0">
                                          <p:val>
                                            <p:strVal val="0-#ppt_w/2"/>
                                          </p:val>
                                        </p:tav>
                                        <p:tav tm="100000">
                                          <p:val>
                                            <p:strVal val="#ppt_x"/>
                                          </p:val>
                                        </p:tav>
                                      </p:tavLst>
                                    </p:anim>
                                    <p:anim calcmode="lin" valueType="num">
                                      <p:cBhvr additive="base">
                                        <p:cTn id="14" dur="500" fill="hold"/>
                                        <p:tgtEl>
                                          <p:spTgt spid="13320"/>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3323"/>
                                        </p:tgtEl>
                                        <p:attrNameLst>
                                          <p:attrName>style.visibility</p:attrName>
                                        </p:attrNameLst>
                                      </p:cBhvr>
                                      <p:to>
                                        <p:strVal val="visible"/>
                                      </p:to>
                                    </p:set>
                                    <p:anim calcmode="lin" valueType="num">
                                      <p:cBhvr additive="base">
                                        <p:cTn id="19" dur="500" fill="hold"/>
                                        <p:tgtEl>
                                          <p:spTgt spid="13323"/>
                                        </p:tgtEl>
                                        <p:attrNameLst>
                                          <p:attrName>ppt_x</p:attrName>
                                        </p:attrNameLst>
                                      </p:cBhvr>
                                      <p:tavLst>
                                        <p:tav tm="0">
                                          <p:val>
                                            <p:strVal val="0-#ppt_w/2"/>
                                          </p:val>
                                        </p:tav>
                                        <p:tav tm="100000">
                                          <p:val>
                                            <p:strVal val="#ppt_x"/>
                                          </p:val>
                                        </p:tav>
                                      </p:tavLst>
                                    </p:anim>
                                    <p:anim calcmode="lin" valueType="num">
                                      <p:cBhvr additive="base">
                                        <p:cTn id="20" dur="500" fill="hold"/>
                                        <p:tgtEl>
                                          <p:spTgt spid="13323"/>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3326"/>
                                        </p:tgtEl>
                                        <p:attrNameLst>
                                          <p:attrName>style.visibility</p:attrName>
                                        </p:attrNameLst>
                                      </p:cBhvr>
                                      <p:to>
                                        <p:strVal val="visible"/>
                                      </p:to>
                                    </p:set>
                                    <p:anim calcmode="lin" valueType="num">
                                      <p:cBhvr additive="base">
                                        <p:cTn id="25" dur="500" fill="hold"/>
                                        <p:tgtEl>
                                          <p:spTgt spid="13326"/>
                                        </p:tgtEl>
                                        <p:attrNameLst>
                                          <p:attrName>ppt_x</p:attrName>
                                        </p:attrNameLst>
                                      </p:cBhvr>
                                      <p:tavLst>
                                        <p:tav tm="0">
                                          <p:val>
                                            <p:strVal val="0-#ppt_w/2"/>
                                          </p:val>
                                        </p:tav>
                                        <p:tav tm="100000">
                                          <p:val>
                                            <p:strVal val="#ppt_x"/>
                                          </p:val>
                                        </p:tav>
                                      </p:tavLst>
                                    </p:anim>
                                    <p:anim calcmode="lin" valueType="num">
                                      <p:cBhvr additive="base">
                                        <p:cTn id="26" dur="500" fill="hold"/>
                                        <p:tgtEl>
                                          <p:spTgt spid="1332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Text Box 3">
            <a:extLst>
              <a:ext uri="{FF2B5EF4-FFF2-40B4-BE49-F238E27FC236}">
                <a16:creationId xmlns:a16="http://schemas.microsoft.com/office/drawing/2014/main" id="{EC9209CC-3728-8A63-0907-7932981C5BBB}"/>
              </a:ext>
            </a:extLst>
          </p:cNvPr>
          <p:cNvSpPr txBox="1">
            <a:spLocks noChangeArrowheads="1"/>
          </p:cNvSpPr>
          <p:nvPr/>
        </p:nvSpPr>
        <p:spPr bwMode="auto">
          <a:xfrm>
            <a:off x="0" y="2997200"/>
            <a:ext cx="72755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000066"/>
                </a:solidFill>
                <a:latin typeface="Times New Roman" panose="02020603050405020304" pitchFamily="18" charset="0"/>
                <a:ea typeface="楷体_GB2312" pitchFamily="49" charset="-122"/>
              </a:rPr>
              <a:t>当         时，上述</a:t>
            </a:r>
            <a:r>
              <a:rPr lang="en-US" altLang="zh-CN" sz="3600" b="1">
                <a:solidFill>
                  <a:srgbClr val="000066"/>
                </a:solidFill>
                <a:latin typeface="Times New Roman" panose="02020603050405020304" pitchFamily="18" charset="0"/>
                <a:ea typeface="楷体_GB2312" pitchFamily="49" charset="-122"/>
              </a:rPr>
              <a:t>ROC</a:t>
            </a:r>
            <a:r>
              <a:rPr lang="zh-CN" altLang="en-US" sz="3600" b="1">
                <a:solidFill>
                  <a:srgbClr val="000066"/>
                </a:solidFill>
                <a:latin typeface="Times New Roman" panose="02020603050405020304" pitchFamily="18" charset="0"/>
                <a:ea typeface="楷体_GB2312" pitchFamily="49" charset="-122"/>
              </a:rPr>
              <a:t>有公共部分，</a:t>
            </a:r>
          </a:p>
        </p:txBody>
      </p:sp>
      <p:graphicFrame>
        <p:nvGraphicFramePr>
          <p:cNvPr id="12292" name="Object 4">
            <a:extLst>
              <a:ext uri="{FF2B5EF4-FFF2-40B4-BE49-F238E27FC236}">
                <a16:creationId xmlns:a16="http://schemas.microsoft.com/office/drawing/2014/main" id="{9A704D88-1589-F591-530D-888C96089E5B}"/>
              </a:ext>
            </a:extLst>
          </p:cNvPr>
          <p:cNvGraphicFramePr>
            <a:graphicFrameLocks noChangeAspect="1"/>
          </p:cNvGraphicFramePr>
          <p:nvPr/>
        </p:nvGraphicFramePr>
        <p:xfrm>
          <a:off x="611188" y="3068638"/>
          <a:ext cx="792162" cy="576262"/>
        </p:xfrm>
        <a:graphic>
          <a:graphicData uri="http://schemas.openxmlformats.org/presentationml/2006/ole">
            <mc:AlternateContent xmlns:mc="http://schemas.openxmlformats.org/markup-compatibility/2006">
              <mc:Choice xmlns:v="urn:schemas-microsoft-com:vml" Requires="v">
                <p:oleObj name="Equation" r:id="rId2" imgW="342720" imgH="177480" progId="Equation.DSMT4">
                  <p:embed/>
                </p:oleObj>
              </mc:Choice>
              <mc:Fallback>
                <p:oleObj name="Equation" r:id="rId2" imgW="342720" imgH="177480" progId="Equation.DSMT4">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88" y="3068638"/>
                        <a:ext cx="792162" cy="576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2293" name="Group 5">
            <a:extLst>
              <a:ext uri="{FF2B5EF4-FFF2-40B4-BE49-F238E27FC236}">
                <a16:creationId xmlns:a16="http://schemas.microsoft.com/office/drawing/2014/main" id="{308CEBDE-4F32-3937-8766-A093F211B0BC}"/>
              </a:ext>
            </a:extLst>
          </p:cNvPr>
          <p:cNvGrpSpPr>
            <a:grpSpLocks/>
          </p:cNvGrpSpPr>
          <p:nvPr/>
        </p:nvGrpSpPr>
        <p:grpSpPr bwMode="auto">
          <a:xfrm>
            <a:off x="539750" y="3716338"/>
            <a:ext cx="7848600" cy="1377950"/>
            <a:chOff x="768" y="2688"/>
            <a:chExt cx="3862" cy="591"/>
          </a:xfrm>
        </p:grpSpPr>
        <p:graphicFrame>
          <p:nvGraphicFramePr>
            <p:cNvPr id="12294" name="Object 6">
              <a:extLst>
                <a:ext uri="{FF2B5EF4-FFF2-40B4-BE49-F238E27FC236}">
                  <a16:creationId xmlns:a16="http://schemas.microsoft.com/office/drawing/2014/main" id="{CE4D5FEB-EE43-14E9-5694-F3B84F79AD8F}"/>
                </a:ext>
              </a:extLst>
            </p:cNvPr>
            <p:cNvGraphicFramePr>
              <a:graphicFrameLocks noChangeAspect="1"/>
            </p:cNvGraphicFramePr>
            <p:nvPr/>
          </p:nvGraphicFramePr>
          <p:xfrm>
            <a:off x="768" y="2688"/>
            <a:ext cx="2183" cy="591"/>
          </p:xfrm>
          <a:graphic>
            <a:graphicData uri="http://schemas.openxmlformats.org/presentationml/2006/ole">
              <mc:AlternateContent xmlns:mc="http://schemas.openxmlformats.org/markup-compatibility/2006">
                <mc:Choice xmlns:v="urn:schemas-microsoft-com:vml" Requires="v">
                  <p:oleObj name="Equation" r:id="rId4" imgW="1231560" imgH="393480" progId="Equation.DSMT4">
                    <p:embed/>
                  </p:oleObj>
                </mc:Choice>
                <mc:Fallback>
                  <p:oleObj name="Equation" r:id="rId4" imgW="1231560" imgH="393480" progId="Equation.DSMT4">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8" y="2688"/>
                          <a:ext cx="2183" cy="5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295" name="Object 7">
              <a:extLst>
                <a:ext uri="{FF2B5EF4-FFF2-40B4-BE49-F238E27FC236}">
                  <a16:creationId xmlns:a16="http://schemas.microsoft.com/office/drawing/2014/main" id="{9CD8146A-6331-6ACB-CE31-6F090AE48C1D}"/>
                </a:ext>
              </a:extLst>
            </p:cNvPr>
            <p:cNvGraphicFramePr>
              <a:graphicFrameLocks noChangeAspect="1"/>
            </p:cNvGraphicFramePr>
            <p:nvPr/>
          </p:nvGraphicFramePr>
          <p:xfrm>
            <a:off x="3216" y="2832"/>
            <a:ext cx="1414" cy="315"/>
          </p:xfrm>
          <a:graphic>
            <a:graphicData uri="http://schemas.openxmlformats.org/presentationml/2006/ole">
              <mc:AlternateContent xmlns:mc="http://schemas.openxmlformats.org/markup-compatibility/2006">
                <mc:Choice xmlns:v="urn:schemas-microsoft-com:vml" Requires="v">
                  <p:oleObj name="Equation" r:id="rId6" imgW="914400" imgH="203040" progId="Equation.DSMT4">
                    <p:embed/>
                  </p:oleObj>
                </mc:Choice>
                <mc:Fallback>
                  <p:oleObj name="Equation" r:id="rId6" imgW="914400" imgH="203040" progId="Equation.DSMT4">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16" y="2832"/>
                          <a:ext cx="1414" cy="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12297" name="Text Box 9">
            <a:extLst>
              <a:ext uri="{FF2B5EF4-FFF2-40B4-BE49-F238E27FC236}">
                <a16:creationId xmlns:a16="http://schemas.microsoft.com/office/drawing/2014/main" id="{868BCD47-34C4-2953-522B-035353C595E0}"/>
              </a:ext>
            </a:extLst>
          </p:cNvPr>
          <p:cNvSpPr txBox="1">
            <a:spLocks noChangeArrowheads="1"/>
          </p:cNvSpPr>
          <p:nvPr/>
        </p:nvSpPr>
        <p:spPr bwMode="auto">
          <a:xfrm>
            <a:off x="0" y="4941888"/>
            <a:ext cx="8893175"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zh-CN" altLang="en-US" sz="3600" b="1">
                <a:solidFill>
                  <a:srgbClr val="000066"/>
                </a:solidFill>
                <a:latin typeface="Times New Roman" panose="02020603050405020304" pitchFamily="18" charset="0"/>
                <a:ea typeface="楷体_GB2312" pitchFamily="49" charset="-122"/>
              </a:rPr>
              <a:t>当         时，上述 </a:t>
            </a:r>
            <a:r>
              <a:rPr lang="en-US" altLang="zh-CN" sz="3600" b="1">
                <a:solidFill>
                  <a:srgbClr val="000066"/>
                </a:solidFill>
                <a:latin typeface="Times New Roman" panose="02020603050405020304" pitchFamily="18" charset="0"/>
                <a:ea typeface="楷体_GB2312" pitchFamily="49" charset="-122"/>
              </a:rPr>
              <a:t>ROC </a:t>
            </a:r>
            <a:r>
              <a:rPr lang="zh-CN" altLang="en-US" sz="3600" b="1">
                <a:solidFill>
                  <a:srgbClr val="000066"/>
                </a:solidFill>
                <a:latin typeface="Times New Roman" panose="02020603050405020304" pitchFamily="18" charset="0"/>
                <a:ea typeface="楷体_GB2312" pitchFamily="49" charset="-122"/>
              </a:rPr>
              <a:t>无公共部分，表明       	不存在。</a:t>
            </a:r>
          </a:p>
        </p:txBody>
      </p:sp>
      <p:graphicFrame>
        <p:nvGraphicFramePr>
          <p:cNvPr id="12298" name="Object 10">
            <a:extLst>
              <a:ext uri="{FF2B5EF4-FFF2-40B4-BE49-F238E27FC236}">
                <a16:creationId xmlns:a16="http://schemas.microsoft.com/office/drawing/2014/main" id="{2C18CCF2-BFDA-A0F1-AAC4-991A46C1DE56}"/>
              </a:ext>
            </a:extLst>
          </p:cNvPr>
          <p:cNvGraphicFramePr>
            <a:graphicFrameLocks noChangeAspect="1"/>
          </p:cNvGraphicFramePr>
          <p:nvPr/>
        </p:nvGraphicFramePr>
        <p:xfrm>
          <a:off x="504825" y="5187950"/>
          <a:ext cx="995363" cy="454025"/>
        </p:xfrm>
        <a:graphic>
          <a:graphicData uri="http://schemas.openxmlformats.org/presentationml/2006/ole">
            <mc:AlternateContent xmlns:mc="http://schemas.openxmlformats.org/markup-compatibility/2006">
              <mc:Choice xmlns:v="urn:schemas-microsoft-com:vml" Requires="v">
                <p:oleObj name="Equation" r:id="rId8" imgW="342720" imgH="177480" progId="Equation.DSMT4">
                  <p:embed/>
                </p:oleObj>
              </mc:Choice>
              <mc:Fallback>
                <p:oleObj name="Equation" r:id="rId8" imgW="342720" imgH="177480" progId="Equation.DSMT4">
                  <p:embed/>
                  <p:pic>
                    <p:nvPicPr>
                      <p:cNvPr id="0"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04825" y="5187950"/>
                        <a:ext cx="995363"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299" name="Object 11">
            <a:extLst>
              <a:ext uri="{FF2B5EF4-FFF2-40B4-BE49-F238E27FC236}">
                <a16:creationId xmlns:a16="http://schemas.microsoft.com/office/drawing/2014/main" id="{C36827B9-5B7F-49D3-E357-E0D59632C881}"/>
              </a:ext>
            </a:extLst>
          </p:cNvPr>
          <p:cNvGraphicFramePr>
            <a:graphicFrameLocks noChangeAspect="1"/>
          </p:cNvGraphicFramePr>
          <p:nvPr/>
        </p:nvGraphicFramePr>
        <p:xfrm>
          <a:off x="0" y="6092825"/>
          <a:ext cx="930275" cy="547688"/>
        </p:xfrm>
        <a:graphic>
          <a:graphicData uri="http://schemas.openxmlformats.org/presentationml/2006/ole">
            <mc:AlternateContent xmlns:mc="http://schemas.openxmlformats.org/markup-compatibility/2006">
              <mc:Choice xmlns:v="urn:schemas-microsoft-com:vml" Requires="v">
                <p:oleObj name="Equation" r:id="rId10" imgW="355320" imgH="203040" progId="Equation.DSMT4">
                  <p:embed/>
                </p:oleObj>
              </mc:Choice>
              <mc:Fallback>
                <p:oleObj name="Equation" r:id="rId10" imgW="355320" imgH="203040" progId="Equation.DSMT4">
                  <p:embed/>
                  <p:pic>
                    <p:nvPicPr>
                      <p:cNvPr id="0" name="Object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0" y="6092825"/>
                        <a:ext cx="930275" cy="547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2300" name="Group 12">
            <a:extLst>
              <a:ext uri="{FF2B5EF4-FFF2-40B4-BE49-F238E27FC236}">
                <a16:creationId xmlns:a16="http://schemas.microsoft.com/office/drawing/2014/main" id="{C8B19EBB-CCAC-FC19-F4FB-D3E19BE80319}"/>
              </a:ext>
            </a:extLst>
          </p:cNvPr>
          <p:cNvGrpSpPr>
            <a:grpSpLocks/>
          </p:cNvGrpSpPr>
          <p:nvPr/>
        </p:nvGrpSpPr>
        <p:grpSpPr bwMode="auto">
          <a:xfrm>
            <a:off x="0" y="1484313"/>
            <a:ext cx="5238750" cy="1327150"/>
            <a:chOff x="486" y="1333"/>
            <a:chExt cx="3064" cy="650"/>
          </a:xfrm>
        </p:grpSpPr>
        <p:graphicFrame>
          <p:nvGraphicFramePr>
            <p:cNvPr id="12301" name="Object 13">
              <a:extLst>
                <a:ext uri="{FF2B5EF4-FFF2-40B4-BE49-F238E27FC236}">
                  <a16:creationId xmlns:a16="http://schemas.microsoft.com/office/drawing/2014/main" id="{5608BA45-F5D5-E471-0FBE-627DE7111B2A}"/>
                </a:ext>
              </a:extLst>
            </p:cNvPr>
            <p:cNvGraphicFramePr>
              <a:graphicFrameLocks noChangeAspect="1"/>
            </p:cNvGraphicFramePr>
            <p:nvPr/>
          </p:nvGraphicFramePr>
          <p:xfrm>
            <a:off x="486" y="1333"/>
            <a:ext cx="1972" cy="650"/>
          </p:xfrm>
          <a:graphic>
            <a:graphicData uri="http://schemas.openxmlformats.org/presentationml/2006/ole">
              <mc:AlternateContent xmlns:mc="http://schemas.openxmlformats.org/markup-compatibility/2006">
                <mc:Choice xmlns:v="urn:schemas-microsoft-com:vml" Requires="v">
                  <p:oleObj name="Equation" r:id="rId12" imgW="1206360" imgH="393480" progId="Equation.DSMT4">
                    <p:embed/>
                  </p:oleObj>
                </mc:Choice>
                <mc:Fallback>
                  <p:oleObj name="Equation" r:id="rId12" imgW="1206360" imgH="393480" progId="Equation.DSMT4">
                    <p:embed/>
                    <p:pic>
                      <p:nvPicPr>
                        <p:cNvPr id="0" name="Object 1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86" y="1333"/>
                          <a:ext cx="1972" cy="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302" name="Object 14">
              <a:extLst>
                <a:ext uri="{FF2B5EF4-FFF2-40B4-BE49-F238E27FC236}">
                  <a16:creationId xmlns:a16="http://schemas.microsoft.com/office/drawing/2014/main" id="{87AA0C14-CA71-4E11-229D-ACF676C9F5CE}"/>
                </a:ext>
              </a:extLst>
            </p:cNvPr>
            <p:cNvGraphicFramePr>
              <a:graphicFrameLocks noChangeAspect="1"/>
            </p:cNvGraphicFramePr>
            <p:nvPr/>
          </p:nvGraphicFramePr>
          <p:xfrm>
            <a:off x="2496" y="1536"/>
            <a:ext cx="1054" cy="306"/>
          </p:xfrm>
          <a:graphic>
            <a:graphicData uri="http://schemas.openxmlformats.org/presentationml/2006/ole">
              <mc:AlternateContent xmlns:mc="http://schemas.openxmlformats.org/markup-compatibility/2006">
                <mc:Choice xmlns:v="urn:schemas-microsoft-com:vml" Requires="v">
                  <p:oleObj name="Equation" r:id="rId14" imgW="698400" imgH="203040" progId="Equation.DSMT4">
                    <p:embed/>
                  </p:oleObj>
                </mc:Choice>
                <mc:Fallback>
                  <p:oleObj name="Equation" r:id="rId14" imgW="698400" imgH="203040" progId="Equation.DSMT4">
                    <p:embed/>
                    <p:pic>
                      <p:nvPicPr>
                        <p:cNvPr id="0" name="Object 1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496" y="1536"/>
                          <a:ext cx="1054" cy="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2303" name="Group 15">
            <a:extLst>
              <a:ext uri="{FF2B5EF4-FFF2-40B4-BE49-F238E27FC236}">
                <a16:creationId xmlns:a16="http://schemas.microsoft.com/office/drawing/2014/main" id="{F5920171-801F-F1C7-386E-10C9163F07D7}"/>
              </a:ext>
            </a:extLst>
          </p:cNvPr>
          <p:cNvGrpSpPr>
            <a:grpSpLocks/>
          </p:cNvGrpSpPr>
          <p:nvPr/>
        </p:nvGrpSpPr>
        <p:grpSpPr bwMode="auto">
          <a:xfrm>
            <a:off x="250825" y="260350"/>
            <a:ext cx="5041900" cy="1296988"/>
            <a:chOff x="576" y="749"/>
            <a:chExt cx="2991" cy="599"/>
          </a:xfrm>
        </p:grpSpPr>
        <p:graphicFrame>
          <p:nvGraphicFramePr>
            <p:cNvPr id="12304" name="Object 16">
              <a:extLst>
                <a:ext uri="{FF2B5EF4-FFF2-40B4-BE49-F238E27FC236}">
                  <a16:creationId xmlns:a16="http://schemas.microsoft.com/office/drawing/2014/main" id="{09AF516D-7228-AB2A-4945-86C212350D89}"/>
                </a:ext>
              </a:extLst>
            </p:cNvPr>
            <p:cNvGraphicFramePr>
              <a:graphicFrameLocks noChangeAspect="1"/>
            </p:cNvGraphicFramePr>
            <p:nvPr/>
          </p:nvGraphicFramePr>
          <p:xfrm>
            <a:off x="576" y="749"/>
            <a:ext cx="1728" cy="599"/>
          </p:xfrm>
          <a:graphic>
            <a:graphicData uri="http://schemas.openxmlformats.org/presentationml/2006/ole">
              <mc:AlternateContent xmlns:mc="http://schemas.openxmlformats.org/markup-compatibility/2006">
                <mc:Choice xmlns:v="urn:schemas-microsoft-com:vml" Requires="v">
                  <p:oleObj name="Equation" r:id="rId16" imgW="1066680" imgH="393480" progId="Equation.DSMT4">
                    <p:embed/>
                  </p:oleObj>
                </mc:Choice>
                <mc:Fallback>
                  <p:oleObj name="Equation" r:id="rId16" imgW="1066680" imgH="393480" progId="Equation.DSMT4">
                    <p:embed/>
                    <p:pic>
                      <p:nvPicPr>
                        <p:cNvPr id="0" name="Object 1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76" y="749"/>
                          <a:ext cx="1728" cy="5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305" name="Object 17">
              <a:extLst>
                <a:ext uri="{FF2B5EF4-FFF2-40B4-BE49-F238E27FC236}">
                  <a16:creationId xmlns:a16="http://schemas.microsoft.com/office/drawing/2014/main" id="{6C483346-C5D4-B583-B972-6656609CE910}"/>
                </a:ext>
              </a:extLst>
            </p:cNvPr>
            <p:cNvGraphicFramePr>
              <a:graphicFrameLocks noChangeAspect="1"/>
            </p:cNvGraphicFramePr>
            <p:nvPr/>
          </p:nvGraphicFramePr>
          <p:xfrm>
            <a:off x="2496" y="960"/>
            <a:ext cx="1071" cy="330"/>
          </p:xfrm>
          <a:graphic>
            <a:graphicData uri="http://schemas.openxmlformats.org/presentationml/2006/ole">
              <mc:AlternateContent xmlns:mc="http://schemas.openxmlformats.org/markup-compatibility/2006">
                <mc:Choice xmlns:v="urn:schemas-microsoft-com:vml" Requires="v">
                  <p:oleObj name="Equation" r:id="rId18" imgW="698400" imgH="203040" progId="Equation.DSMT4">
                    <p:embed/>
                  </p:oleObj>
                </mc:Choice>
                <mc:Fallback>
                  <p:oleObj name="Equation" r:id="rId18" imgW="698400" imgH="203040" progId="Equation.DSMT4">
                    <p:embed/>
                    <p:pic>
                      <p:nvPicPr>
                        <p:cNvPr id="0" name="Object 17"/>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496" y="960"/>
                          <a:ext cx="1071"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2306" name="Group 18">
            <a:extLst>
              <a:ext uri="{FF2B5EF4-FFF2-40B4-BE49-F238E27FC236}">
                <a16:creationId xmlns:a16="http://schemas.microsoft.com/office/drawing/2014/main" id="{FF0FFF1A-139D-9EA4-D7B2-D2EF9787A067}"/>
              </a:ext>
            </a:extLst>
          </p:cNvPr>
          <p:cNvGrpSpPr>
            <a:grpSpLocks/>
          </p:cNvGrpSpPr>
          <p:nvPr/>
        </p:nvGrpSpPr>
        <p:grpSpPr bwMode="auto">
          <a:xfrm>
            <a:off x="6084888" y="260350"/>
            <a:ext cx="3059112" cy="3095625"/>
            <a:chOff x="3984" y="624"/>
            <a:chExt cx="1456" cy="1490"/>
          </a:xfrm>
        </p:grpSpPr>
        <p:graphicFrame>
          <p:nvGraphicFramePr>
            <p:cNvPr id="12307" name="Object 19">
              <a:extLst>
                <a:ext uri="{FF2B5EF4-FFF2-40B4-BE49-F238E27FC236}">
                  <a16:creationId xmlns:a16="http://schemas.microsoft.com/office/drawing/2014/main" id="{582B6F11-7697-95FD-9637-0D6BE615B800}"/>
                </a:ext>
              </a:extLst>
            </p:cNvPr>
            <p:cNvGraphicFramePr>
              <a:graphicFrameLocks noChangeAspect="1"/>
            </p:cNvGraphicFramePr>
            <p:nvPr/>
          </p:nvGraphicFramePr>
          <p:xfrm>
            <a:off x="4018" y="1240"/>
            <a:ext cx="293" cy="245"/>
          </p:xfrm>
          <a:graphic>
            <a:graphicData uri="http://schemas.openxmlformats.org/presentationml/2006/ole">
              <mc:AlternateContent xmlns:mc="http://schemas.openxmlformats.org/markup-compatibility/2006">
                <mc:Choice xmlns:v="urn:schemas-microsoft-com:vml" Requires="v">
                  <p:oleObj name="Equation" r:id="rId20" imgW="215640" imgH="177480" progId="Equation.DSMT4">
                    <p:embed/>
                  </p:oleObj>
                </mc:Choice>
                <mc:Fallback>
                  <p:oleObj name="Equation" r:id="rId20" imgW="215640" imgH="177480" progId="Equation.DSMT4">
                    <p:embed/>
                    <p:pic>
                      <p:nvPicPr>
                        <p:cNvPr id="0" name="Object 19"/>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018" y="1240"/>
                          <a:ext cx="293" cy="2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308" name="Rectangle 20">
              <a:extLst>
                <a:ext uri="{FF2B5EF4-FFF2-40B4-BE49-F238E27FC236}">
                  <a16:creationId xmlns:a16="http://schemas.microsoft.com/office/drawing/2014/main" id="{3915CCAE-1CF0-A053-094C-4B2CAB367FDC}"/>
                </a:ext>
              </a:extLst>
            </p:cNvPr>
            <p:cNvSpPr>
              <a:spLocks noChangeArrowheads="1"/>
            </p:cNvSpPr>
            <p:nvPr/>
          </p:nvSpPr>
          <p:spPr bwMode="auto">
            <a:xfrm>
              <a:off x="4326" y="848"/>
              <a:ext cx="652" cy="1200"/>
            </a:xfrm>
            <a:prstGeom prst="rect">
              <a:avLst/>
            </a:prstGeom>
            <a:solidFill>
              <a:srgbClr val="CC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309" name="Line 21">
              <a:extLst>
                <a:ext uri="{FF2B5EF4-FFF2-40B4-BE49-F238E27FC236}">
                  <a16:creationId xmlns:a16="http://schemas.microsoft.com/office/drawing/2014/main" id="{A4659260-5C23-0FEE-1CEE-4C8A6976C013}"/>
                </a:ext>
              </a:extLst>
            </p:cNvPr>
            <p:cNvSpPr>
              <a:spLocks noChangeShapeType="1"/>
            </p:cNvSpPr>
            <p:nvPr/>
          </p:nvSpPr>
          <p:spPr bwMode="auto">
            <a:xfrm flipV="1">
              <a:off x="4647" y="708"/>
              <a:ext cx="1" cy="136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aphicFrame>
          <p:nvGraphicFramePr>
            <p:cNvPr id="12310" name="Object 22">
              <a:extLst>
                <a:ext uri="{FF2B5EF4-FFF2-40B4-BE49-F238E27FC236}">
                  <a16:creationId xmlns:a16="http://schemas.microsoft.com/office/drawing/2014/main" id="{F4E3102D-34FB-AC35-7325-294253688776}"/>
                </a:ext>
              </a:extLst>
            </p:cNvPr>
            <p:cNvGraphicFramePr>
              <a:graphicFrameLocks noChangeAspect="1"/>
            </p:cNvGraphicFramePr>
            <p:nvPr/>
          </p:nvGraphicFramePr>
          <p:xfrm>
            <a:off x="5272" y="1296"/>
            <a:ext cx="168" cy="133"/>
          </p:xfrm>
          <a:graphic>
            <a:graphicData uri="http://schemas.openxmlformats.org/presentationml/2006/ole">
              <mc:AlternateContent xmlns:mc="http://schemas.openxmlformats.org/markup-compatibility/2006">
                <mc:Choice xmlns:v="urn:schemas-microsoft-com:vml" Requires="v">
                  <p:oleObj name="Equation" r:id="rId22" imgW="355320" imgH="279360" progId="Equation.3">
                    <p:embed/>
                  </p:oleObj>
                </mc:Choice>
                <mc:Fallback>
                  <p:oleObj name="Equation" r:id="rId22" imgW="355320" imgH="279360" progId="Equation.3">
                    <p:embed/>
                    <p:pic>
                      <p:nvPicPr>
                        <p:cNvPr id="0" name="Object 22"/>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5272" y="1296"/>
                          <a:ext cx="168" cy="1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311" name="Object 23">
              <a:extLst>
                <a:ext uri="{FF2B5EF4-FFF2-40B4-BE49-F238E27FC236}">
                  <a16:creationId xmlns:a16="http://schemas.microsoft.com/office/drawing/2014/main" id="{B67E0721-263D-E515-FE65-7D9EE023B4E0}"/>
                </a:ext>
              </a:extLst>
            </p:cNvPr>
            <p:cNvGraphicFramePr>
              <a:graphicFrameLocks noChangeAspect="1"/>
            </p:cNvGraphicFramePr>
            <p:nvPr/>
          </p:nvGraphicFramePr>
          <p:xfrm>
            <a:off x="4704" y="624"/>
            <a:ext cx="288" cy="217"/>
          </p:xfrm>
          <a:graphic>
            <a:graphicData uri="http://schemas.openxmlformats.org/presentationml/2006/ole">
              <mc:AlternateContent xmlns:mc="http://schemas.openxmlformats.org/markup-compatibility/2006">
                <mc:Choice xmlns:v="urn:schemas-microsoft-com:vml" Requires="v">
                  <p:oleObj name="Equation" r:id="rId24" imgW="596880" imgH="444240" progId="Equation.3">
                    <p:embed/>
                  </p:oleObj>
                </mc:Choice>
                <mc:Fallback>
                  <p:oleObj name="Equation" r:id="rId24" imgW="596880" imgH="444240" progId="Equation.3">
                    <p:embed/>
                    <p:pic>
                      <p:nvPicPr>
                        <p:cNvPr id="0" name="Object 23"/>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4704" y="624"/>
                          <a:ext cx="288" cy="21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2312" name="Group 24">
              <a:extLst>
                <a:ext uri="{FF2B5EF4-FFF2-40B4-BE49-F238E27FC236}">
                  <a16:creationId xmlns:a16="http://schemas.microsoft.com/office/drawing/2014/main" id="{7CA1BF6B-E48E-21FA-4DB3-CD2FE6C6100A}"/>
                </a:ext>
              </a:extLst>
            </p:cNvPr>
            <p:cNvGrpSpPr>
              <a:grpSpLocks/>
            </p:cNvGrpSpPr>
            <p:nvPr/>
          </p:nvGrpSpPr>
          <p:grpSpPr bwMode="auto">
            <a:xfrm>
              <a:off x="4282" y="1413"/>
              <a:ext cx="88" cy="88"/>
              <a:chOff x="4276" y="2159"/>
              <a:chExt cx="88" cy="88"/>
            </a:xfrm>
          </p:grpSpPr>
          <p:sp>
            <p:nvSpPr>
              <p:cNvPr id="12313" name="Line 25">
                <a:extLst>
                  <a:ext uri="{FF2B5EF4-FFF2-40B4-BE49-F238E27FC236}">
                    <a16:creationId xmlns:a16="http://schemas.microsoft.com/office/drawing/2014/main" id="{203C90EA-9998-3E64-9D09-AC5F8D03DDC4}"/>
                  </a:ext>
                </a:extLst>
              </p:cNvPr>
              <p:cNvSpPr>
                <a:spLocks noChangeShapeType="1"/>
              </p:cNvSpPr>
              <p:nvPr/>
            </p:nvSpPr>
            <p:spPr bwMode="auto">
              <a:xfrm flipH="1">
                <a:off x="4276" y="2159"/>
                <a:ext cx="88" cy="88"/>
              </a:xfrm>
              <a:prstGeom prst="line">
                <a:avLst/>
              </a:prstGeom>
              <a:noFill/>
              <a:ln w="28575">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2314" name="Line 26">
                <a:extLst>
                  <a:ext uri="{FF2B5EF4-FFF2-40B4-BE49-F238E27FC236}">
                    <a16:creationId xmlns:a16="http://schemas.microsoft.com/office/drawing/2014/main" id="{9047D9D6-98C7-B7A8-42F5-93B3BAADCC4D}"/>
                  </a:ext>
                </a:extLst>
              </p:cNvPr>
              <p:cNvSpPr>
                <a:spLocks noChangeShapeType="1"/>
              </p:cNvSpPr>
              <p:nvPr/>
            </p:nvSpPr>
            <p:spPr bwMode="auto">
              <a:xfrm>
                <a:off x="4276" y="2159"/>
                <a:ext cx="88" cy="88"/>
              </a:xfrm>
              <a:prstGeom prst="line">
                <a:avLst/>
              </a:prstGeom>
              <a:noFill/>
              <a:ln w="28575">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12315" name="Line 27">
              <a:extLst>
                <a:ext uri="{FF2B5EF4-FFF2-40B4-BE49-F238E27FC236}">
                  <a16:creationId xmlns:a16="http://schemas.microsoft.com/office/drawing/2014/main" id="{1F0B0DC7-CEB2-ECF0-A5FE-77AA2437A964}"/>
                </a:ext>
              </a:extLst>
            </p:cNvPr>
            <p:cNvSpPr>
              <a:spLocks noChangeShapeType="1"/>
            </p:cNvSpPr>
            <p:nvPr/>
          </p:nvSpPr>
          <p:spPr bwMode="auto">
            <a:xfrm>
              <a:off x="4322" y="770"/>
              <a:ext cx="0" cy="1344"/>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316" name="Line 28">
              <a:extLst>
                <a:ext uri="{FF2B5EF4-FFF2-40B4-BE49-F238E27FC236}">
                  <a16:creationId xmlns:a16="http://schemas.microsoft.com/office/drawing/2014/main" id="{83587DB6-C442-99AB-FC0C-9E90D0F1E7A3}"/>
                </a:ext>
              </a:extLst>
            </p:cNvPr>
            <p:cNvSpPr>
              <a:spLocks noChangeShapeType="1"/>
            </p:cNvSpPr>
            <p:nvPr/>
          </p:nvSpPr>
          <p:spPr bwMode="auto">
            <a:xfrm>
              <a:off x="3984" y="1450"/>
              <a:ext cx="144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12317" name="Group 29">
              <a:extLst>
                <a:ext uri="{FF2B5EF4-FFF2-40B4-BE49-F238E27FC236}">
                  <a16:creationId xmlns:a16="http://schemas.microsoft.com/office/drawing/2014/main" id="{F7569CA4-8FF5-0517-AC25-58658CEE1FCB}"/>
                </a:ext>
              </a:extLst>
            </p:cNvPr>
            <p:cNvGrpSpPr>
              <a:grpSpLocks/>
            </p:cNvGrpSpPr>
            <p:nvPr/>
          </p:nvGrpSpPr>
          <p:grpSpPr bwMode="auto">
            <a:xfrm>
              <a:off x="4932" y="1412"/>
              <a:ext cx="88" cy="88"/>
              <a:chOff x="4276" y="2159"/>
              <a:chExt cx="88" cy="88"/>
            </a:xfrm>
          </p:grpSpPr>
          <p:sp>
            <p:nvSpPr>
              <p:cNvPr id="12318" name="Line 30">
                <a:extLst>
                  <a:ext uri="{FF2B5EF4-FFF2-40B4-BE49-F238E27FC236}">
                    <a16:creationId xmlns:a16="http://schemas.microsoft.com/office/drawing/2014/main" id="{91C4FB7C-4B9E-6A25-8C59-E9D946C04CD1}"/>
                  </a:ext>
                </a:extLst>
              </p:cNvPr>
              <p:cNvSpPr>
                <a:spLocks noChangeShapeType="1"/>
              </p:cNvSpPr>
              <p:nvPr/>
            </p:nvSpPr>
            <p:spPr bwMode="auto">
              <a:xfrm flipH="1">
                <a:off x="4276" y="2159"/>
                <a:ext cx="88" cy="88"/>
              </a:xfrm>
              <a:prstGeom prst="line">
                <a:avLst/>
              </a:prstGeom>
              <a:noFill/>
              <a:ln w="28575">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2319" name="Line 31">
                <a:extLst>
                  <a:ext uri="{FF2B5EF4-FFF2-40B4-BE49-F238E27FC236}">
                    <a16:creationId xmlns:a16="http://schemas.microsoft.com/office/drawing/2014/main" id="{20B5ADD3-520A-DB25-CDE9-8A6DB366DB1B}"/>
                  </a:ext>
                </a:extLst>
              </p:cNvPr>
              <p:cNvSpPr>
                <a:spLocks noChangeShapeType="1"/>
              </p:cNvSpPr>
              <p:nvPr/>
            </p:nvSpPr>
            <p:spPr bwMode="auto">
              <a:xfrm>
                <a:off x="4276" y="2159"/>
                <a:ext cx="88" cy="88"/>
              </a:xfrm>
              <a:prstGeom prst="line">
                <a:avLst/>
              </a:prstGeom>
              <a:noFill/>
              <a:ln w="28575">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12320" name="Line 32">
              <a:extLst>
                <a:ext uri="{FF2B5EF4-FFF2-40B4-BE49-F238E27FC236}">
                  <a16:creationId xmlns:a16="http://schemas.microsoft.com/office/drawing/2014/main" id="{7D55F451-F57F-442B-160E-7F622EC90512}"/>
                </a:ext>
              </a:extLst>
            </p:cNvPr>
            <p:cNvSpPr>
              <a:spLocks noChangeShapeType="1"/>
            </p:cNvSpPr>
            <p:nvPr/>
          </p:nvSpPr>
          <p:spPr bwMode="auto">
            <a:xfrm>
              <a:off x="4978" y="770"/>
              <a:ext cx="0" cy="1344"/>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aphicFrame>
          <p:nvGraphicFramePr>
            <p:cNvPr id="12321" name="Object 33">
              <a:extLst>
                <a:ext uri="{FF2B5EF4-FFF2-40B4-BE49-F238E27FC236}">
                  <a16:creationId xmlns:a16="http://schemas.microsoft.com/office/drawing/2014/main" id="{688A05F0-4203-7788-7BDF-C70E04A3E1D6}"/>
                </a:ext>
              </a:extLst>
            </p:cNvPr>
            <p:cNvGraphicFramePr>
              <a:graphicFrameLocks noChangeAspect="1"/>
            </p:cNvGraphicFramePr>
            <p:nvPr/>
          </p:nvGraphicFramePr>
          <p:xfrm>
            <a:off x="4998" y="1230"/>
            <a:ext cx="172" cy="245"/>
          </p:xfrm>
          <a:graphic>
            <a:graphicData uri="http://schemas.openxmlformats.org/presentationml/2006/ole">
              <mc:AlternateContent xmlns:mc="http://schemas.openxmlformats.org/markup-compatibility/2006">
                <mc:Choice xmlns:v="urn:schemas-microsoft-com:vml" Requires="v">
                  <p:oleObj name="Equation" r:id="rId26" imgW="126720" imgH="177480" progId="Equation.DSMT4">
                    <p:embed/>
                  </p:oleObj>
                </mc:Choice>
                <mc:Fallback>
                  <p:oleObj name="Equation" r:id="rId26" imgW="126720" imgH="177480" progId="Equation.DSMT4">
                    <p:embed/>
                    <p:pic>
                      <p:nvPicPr>
                        <p:cNvPr id="0" name="Object 33"/>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4998" y="1230"/>
                          <a:ext cx="172" cy="2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2300"/>
                                        </p:tgtEl>
                                        <p:attrNameLst>
                                          <p:attrName>style.visibility</p:attrName>
                                        </p:attrNameLst>
                                      </p:cBhvr>
                                      <p:to>
                                        <p:strVal val="visible"/>
                                      </p:to>
                                    </p:set>
                                    <p:anim calcmode="lin" valueType="num">
                                      <p:cBhvr additive="base">
                                        <p:cTn id="7" dur="500" fill="hold"/>
                                        <p:tgtEl>
                                          <p:spTgt spid="12300"/>
                                        </p:tgtEl>
                                        <p:attrNameLst>
                                          <p:attrName>ppt_x</p:attrName>
                                        </p:attrNameLst>
                                      </p:cBhvr>
                                      <p:tavLst>
                                        <p:tav tm="0">
                                          <p:val>
                                            <p:strVal val="0-#ppt_w/2"/>
                                          </p:val>
                                        </p:tav>
                                        <p:tav tm="100000">
                                          <p:val>
                                            <p:strVal val="#ppt_x"/>
                                          </p:val>
                                        </p:tav>
                                      </p:tavLst>
                                    </p:anim>
                                    <p:anim calcmode="lin" valueType="num">
                                      <p:cBhvr additive="base">
                                        <p:cTn id="8" dur="500" fill="hold"/>
                                        <p:tgtEl>
                                          <p:spTgt spid="1230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2293"/>
                                        </p:tgtEl>
                                        <p:attrNameLst>
                                          <p:attrName>style.visibility</p:attrName>
                                        </p:attrNameLst>
                                      </p:cBhvr>
                                      <p:to>
                                        <p:strVal val="visible"/>
                                      </p:to>
                                    </p:set>
                                    <p:anim calcmode="lin" valueType="num">
                                      <p:cBhvr additive="base">
                                        <p:cTn id="13" dur="500" fill="hold"/>
                                        <p:tgtEl>
                                          <p:spTgt spid="12293"/>
                                        </p:tgtEl>
                                        <p:attrNameLst>
                                          <p:attrName>ppt_x</p:attrName>
                                        </p:attrNameLst>
                                      </p:cBhvr>
                                      <p:tavLst>
                                        <p:tav tm="0">
                                          <p:val>
                                            <p:strVal val="0-#ppt_w/2"/>
                                          </p:val>
                                        </p:tav>
                                        <p:tav tm="100000">
                                          <p:val>
                                            <p:strVal val="#ppt_x"/>
                                          </p:val>
                                        </p:tav>
                                      </p:tavLst>
                                    </p:anim>
                                    <p:anim calcmode="lin" valueType="num">
                                      <p:cBhvr additive="base">
                                        <p:cTn id="14" dur="500" fill="hold"/>
                                        <p:tgtEl>
                                          <p:spTgt spid="12293"/>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2306"/>
                                        </p:tgtEl>
                                        <p:attrNameLst>
                                          <p:attrName>style.visibility</p:attrName>
                                        </p:attrNameLst>
                                      </p:cBhvr>
                                      <p:to>
                                        <p:strVal val="visible"/>
                                      </p:to>
                                    </p:set>
                                    <p:anim calcmode="lin" valueType="num">
                                      <p:cBhvr additive="base">
                                        <p:cTn id="19" dur="500" fill="hold"/>
                                        <p:tgtEl>
                                          <p:spTgt spid="12306"/>
                                        </p:tgtEl>
                                        <p:attrNameLst>
                                          <p:attrName>ppt_x</p:attrName>
                                        </p:attrNameLst>
                                      </p:cBhvr>
                                      <p:tavLst>
                                        <p:tav tm="0">
                                          <p:val>
                                            <p:strVal val="0-#ppt_w/2"/>
                                          </p:val>
                                        </p:tav>
                                        <p:tav tm="100000">
                                          <p:val>
                                            <p:strVal val="#ppt_x"/>
                                          </p:val>
                                        </p:tav>
                                      </p:tavLst>
                                    </p:anim>
                                    <p:anim calcmode="lin" valueType="num">
                                      <p:cBhvr additive="base">
                                        <p:cTn id="20" dur="500" fill="hold"/>
                                        <p:tgtEl>
                                          <p:spTgt spid="1230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865476D9-F08F-C9A6-708F-F61BC197C17F}"/>
              </a:ext>
            </a:extLst>
          </p:cNvPr>
          <p:cNvSpPr>
            <a:spLocks noRot="1" noChangeArrowheads="1"/>
          </p:cNvSpPr>
          <p:nvPr/>
        </p:nvSpPr>
        <p:spPr bwMode="auto">
          <a:xfrm>
            <a:off x="0" y="0"/>
            <a:ext cx="3744913" cy="80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gn="l"/>
            <a:r>
              <a:rPr lang="zh-CN" altLang="en-US" sz="4000" b="1">
                <a:solidFill>
                  <a:srgbClr val="760C04"/>
                </a:solidFill>
                <a:latin typeface="楷体_GB2312" pitchFamily="49" charset="-122"/>
                <a:ea typeface="楷体_GB2312" pitchFamily="49" charset="-122"/>
              </a:rPr>
              <a:t>三、零极点图</a:t>
            </a:r>
          </a:p>
        </p:txBody>
      </p:sp>
      <p:sp>
        <p:nvSpPr>
          <p:cNvPr id="106499" name="Text Box 3">
            <a:extLst>
              <a:ext uri="{FF2B5EF4-FFF2-40B4-BE49-F238E27FC236}">
                <a16:creationId xmlns:a16="http://schemas.microsoft.com/office/drawing/2014/main" id="{53B1C7E9-512D-82F0-862F-D833921E8A13}"/>
              </a:ext>
            </a:extLst>
          </p:cNvPr>
          <p:cNvSpPr txBox="1">
            <a:spLocks noChangeArrowheads="1"/>
          </p:cNvSpPr>
          <p:nvPr/>
        </p:nvSpPr>
        <p:spPr bwMode="auto">
          <a:xfrm>
            <a:off x="395288" y="1268413"/>
            <a:ext cx="8388350" cy="2563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en-US" altLang="zh-CN" sz="2800" b="1">
                <a:latin typeface="楷体_GB2312" pitchFamily="49" charset="-122"/>
                <a:ea typeface="楷体_GB2312" pitchFamily="49" charset="-122"/>
              </a:rPr>
              <a:t>    </a:t>
            </a:r>
            <a:r>
              <a:rPr lang="zh-CN" altLang="en-US" sz="3600" b="1">
                <a:solidFill>
                  <a:srgbClr val="000066"/>
                </a:solidFill>
                <a:latin typeface="楷体_GB2312" pitchFamily="49" charset="-122"/>
                <a:ea typeface="楷体_GB2312" pitchFamily="49" charset="-122"/>
              </a:rPr>
              <a:t>前面的例子给出的拉氏变换式都是关于</a:t>
            </a:r>
            <a:r>
              <a:rPr lang="en-US" altLang="zh-CN" sz="3600" b="1">
                <a:solidFill>
                  <a:srgbClr val="000066"/>
                </a:solidFill>
                <a:latin typeface="楷体_GB2312" pitchFamily="49" charset="-122"/>
                <a:ea typeface="楷体_GB2312" pitchFamily="49" charset="-122"/>
              </a:rPr>
              <a:t>s</a:t>
            </a:r>
            <a:r>
              <a:rPr lang="zh-CN" altLang="en-US" sz="3600" b="1">
                <a:solidFill>
                  <a:srgbClr val="000066"/>
                </a:solidFill>
                <a:latin typeface="楷体_GB2312" pitchFamily="49" charset="-122"/>
                <a:ea typeface="楷体_GB2312" pitchFamily="49" charset="-122"/>
              </a:rPr>
              <a:t>的两个多项式之比，这种形式的拉氏变换称为有理拉氏变换。</a:t>
            </a:r>
          </a:p>
        </p:txBody>
      </p:sp>
      <p:grpSp>
        <p:nvGrpSpPr>
          <p:cNvPr id="106500" name="Group 4">
            <a:extLst>
              <a:ext uri="{FF2B5EF4-FFF2-40B4-BE49-F238E27FC236}">
                <a16:creationId xmlns:a16="http://schemas.microsoft.com/office/drawing/2014/main" id="{30289BEC-49E6-092D-9E76-10B0441A9F9B}"/>
              </a:ext>
            </a:extLst>
          </p:cNvPr>
          <p:cNvGrpSpPr>
            <a:grpSpLocks/>
          </p:cNvGrpSpPr>
          <p:nvPr/>
        </p:nvGrpSpPr>
        <p:grpSpPr bwMode="auto">
          <a:xfrm>
            <a:off x="250825" y="4076700"/>
            <a:ext cx="7632700" cy="2303463"/>
            <a:chOff x="839" y="1752"/>
            <a:chExt cx="3402" cy="888"/>
          </a:xfrm>
        </p:grpSpPr>
        <p:pic>
          <p:nvPicPr>
            <p:cNvPr id="106501" name="Picture 5">
              <a:extLst>
                <a:ext uri="{FF2B5EF4-FFF2-40B4-BE49-F238E27FC236}">
                  <a16:creationId xmlns:a16="http://schemas.microsoft.com/office/drawing/2014/main" id="{BE5EA30D-1BA0-6F1E-CA1B-44C49D924B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1" y="1752"/>
              <a:ext cx="2730" cy="888"/>
            </a:xfrm>
            <a:prstGeom prst="rect">
              <a:avLst/>
            </a:prstGeom>
            <a:noFill/>
            <a:extLst>
              <a:ext uri="{909E8E84-426E-40DD-AFC4-6F175D3DCCD1}">
                <a14:hiddenFill xmlns:a14="http://schemas.microsoft.com/office/drawing/2010/main">
                  <a:solidFill>
                    <a:srgbClr val="FFFFFF"/>
                  </a:solidFill>
                </a14:hiddenFill>
              </a:ext>
            </a:extLst>
          </p:spPr>
        </p:pic>
        <p:sp>
          <p:nvSpPr>
            <p:cNvPr id="106502" name="Text Box 6">
              <a:extLst>
                <a:ext uri="{FF2B5EF4-FFF2-40B4-BE49-F238E27FC236}">
                  <a16:creationId xmlns:a16="http://schemas.microsoft.com/office/drawing/2014/main" id="{923E9AF1-EB84-3A40-C407-0BAE95F2120F}"/>
                </a:ext>
              </a:extLst>
            </p:cNvPr>
            <p:cNvSpPr txBox="1">
              <a:spLocks noChangeArrowheads="1"/>
            </p:cNvSpPr>
            <p:nvPr/>
          </p:nvSpPr>
          <p:spPr bwMode="auto">
            <a:xfrm>
              <a:off x="839" y="2024"/>
              <a:ext cx="726" cy="2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3600" b="1">
                  <a:solidFill>
                    <a:srgbClr val="000066"/>
                  </a:solidFill>
                  <a:latin typeface="楷体_GB2312" pitchFamily="49" charset="-122"/>
                  <a:ea typeface="楷体_GB2312" pitchFamily="49" charset="-122"/>
                </a:rPr>
                <a:t>即</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06500"/>
                                        </p:tgtEl>
                                        <p:attrNameLst>
                                          <p:attrName>style.visibility</p:attrName>
                                        </p:attrNameLst>
                                      </p:cBhvr>
                                      <p:to>
                                        <p:strVal val="visible"/>
                                      </p:to>
                                    </p:set>
                                    <p:anim calcmode="lin" valueType="num">
                                      <p:cBhvr additive="base">
                                        <p:cTn id="7" dur="500" fill="hold"/>
                                        <p:tgtEl>
                                          <p:spTgt spid="106500"/>
                                        </p:tgtEl>
                                        <p:attrNameLst>
                                          <p:attrName>ppt_x</p:attrName>
                                        </p:attrNameLst>
                                      </p:cBhvr>
                                      <p:tavLst>
                                        <p:tav tm="0">
                                          <p:val>
                                            <p:strVal val="0-#ppt_w/2"/>
                                          </p:val>
                                        </p:tav>
                                        <p:tav tm="100000">
                                          <p:val>
                                            <p:strVal val="#ppt_x"/>
                                          </p:val>
                                        </p:tav>
                                      </p:tavLst>
                                    </p:anim>
                                    <p:anim calcmode="lin" valueType="num">
                                      <p:cBhvr additive="base">
                                        <p:cTn id="8" dur="500" fill="hold"/>
                                        <p:tgtEl>
                                          <p:spTgt spid="10650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9096" name="Object 8">
            <a:extLst>
              <a:ext uri="{FF2B5EF4-FFF2-40B4-BE49-F238E27FC236}">
                <a16:creationId xmlns:a16="http://schemas.microsoft.com/office/drawing/2014/main" id="{3F95F2E4-3192-8FA4-3CD3-C53286154148}"/>
              </a:ext>
            </a:extLst>
          </p:cNvPr>
          <p:cNvGraphicFramePr>
            <a:graphicFrameLocks noChangeAspect="1"/>
          </p:cNvGraphicFramePr>
          <p:nvPr/>
        </p:nvGraphicFramePr>
        <p:xfrm>
          <a:off x="6588125" y="1125538"/>
          <a:ext cx="698500" cy="493712"/>
        </p:xfrm>
        <a:graphic>
          <a:graphicData uri="http://schemas.openxmlformats.org/presentationml/2006/ole">
            <mc:AlternateContent xmlns:mc="http://schemas.openxmlformats.org/markup-compatibility/2006">
              <mc:Choice xmlns:v="urn:schemas-microsoft-com:vml" Requires="v">
                <p:oleObj name="Equation" r:id="rId2" imgW="355320" imgH="203040" progId="Equation.DSMT4">
                  <p:embed/>
                </p:oleObj>
              </mc:Choice>
              <mc:Fallback>
                <p:oleObj name="Equation" r:id="rId2" imgW="355320" imgH="203040" progId="Equation.DSMT4">
                  <p:embed/>
                  <p:pic>
                    <p:nvPicPr>
                      <p:cNvPr id="0"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88125" y="1125538"/>
                        <a:ext cx="698500" cy="493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9098" name="Text Box 10">
            <a:extLst>
              <a:ext uri="{FF2B5EF4-FFF2-40B4-BE49-F238E27FC236}">
                <a16:creationId xmlns:a16="http://schemas.microsoft.com/office/drawing/2014/main" id="{8CBBB0B8-A5C3-51A0-B1F5-7495960FB8EC}"/>
              </a:ext>
            </a:extLst>
          </p:cNvPr>
          <p:cNvSpPr txBox="1">
            <a:spLocks noChangeArrowheads="1"/>
          </p:cNvSpPr>
          <p:nvPr/>
        </p:nvSpPr>
        <p:spPr bwMode="auto">
          <a:xfrm>
            <a:off x="250825" y="765175"/>
            <a:ext cx="8604250" cy="3387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zh-CN" altLang="en-US" sz="3600" b="1">
                <a:solidFill>
                  <a:srgbClr val="000066"/>
                </a:solidFill>
                <a:latin typeface="楷体_GB2312" pitchFamily="49" charset="-122"/>
                <a:ea typeface="楷体_GB2312" pitchFamily="49" charset="-122"/>
              </a:rPr>
              <a:t>令分子多项式       的根称为    的</a:t>
            </a:r>
            <a:r>
              <a:rPr lang="zh-CN" altLang="en-US" sz="3600" b="1">
                <a:solidFill>
                  <a:srgbClr val="760C04"/>
                </a:solidFill>
                <a:latin typeface="楷体_GB2312" pitchFamily="49" charset="-122"/>
                <a:ea typeface="楷体_GB2312" pitchFamily="49" charset="-122"/>
              </a:rPr>
              <a:t>零点</a:t>
            </a:r>
            <a:r>
              <a:rPr lang="zh-CN" altLang="en-US" sz="3600" b="1">
                <a:solidFill>
                  <a:srgbClr val="000066"/>
                </a:solidFill>
                <a:latin typeface="楷体_GB2312" pitchFamily="49" charset="-122"/>
                <a:ea typeface="楷体_GB2312" pitchFamily="49" charset="-122"/>
              </a:rPr>
              <a:t>，用  表示</a:t>
            </a:r>
          </a:p>
          <a:p>
            <a:pPr>
              <a:lnSpc>
                <a:spcPct val="150000"/>
              </a:lnSpc>
            </a:pPr>
            <a:r>
              <a:rPr lang="zh-CN" altLang="en-US" sz="3600" b="1">
                <a:solidFill>
                  <a:srgbClr val="000066"/>
                </a:solidFill>
                <a:latin typeface="楷体_GB2312" pitchFamily="49" charset="-122"/>
                <a:ea typeface="楷体_GB2312" pitchFamily="49" charset="-122"/>
              </a:rPr>
              <a:t>令分母多项式       的根称为    的</a:t>
            </a:r>
            <a:r>
              <a:rPr lang="zh-CN" altLang="en-US" sz="3600" b="1">
                <a:solidFill>
                  <a:srgbClr val="760C04"/>
                </a:solidFill>
                <a:latin typeface="楷体_GB2312" pitchFamily="49" charset="-122"/>
                <a:ea typeface="楷体_GB2312" pitchFamily="49" charset="-122"/>
              </a:rPr>
              <a:t>极点</a:t>
            </a:r>
            <a:r>
              <a:rPr lang="zh-CN" altLang="en-US" sz="3600" b="1">
                <a:solidFill>
                  <a:srgbClr val="000066"/>
                </a:solidFill>
                <a:latin typeface="楷体_GB2312" pitchFamily="49" charset="-122"/>
                <a:ea typeface="楷体_GB2312" pitchFamily="49" charset="-122"/>
              </a:rPr>
              <a:t>，用  表示</a:t>
            </a:r>
          </a:p>
        </p:txBody>
      </p:sp>
      <p:graphicFrame>
        <p:nvGraphicFramePr>
          <p:cNvPr id="89099" name="Object 11">
            <a:extLst>
              <a:ext uri="{FF2B5EF4-FFF2-40B4-BE49-F238E27FC236}">
                <a16:creationId xmlns:a16="http://schemas.microsoft.com/office/drawing/2014/main" id="{ACB46DC4-2890-4503-B24C-2CEA8F9DBF0A}"/>
              </a:ext>
            </a:extLst>
          </p:cNvPr>
          <p:cNvGraphicFramePr>
            <a:graphicFrameLocks noChangeAspect="1"/>
          </p:cNvGraphicFramePr>
          <p:nvPr/>
        </p:nvGraphicFramePr>
        <p:xfrm>
          <a:off x="6588125" y="2714625"/>
          <a:ext cx="792163" cy="560388"/>
        </p:xfrm>
        <a:graphic>
          <a:graphicData uri="http://schemas.openxmlformats.org/presentationml/2006/ole">
            <mc:AlternateContent xmlns:mc="http://schemas.openxmlformats.org/markup-compatibility/2006">
              <mc:Choice xmlns:v="urn:schemas-microsoft-com:vml" Requires="v">
                <p:oleObj name="Equation" r:id="rId4" imgW="355320" imgH="203040" progId="Equation.DSMT4">
                  <p:embed/>
                </p:oleObj>
              </mc:Choice>
              <mc:Fallback>
                <p:oleObj name="Equation" r:id="rId4" imgW="355320" imgH="203040" progId="Equation.DSMT4">
                  <p:embed/>
                  <p:pic>
                    <p:nvPicPr>
                      <p:cNvPr id="0" name="Object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88125" y="2714625"/>
                        <a:ext cx="792163" cy="560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89100" name="Picture 12">
            <a:extLst>
              <a:ext uri="{FF2B5EF4-FFF2-40B4-BE49-F238E27FC236}">
                <a16:creationId xmlns:a16="http://schemas.microsoft.com/office/drawing/2014/main" id="{C22D6AD7-BBAE-F02C-3E2B-BF627894178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76600" y="1123950"/>
            <a:ext cx="1366838" cy="463550"/>
          </a:xfrm>
          <a:prstGeom prst="rect">
            <a:avLst/>
          </a:prstGeom>
          <a:noFill/>
          <a:extLst>
            <a:ext uri="{909E8E84-426E-40DD-AFC4-6F175D3DCCD1}">
              <a14:hiddenFill xmlns:a14="http://schemas.microsoft.com/office/drawing/2010/main">
                <a:solidFill>
                  <a:srgbClr val="FFFFFF"/>
                </a:solidFill>
              </a14:hiddenFill>
            </a:ext>
          </a:extLst>
        </p:spPr>
      </p:pic>
      <p:pic>
        <p:nvPicPr>
          <p:cNvPr id="89101" name="Picture 13">
            <a:extLst>
              <a:ext uri="{FF2B5EF4-FFF2-40B4-BE49-F238E27FC236}">
                <a16:creationId xmlns:a16="http://schemas.microsoft.com/office/drawing/2014/main" id="{D2E735C9-4613-C615-5F3B-9198EB2DABF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03575" y="2708275"/>
            <a:ext cx="1368425" cy="482600"/>
          </a:xfrm>
          <a:prstGeom prst="rect">
            <a:avLst/>
          </a:prstGeom>
          <a:noFill/>
          <a:extLst>
            <a:ext uri="{909E8E84-426E-40DD-AFC4-6F175D3DCCD1}">
              <a14:hiddenFill xmlns:a14="http://schemas.microsoft.com/office/drawing/2010/main">
                <a:solidFill>
                  <a:srgbClr val="FFFFFF"/>
                </a:solidFill>
              </a14:hiddenFill>
            </a:ext>
          </a:extLst>
        </p:spPr>
      </p:pic>
      <p:sp>
        <p:nvSpPr>
          <p:cNvPr id="89102" name="Oval 14">
            <a:extLst>
              <a:ext uri="{FF2B5EF4-FFF2-40B4-BE49-F238E27FC236}">
                <a16:creationId xmlns:a16="http://schemas.microsoft.com/office/drawing/2014/main" id="{3A2A0219-49E3-1101-A01C-080FB39AC447}"/>
              </a:ext>
            </a:extLst>
          </p:cNvPr>
          <p:cNvSpPr>
            <a:spLocks noChangeArrowheads="1"/>
          </p:cNvSpPr>
          <p:nvPr/>
        </p:nvSpPr>
        <p:spPr bwMode="auto">
          <a:xfrm>
            <a:off x="1908175" y="2060575"/>
            <a:ext cx="142875" cy="144463"/>
          </a:xfrm>
          <a:prstGeom prst="ellipse">
            <a:avLst/>
          </a:prstGeom>
          <a:solidFill>
            <a:schemeClr val="bg1"/>
          </a:solidFill>
          <a:ln w="38100">
            <a:solidFill>
              <a:srgbClr val="00006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89103" name="Picture 15">
            <a:extLst>
              <a:ext uri="{FF2B5EF4-FFF2-40B4-BE49-F238E27FC236}">
                <a16:creationId xmlns:a16="http://schemas.microsoft.com/office/drawing/2014/main" id="{C18BE757-084E-23FF-9A31-CA94848E68E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08175" y="3716338"/>
            <a:ext cx="219075" cy="190500"/>
          </a:xfrm>
          <a:prstGeom prst="rect">
            <a:avLst/>
          </a:prstGeom>
          <a:noFill/>
          <a:extLst>
            <a:ext uri="{909E8E84-426E-40DD-AFC4-6F175D3DCCD1}">
              <a14:hiddenFill xmlns:a14="http://schemas.microsoft.com/office/drawing/2010/main">
                <a:solidFill>
                  <a:srgbClr val="FFFFFF"/>
                </a:solidFill>
              </a14:hiddenFill>
            </a:ext>
          </a:extLst>
        </p:spPr>
      </p:pic>
      <p:sp>
        <p:nvSpPr>
          <p:cNvPr id="89105" name="Text Box 17">
            <a:extLst>
              <a:ext uri="{FF2B5EF4-FFF2-40B4-BE49-F238E27FC236}">
                <a16:creationId xmlns:a16="http://schemas.microsoft.com/office/drawing/2014/main" id="{BA673406-B140-AD25-6241-6A51D3E9C77F}"/>
              </a:ext>
            </a:extLst>
          </p:cNvPr>
          <p:cNvSpPr txBox="1">
            <a:spLocks noChangeArrowheads="1"/>
          </p:cNvSpPr>
          <p:nvPr/>
        </p:nvSpPr>
        <p:spPr bwMode="auto">
          <a:xfrm>
            <a:off x="323850" y="4508500"/>
            <a:ext cx="8532813"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800" b="1">
                <a:solidFill>
                  <a:srgbClr val="760C04"/>
                </a:solidFill>
                <a:latin typeface="楷体_GB2312" pitchFamily="49" charset="-122"/>
                <a:ea typeface="楷体_GB2312" pitchFamily="49" charset="-122"/>
              </a:rPr>
              <a:t>    </a:t>
            </a:r>
            <a:r>
              <a:rPr lang="zh-CN" altLang="en-US" sz="3600" b="1">
                <a:solidFill>
                  <a:srgbClr val="760C04"/>
                </a:solidFill>
                <a:latin typeface="楷体_GB2312" pitchFamily="49" charset="-122"/>
                <a:ea typeface="楷体_GB2312" pitchFamily="49" charset="-122"/>
              </a:rPr>
              <a:t>的零极点图：</a:t>
            </a:r>
            <a:r>
              <a:rPr lang="zh-CN" altLang="en-US" sz="3600" b="1">
                <a:solidFill>
                  <a:srgbClr val="000066"/>
                </a:solidFill>
                <a:latin typeface="楷体_GB2312" pitchFamily="49" charset="-122"/>
                <a:ea typeface="楷体_GB2312" pitchFamily="49" charset="-122"/>
              </a:rPr>
              <a:t>在</a:t>
            </a:r>
            <a:r>
              <a:rPr lang="en-US" altLang="zh-CN" sz="3600" b="1">
                <a:solidFill>
                  <a:srgbClr val="000066"/>
                </a:solidFill>
                <a:latin typeface="楷体_GB2312" pitchFamily="49" charset="-122"/>
                <a:ea typeface="楷体_GB2312" pitchFamily="49" charset="-122"/>
              </a:rPr>
              <a:t>s</a:t>
            </a:r>
            <a:r>
              <a:rPr lang="zh-CN" altLang="en-US" sz="3600" b="1">
                <a:solidFill>
                  <a:srgbClr val="000066"/>
                </a:solidFill>
                <a:latin typeface="楷体_GB2312" pitchFamily="49" charset="-122"/>
                <a:ea typeface="楷体_GB2312" pitchFamily="49" charset="-122"/>
              </a:rPr>
              <a:t>平面标出    的零点和极点。</a:t>
            </a:r>
          </a:p>
        </p:txBody>
      </p:sp>
      <p:graphicFrame>
        <p:nvGraphicFramePr>
          <p:cNvPr id="89106" name="Object 18">
            <a:extLst>
              <a:ext uri="{FF2B5EF4-FFF2-40B4-BE49-F238E27FC236}">
                <a16:creationId xmlns:a16="http://schemas.microsoft.com/office/drawing/2014/main" id="{8CECBEB7-B433-CFB9-2BE4-5D079F7DCC00}"/>
              </a:ext>
            </a:extLst>
          </p:cNvPr>
          <p:cNvGraphicFramePr>
            <a:graphicFrameLocks noChangeAspect="1"/>
          </p:cNvGraphicFramePr>
          <p:nvPr/>
        </p:nvGraphicFramePr>
        <p:xfrm>
          <a:off x="250825" y="4508500"/>
          <a:ext cx="792163" cy="658813"/>
        </p:xfrm>
        <a:graphic>
          <a:graphicData uri="http://schemas.openxmlformats.org/presentationml/2006/ole">
            <mc:AlternateContent xmlns:mc="http://schemas.openxmlformats.org/markup-compatibility/2006">
              <mc:Choice xmlns:v="urn:schemas-microsoft-com:vml" Requires="v">
                <p:oleObj name="Equation" r:id="rId8" imgW="355320" imgH="203040" progId="Equation.DSMT4">
                  <p:embed/>
                </p:oleObj>
              </mc:Choice>
              <mc:Fallback>
                <p:oleObj name="Equation" r:id="rId8" imgW="355320" imgH="203040" progId="Equation.DSMT4">
                  <p:embed/>
                  <p:pic>
                    <p:nvPicPr>
                      <p:cNvPr id="0" name="Object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25" y="4508500"/>
                        <a:ext cx="792163" cy="658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9107" name="Object 19">
            <a:extLst>
              <a:ext uri="{FF2B5EF4-FFF2-40B4-BE49-F238E27FC236}">
                <a16:creationId xmlns:a16="http://schemas.microsoft.com/office/drawing/2014/main" id="{B02B380E-3D60-D8E1-3BD6-AB638750134F}"/>
              </a:ext>
            </a:extLst>
          </p:cNvPr>
          <p:cNvGraphicFramePr>
            <a:graphicFrameLocks noChangeAspect="1"/>
          </p:cNvGraphicFramePr>
          <p:nvPr/>
        </p:nvGraphicFramePr>
        <p:xfrm>
          <a:off x="6443663" y="4508500"/>
          <a:ext cx="865187" cy="717550"/>
        </p:xfrm>
        <a:graphic>
          <a:graphicData uri="http://schemas.openxmlformats.org/presentationml/2006/ole">
            <mc:AlternateContent xmlns:mc="http://schemas.openxmlformats.org/markup-compatibility/2006">
              <mc:Choice xmlns:v="urn:schemas-microsoft-com:vml" Requires="v">
                <p:oleObj name="Equation" r:id="rId9" imgW="355320" imgH="203040" progId="Equation.DSMT4">
                  <p:embed/>
                </p:oleObj>
              </mc:Choice>
              <mc:Fallback>
                <p:oleObj name="Equation" r:id="rId9" imgW="355320" imgH="203040" progId="Equation.DSMT4">
                  <p:embed/>
                  <p:pic>
                    <p:nvPicPr>
                      <p:cNvPr id="0" name="Object 1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43663" y="4508500"/>
                        <a:ext cx="865187" cy="717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ext Box 2">
            <a:extLst>
              <a:ext uri="{FF2B5EF4-FFF2-40B4-BE49-F238E27FC236}">
                <a16:creationId xmlns:a16="http://schemas.microsoft.com/office/drawing/2014/main" id="{8B4CEEE3-A8AD-016B-2D9F-2609DFD740FA}"/>
              </a:ext>
            </a:extLst>
          </p:cNvPr>
          <p:cNvSpPr txBox="1">
            <a:spLocks noChangeArrowheads="1"/>
          </p:cNvSpPr>
          <p:nvPr/>
        </p:nvSpPr>
        <p:spPr bwMode="auto">
          <a:xfrm>
            <a:off x="0" y="0"/>
            <a:ext cx="8929688"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zh-CN" altLang="en-US" sz="3600" b="1">
                <a:solidFill>
                  <a:srgbClr val="000066"/>
                </a:solidFill>
                <a:latin typeface="楷体_GB2312" pitchFamily="49" charset="-122"/>
                <a:ea typeface="楷体_GB2312" pitchFamily="49" charset="-122"/>
              </a:rPr>
              <a:t>例：画出                             的零极点图</a:t>
            </a:r>
          </a:p>
        </p:txBody>
      </p:sp>
      <p:graphicFrame>
        <p:nvGraphicFramePr>
          <p:cNvPr id="88067" name="Object 3">
            <a:extLst>
              <a:ext uri="{FF2B5EF4-FFF2-40B4-BE49-F238E27FC236}">
                <a16:creationId xmlns:a16="http://schemas.microsoft.com/office/drawing/2014/main" id="{93C5170B-0CF0-5E3A-F43B-3EAE454F9D4A}"/>
              </a:ext>
            </a:extLst>
          </p:cNvPr>
          <p:cNvGraphicFramePr>
            <a:graphicFrameLocks noChangeAspect="1"/>
          </p:cNvGraphicFramePr>
          <p:nvPr/>
        </p:nvGraphicFramePr>
        <p:xfrm>
          <a:off x="2051050" y="0"/>
          <a:ext cx="6408738" cy="1209675"/>
        </p:xfrm>
        <a:graphic>
          <a:graphicData uri="http://schemas.openxmlformats.org/presentationml/2006/ole">
            <mc:AlternateContent xmlns:mc="http://schemas.openxmlformats.org/markup-compatibility/2006">
              <mc:Choice xmlns:v="urn:schemas-microsoft-com:vml" Requires="v">
                <p:oleObj name="公式" r:id="rId2" imgW="2070000" imgH="419040" progId="Equation.3">
                  <p:embed/>
                </p:oleObj>
              </mc:Choice>
              <mc:Fallback>
                <p:oleObj name="公式" r:id="rId2" imgW="2070000" imgH="419040"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1050" y="0"/>
                        <a:ext cx="6408738" cy="1209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8069" name="Object 5">
            <a:extLst>
              <a:ext uri="{FF2B5EF4-FFF2-40B4-BE49-F238E27FC236}">
                <a16:creationId xmlns:a16="http://schemas.microsoft.com/office/drawing/2014/main" id="{E3E39760-1600-EE3C-9C5C-3DFA07FCEA46}"/>
              </a:ext>
            </a:extLst>
          </p:cNvPr>
          <p:cNvGraphicFramePr>
            <a:graphicFrameLocks noChangeAspect="1"/>
          </p:cNvGraphicFramePr>
          <p:nvPr>
            <p:ph sz="quarter" idx="2"/>
          </p:nvPr>
        </p:nvGraphicFramePr>
        <p:xfrm>
          <a:off x="1979613" y="2781300"/>
          <a:ext cx="865187" cy="493713"/>
        </p:xfrm>
        <a:graphic>
          <a:graphicData uri="http://schemas.openxmlformats.org/presentationml/2006/ole">
            <mc:AlternateContent xmlns:mc="http://schemas.openxmlformats.org/markup-compatibility/2006">
              <mc:Choice xmlns:v="urn:schemas-microsoft-com:vml" Requires="v">
                <p:oleObj name="Equation" r:id="rId4" imgW="355320" imgH="203040" progId="Equation.DSMT4">
                  <p:embed/>
                </p:oleObj>
              </mc:Choice>
              <mc:Fallback>
                <p:oleObj name="Equation" r:id="rId4" imgW="355320" imgH="203040"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79613" y="2781300"/>
                        <a:ext cx="865187" cy="493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8071" name="Text Box 7">
            <a:extLst>
              <a:ext uri="{FF2B5EF4-FFF2-40B4-BE49-F238E27FC236}">
                <a16:creationId xmlns:a16="http://schemas.microsoft.com/office/drawing/2014/main" id="{38607177-D0E2-28CC-3ADC-7463E4216D5F}"/>
              </a:ext>
            </a:extLst>
          </p:cNvPr>
          <p:cNvSpPr txBox="1">
            <a:spLocks noChangeArrowheads="1"/>
          </p:cNvSpPr>
          <p:nvPr/>
        </p:nvSpPr>
        <p:spPr bwMode="auto">
          <a:xfrm>
            <a:off x="0" y="1628775"/>
            <a:ext cx="9144000" cy="2563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en-US" altLang="zh-CN" sz="2800" b="1">
                <a:latin typeface="楷体_GB2312" pitchFamily="49" charset="-122"/>
                <a:ea typeface="楷体_GB2312" pitchFamily="49" charset="-122"/>
              </a:rPr>
              <a:t>    </a:t>
            </a:r>
            <a:r>
              <a:rPr lang="zh-CN" altLang="en-US" sz="3600" b="1">
                <a:solidFill>
                  <a:srgbClr val="000066"/>
                </a:solidFill>
                <a:latin typeface="楷体_GB2312" pitchFamily="49" charset="-122"/>
                <a:ea typeface="楷体_GB2312" pitchFamily="49" charset="-122"/>
              </a:rPr>
              <a:t>在有限</a:t>
            </a:r>
            <a:r>
              <a:rPr lang="en-US" altLang="zh-CN" sz="3600" b="1">
                <a:solidFill>
                  <a:srgbClr val="000066"/>
                </a:solidFill>
                <a:latin typeface="楷体_GB2312" pitchFamily="49" charset="-122"/>
                <a:ea typeface="楷体_GB2312" pitchFamily="49" charset="-122"/>
              </a:rPr>
              <a:t>S</a:t>
            </a:r>
            <a:r>
              <a:rPr lang="zh-CN" altLang="en-US" sz="3600" b="1">
                <a:solidFill>
                  <a:srgbClr val="000066"/>
                </a:solidFill>
                <a:latin typeface="楷体_GB2312" pitchFamily="49" charset="-122"/>
                <a:ea typeface="楷体_GB2312" pitchFamily="49" charset="-122"/>
              </a:rPr>
              <a:t>平面内，    的零点和极点可以完全表征    的代数表示式。（</a:t>
            </a:r>
            <a:r>
              <a:rPr lang="zh-CN" altLang="en-US" sz="3600" b="1">
                <a:solidFill>
                  <a:srgbClr val="760C04"/>
                </a:solidFill>
                <a:latin typeface="楷体_GB2312" pitchFamily="49" charset="-122"/>
                <a:ea typeface="楷体_GB2312" pitchFamily="49" charset="-122"/>
              </a:rPr>
              <a:t>常数因子除外</a:t>
            </a:r>
            <a:r>
              <a:rPr lang="zh-CN" altLang="en-US" sz="3600" b="1">
                <a:solidFill>
                  <a:srgbClr val="000066"/>
                </a:solidFill>
                <a:latin typeface="楷体_GB2312" pitchFamily="49" charset="-122"/>
                <a:ea typeface="楷体_GB2312" pitchFamily="49" charset="-122"/>
              </a:rPr>
              <a:t>）</a:t>
            </a:r>
          </a:p>
        </p:txBody>
      </p:sp>
      <p:graphicFrame>
        <p:nvGraphicFramePr>
          <p:cNvPr id="88072" name="Object 8">
            <a:extLst>
              <a:ext uri="{FF2B5EF4-FFF2-40B4-BE49-F238E27FC236}">
                <a16:creationId xmlns:a16="http://schemas.microsoft.com/office/drawing/2014/main" id="{58104841-01A7-BC3A-1A03-25DE51D06566}"/>
              </a:ext>
            </a:extLst>
          </p:cNvPr>
          <p:cNvGraphicFramePr>
            <a:graphicFrameLocks noChangeAspect="1"/>
          </p:cNvGraphicFramePr>
          <p:nvPr>
            <p:ph sz="quarter" idx="3"/>
          </p:nvPr>
        </p:nvGraphicFramePr>
        <p:xfrm>
          <a:off x="3995738" y="1963738"/>
          <a:ext cx="1081087" cy="592137"/>
        </p:xfrm>
        <a:graphic>
          <a:graphicData uri="http://schemas.openxmlformats.org/presentationml/2006/ole">
            <mc:AlternateContent xmlns:mc="http://schemas.openxmlformats.org/markup-compatibility/2006">
              <mc:Choice xmlns:v="urn:schemas-microsoft-com:vml" Requires="v">
                <p:oleObj name="Equation" r:id="rId6" imgW="355320" imgH="203040" progId="Equation.DSMT4">
                  <p:embed/>
                </p:oleObj>
              </mc:Choice>
              <mc:Fallback>
                <p:oleObj name="Equation" r:id="rId6" imgW="355320" imgH="203040" progId="Equation.DSMT4">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95738" y="1963738"/>
                        <a:ext cx="1081087" cy="592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8075" name="Text Box 11">
            <a:extLst>
              <a:ext uri="{FF2B5EF4-FFF2-40B4-BE49-F238E27FC236}">
                <a16:creationId xmlns:a16="http://schemas.microsoft.com/office/drawing/2014/main" id="{F3EA18B2-58C4-5F5A-5ECD-F6F9298A68C3}"/>
              </a:ext>
            </a:extLst>
          </p:cNvPr>
          <p:cNvSpPr txBox="1">
            <a:spLocks noChangeArrowheads="1"/>
          </p:cNvSpPr>
          <p:nvPr/>
        </p:nvSpPr>
        <p:spPr bwMode="auto">
          <a:xfrm>
            <a:off x="0" y="4294188"/>
            <a:ext cx="8929688"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zh-CN" altLang="en-US" sz="3600" b="1">
                <a:solidFill>
                  <a:srgbClr val="000066"/>
                </a:solidFill>
                <a:latin typeface="楷体_GB2312" pitchFamily="49" charset="-122"/>
                <a:ea typeface="楷体_GB2312" pitchFamily="49" charset="-122"/>
              </a:rPr>
              <a:t>例：已知    的零、极点分布如图，且                                                        	   写出     的表示式。</a:t>
            </a:r>
          </a:p>
        </p:txBody>
      </p:sp>
      <p:pic>
        <p:nvPicPr>
          <p:cNvPr id="88076" name="Picture 12">
            <a:extLst>
              <a:ext uri="{FF2B5EF4-FFF2-40B4-BE49-F238E27FC236}">
                <a16:creationId xmlns:a16="http://schemas.microsoft.com/office/drawing/2014/main" id="{68E6F85D-1575-A206-99A1-8857BECC88A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79613" y="4575175"/>
            <a:ext cx="792162" cy="546100"/>
          </a:xfrm>
          <a:prstGeom prst="rect">
            <a:avLst/>
          </a:prstGeom>
          <a:noFill/>
          <a:extLst>
            <a:ext uri="{909E8E84-426E-40DD-AFC4-6F175D3DCCD1}">
              <a14:hiddenFill xmlns:a14="http://schemas.microsoft.com/office/drawing/2010/main">
                <a:solidFill>
                  <a:srgbClr val="FFFFFF"/>
                </a:solidFill>
              </a14:hiddenFill>
            </a:ext>
          </a:extLst>
        </p:spPr>
      </p:pic>
      <p:pic>
        <p:nvPicPr>
          <p:cNvPr id="88077" name="Picture 13">
            <a:extLst>
              <a:ext uri="{FF2B5EF4-FFF2-40B4-BE49-F238E27FC236}">
                <a16:creationId xmlns:a16="http://schemas.microsoft.com/office/drawing/2014/main" id="{D9AC828A-3762-C8AB-C4B5-90AE474AA53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5445125"/>
            <a:ext cx="1655763" cy="534988"/>
          </a:xfrm>
          <a:prstGeom prst="rect">
            <a:avLst/>
          </a:prstGeom>
          <a:noFill/>
          <a:extLst>
            <a:ext uri="{909E8E84-426E-40DD-AFC4-6F175D3DCCD1}">
              <a14:hiddenFill xmlns:a14="http://schemas.microsoft.com/office/drawing/2010/main">
                <a:solidFill>
                  <a:srgbClr val="FFFFFF"/>
                </a:solidFill>
              </a14:hiddenFill>
            </a:ext>
          </a:extLst>
        </p:spPr>
      </p:pic>
      <p:pic>
        <p:nvPicPr>
          <p:cNvPr id="88078" name="Picture 14">
            <a:extLst>
              <a:ext uri="{FF2B5EF4-FFF2-40B4-BE49-F238E27FC236}">
                <a16:creationId xmlns:a16="http://schemas.microsoft.com/office/drawing/2014/main" id="{FBEE59DA-010A-348B-A903-6539DFD2E45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00338" y="5445125"/>
            <a:ext cx="936625" cy="6445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7532" name="Picture 12">
            <a:extLst>
              <a:ext uri="{FF2B5EF4-FFF2-40B4-BE49-F238E27FC236}">
                <a16:creationId xmlns:a16="http://schemas.microsoft.com/office/drawing/2014/main" id="{DA28156F-5A5C-A1AC-3766-0339B228CD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450" y="146050"/>
            <a:ext cx="6480175" cy="450691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07533" name="Object 13">
            <a:extLst>
              <a:ext uri="{FF2B5EF4-FFF2-40B4-BE49-F238E27FC236}">
                <a16:creationId xmlns:a16="http://schemas.microsoft.com/office/drawing/2014/main" id="{EB046DBA-5D34-284F-1FE8-6DB711B4D4A3}"/>
              </a:ext>
            </a:extLst>
          </p:cNvPr>
          <p:cNvGraphicFramePr>
            <a:graphicFrameLocks noChangeAspect="1"/>
          </p:cNvGraphicFramePr>
          <p:nvPr/>
        </p:nvGraphicFramePr>
        <p:xfrm>
          <a:off x="1692275" y="4941888"/>
          <a:ext cx="5335588" cy="1546225"/>
        </p:xfrm>
        <a:graphic>
          <a:graphicData uri="http://schemas.openxmlformats.org/presentationml/2006/ole">
            <mc:AlternateContent xmlns:mc="http://schemas.openxmlformats.org/markup-compatibility/2006">
              <mc:Choice xmlns:v="urn:schemas-microsoft-com:vml" Requires="v">
                <p:oleObj name="公式" r:id="rId3" imgW="1447560" imgH="419040" progId="Equation.3">
                  <p:embed/>
                </p:oleObj>
              </mc:Choice>
              <mc:Fallback>
                <p:oleObj name="公式" r:id="rId3" imgW="1447560" imgH="419040" progId="Equation.3">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2275" y="4941888"/>
                        <a:ext cx="5335588" cy="1546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4" name="Text Box 4">
            <a:extLst>
              <a:ext uri="{FF2B5EF4-FFF2-40B4-BE49-F238E27FC236}">
                <a16:creationId xmlns:a16="http://schemas.microsoft.com/office/drawing/2014/main" id="{D46B9D7F-DE10-5284-D102-7B588A1E4F08}"/>
              </a:ext>
            </a:extLst>
          </p:cNvPr>
          <p:cNvSpPr txBox="1">
            <a:spLocks noChangeArrowheads="1"/>
          </p:cNvSpPr>
          <p:nvPr/>
        </p:nvSpPr>
        <p:spPr bwMode="auto">
          <a:xfrm>
            <a:off x="0" y="0"/>
            <a:ext cx="9144000" cy="2563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en-US" altLang="zh-CN" sz="3600" b="1">
                <a:solidFill>
                  <a:srgbClr val="000066"/>
                </a:solidFill>
                <a:latin typeface="楷体_GB2312" pitchFamily="49" charset="-122"/>
                <a:ea typeface="楷体_GB2312" pitchFamily="49" charset="-122"/>
              </a:rPr>
              <a:t>    </a:t>
            </a:r>
            <a:r>
              <a:rPr lang="zh-CN" altLang="en-US" sz="3600" b="1">
                <a:solidFill>
                  <a:srgbClr val="000066"/>
                </a:solidFill>
                <a:latin typeface="楷体_GB2312" pitchFamily="49" charset="-122"/>
                <a:ea typeface="楷体_GB2312" pitchFamily="49" charset="-122"/>
              </a:rPr>
              <a:t>零极点图及其收敛域可以表示一个 	  最多与真实的    相差一个常数因子   。</a:t>
            </a:r>
          </a:p>
          <a:p>
            <a:pPr>
              <a:lnSpc>
                <a:spcPct val="150000"/>
              </a:lnSpc>
            </a:pPr>
            <a:r>
              <a:rPr lang="zh-CN" altLang="en-US" sz="3600" b="1">
                <a:solidFill>
                  <a:srgbClr val="000066"/>
                </a:solidFill>
                <a:latin typeface="楷体_GB2312" pitchFamily="49" charset="-122"/>
                <a:ea typeface="楷体_GB2312" pitchFamily="49" charset="-122"/>
              </a:rPr>
              <a:t>  因此，</a:t>
            </a:r>
            <a:r>
              <a:rPr lang="zh-CN" altLang="en-US" sz="3600" b="1">
                <a:solidFill>
                  <a:srgbClr val="760C04"/>
                </a:solidFill>
                <a:latin typeface="楷体_GB2312" pitchFamily="49" charset="-122"/>
                <a:ea typeface="楷体_GB2312" pitchFamily="49" charset="-122"/>
              </a:rPr>
              <a:t>零极点图是拉氏变换的图示方法</a:t>
            </a:r>
            <a:r>
              <a:rPr lang="zh-CN" altLang="en-US" sz="3600" b="1">
                <a:solidFill>
                  <a:srgbClr val="000066"/>
                </a:solidFill>
                <a:latin typeface="楷体_GB2312" pitchFamily="49" charset="-122"/>
                <a:ea typeface="楷体_GB2312" pitchFamily="49" charset="-122"/>
              </a:rPr>
              <a:t>。</a:t>
            </a:r>
          </a:p>
        </p:txBody>
      </p:sp>
      <p:graphicFrame>
        <p:nvGraphicFramePr>
          <p:cNvPr id="87045" name="Object 5">
            <a:extLst>
              <a:ext uri="{FF2B5EF4-FFF2-40B4-BE49-F238E27FC236}">
                <a16:creationId xmlns:a16="http://schemas.microsoft.com/office/drawing/2014/main" id="{EECE7040-1549-2CF0-DC34-36060C18E4A0}"/>
              </a:ext>
            </a:extLst>
          </p:cNvPr>
          <p:cNvGraphicFramePr>
            <a:graphicFrameLocks noChangeAspect="1"/>
          </p:cNvGraphicFramePr>
          <p:nvPr/>
        </p:nvGraphicFramePr>
        <p:xfrm>
          <a:off x="2916238" y="1133475"/>
          <a:ext cx="792162" cy="547688"/>
        </p:xfrm>
        <a:graphic>
          <a:graphicData uri="http://schemas.openxmlformats.org/presentationml/2006/ole">
            <mc:AlternateContent xmlns:mc="http://schemas.openxmlformats.org/markup-compatibility/2006">
              <mc:Choice xmlns:v="urn:schemas-microsoft-com:vml" Requires="v">
                <p:oleObj name="Equation" r:id="rId2" imgW="355320" imgH="203040" progId="Equation.DSMT4">
                  <p:embed/>
                </p:oleObj>
              </mc:Choice>
              <mc:Fallback>
                <p:oleObj name="Equation" r:id="rId2" imgW="355320" imgH="203040" progId="Equation.DSMT4">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6238" y="1133475"/>
                        <a:ext cx="792162" cy="547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7046" name="Object 6">
            <a:extLst>
              <a:ext uri="{FF2B5EF4-FFF2-40B4-BE49-F238E27FC236}">
                <a16:creationId xmlns:a16="http://schemas.microsoft.com/office/drawing/2014/main" id="{34AA331A-1E4B-B073-2701-4E44CA6E0212}"/>
              </a:ext>
            </a:extLst>
          </p:cNvPr>
          <p:cNvGraphicFramePr>
            <a:graphicFrameLocks noChangeAspect="1"/>
          </p:cNvGraphicFramePr>
          <p:nvPr/>
        </p:nvGraphicFramePr>
        <p:xfrm>
          <a:off x="7956550" y="404813"/>
          <a:ext cx="935038" cy="646112"/>
        </p:xfrm>
        <a:graphic>
          <a:graphicData uri="http://schemas.openxmlformats.org/presentationml/2006/ole">
            <mc:AlternateContent xmlns:mc="http://schemas.openxmlformats.org/markup-compatibility/2006">
              <mc:Choice xmlns:v="urn:schemas-microsoft-com:vml" Requires="v">
                <p:oleObj name="Equation" r:id="rId2" imgW="355320" imgH="203040" progId="Equation.DSMT4">
                  <p:embed/>
                </p:oleObj>
              </mc:Choice>
              <mc:Fallback>
                <p:oleObj name="Equation" r:id="rId2" imgW="355320" imgH="203040" progId="Equation.DSMT4">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6550" y="404813"/>
                        <a:ext cx="935038" cy="646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7047" name="Object 7">
            <a:extLst>
              <a:ext uri="{FF2B5EF4-FFF2-40B4-BE49-F238E27FC236}">
                <a16:creationId xmlns:a16="http://schemas.microsoft.com/office/drawing/2014/main" id="{E69EF069-A4FC-3398-518E-529E855DEBDA}"/>
              </a:ext>
            </a:extLst>
          </p:cNvPr>
          <p:cNvGraphicFramePr>
            <a:graphicFrameLocks noChangeAspect="1"/>
          </p:cNvGraphicFramePr>
          <p:nvPr/>
        </p:nvGraphicFramePr>
        <p:xfrm>
          <a:off x="7524750" y="1196975"/>
          <a:ext cx="576263" cy="490538"/>
        </p:xfrm>
        <a:graphic>
          <a:graphicData uri="http://schemas.openxmlformats.org/presentationml/2006/ole">
            <mc:AlternateContent xmlns:mc="http://schemas.openxmlformats.org/markup-compatibility/2006">
              <mc:Choice xmlns:v="urn:schemas-microsoft-com:vml" Requires="v">
                <p:oleObj name="Equation" r:id="rId4" imgW="203040" imgH="164880" progId="Equation.DSMT4">
                  <p:embed/>
                </p:oleObj>
              </mc:Choice>
              <mc:Fallback>
                <p:oleObj name="Equation" r:id="rId4" imgW="203040" imgH="164880" progId="Equation.DSMT4">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24750" y="1196975"/>
                        <a:ext cx="576263" cy="490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7049" name="Rectangle 9">
            <a:extLst>
              <a:ext uri="{FF2B5EF4-FFF2-40B4-BE49-F238E27FC236}">
                <a16:creationId xmlns:a16="http://schemas.microsoft.com/office/drawing/2014/main" id="{94C18E3D-EB22-9DD9-7C19-6CE0D7BA2889}"/>
              </a:ext>
            </a:extLst>
          </p:cNvPr>
          <p:cNvSpPr>
            <a:spLocks noChangeArrowheads="1"/>
          </p:cNvSpPr>
          <p:nvPr/>
        </p:nvSpPr>
        <p:spPr bwMode="auto">
          <a:xfrm>
            <a:off x="250825" y="2781300"/>
            <a:ext cx="8280400" cy="184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spcBef>
                <a:spcPct val="20000"/>
              </a:spcBef>
              <a:buClr>
                <a:srgbClr val="000066"/>
              </a:buClr>
              <a:buSzPct val="90000"/>
              <a:buFont typeface="Wingdings" panose="05000000000000000000" pitchFamily="2" charset="2"/>
              <a:buNone/>
            </a:pPr>
            <a:r>
              <a:rPr lang="zh-CN" altLang="en-US" sz="3600" b="1">
                <a:solidFill>
                  <a:srgbClr val="000066"/>
                </a:solidFill>
                <a:latin typeface="楷体_GB2312" pitchFamily="49" charset="-122"/>
                <a:ea typeface="楷体_GB2312" pitchFamily="49" charset="-122"/>
              </a:rPr>
              <a:t>例：画出                          </a:t>
            </a:r>
          </a:p>
          <a:p>
            <a:pPr>
              <a:lnSpc>
                <a:spcPct val="150000"/>
              </a:lnSpc>
              <a:spcBef>
                <a:spcPct val="20000"/>
              </a:spcBef>
              <a:buClr>
                <a:srgbClr val="000066"/>
              </a:buClr>
              <a:buSzPct val="90000"/>
              <a:buFont typeface="Wingdings" panose="05000000000000000000" pitchFamily="2" charset="2"/>
              <a:buNone/>
            </a:pPr>
            <a:r>
              <a:rPr lang="zh-CN" altLang="en-US" sz="3600" b="1">
                <a:solidFill>
                  <a:srgbClr val="000066"/>
                </a:solidFill>
                <a:latin typeface="楷体_GB2312" pitchFamily="49" charset="-122"/>
                <a:ea typeface="楷体_GB2312" pitchFamily="49" charset="-122"/>
              </a:rPr>
              <a:t>的零极点图</a:t>
            </a:r>
          </a:p>
        </p:txBody>
      </p:sp>
      <p:graphicFrame>
        <p:nvGraphicFramePr>
          <p:cNvPr id="87050" name="Object 10">
            <a:extLst>
              <a:ext uri="{FF2B5EF4-FFF2-40B4-BE49-F238E27FC236}">
                <a16:creationId xmlns:a16="http://schemas.microsoft.com/office/drawing/2014/main" id="{909B210F-DDCD-F366-90E7-EDA108387BEA}"/>
              </a:ext>
            </a:extLst>
          </p:cNvPr>
          <p:cNvGraphicFramePr>
            <a:graphicFrameLocks noChangeAspect="1"/>
          </p:cNvGraphicFramePr>
          <p:nvPr/>
        </p:nvGraphicFramePr>
        <p:xfrm>
          <a:off x="2555875" y="2781300"/>
          <a:ext cx="4537075" cy="1176338"/>
        </p:xfrm>
        <a:graphic>
          <a:graphicData uri="http://schemas.openxmlformats.org/presentationml/2006/ole">
            <mc:AlternateContent xmlns:mc="http://schemas.openxmlformats.org/markup-compatibility/2006">
              <mc:Choice xmlns:v="urn:schemas-microsoft-com:vml" Requires="v">
                <p:oleObj name="公式" r:id="rId6" imgW="1714320" imgH="444240" progId="Equation.3">
                  <p:embed/>
                </p:oleObj>
              </mc:Choice>
              <mc:Fallback>
                <p:oleObj name="公式" r:id="rId6" imgW="1714320" imgH="444240" progId="Equation.3">
                  <p:embed/>
                  <p:pic>
                    <p:nvPicPr>
                      <p:cNvPr id="0"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55875" y="2781300"/>
                        <a:ext cx="4537075" cy="11763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7051" name="Object 11">
            <a:extLst>
              <a:ext uri="{FF2B5EF4-FFF2-40B4-BE49-F238E27FC236}">
                <a16:creationId xmlns:a16="http://schemas.microsoft.com/office/drawing/2014/main" id="{A036EF92-2411-6201-55C3-B92EEF28D35B}"/>
              </a:ext>
            </a:extLst>
          </p:cNvPr>
          <p:cNvGraphicFramePr>
            <a:graphicFrameLocks noChangeAspect="1"/>
          </p:cNvGraphicFramePr>
          <p:nvPr/>
        </p:nvGraphicFramePr>
        <p:xfrm>
          <a:off x="971550" y="4868863"/>
          <a:ext cx="6408738" cy="1228725"/>
        </p:xfrm>
        <a:graphic>
          <a:graphicData uri="http://schemas.openxmlformats.org/presentationml/2006/ole">
            <mc:AlternateContent xmlns:mc="http://schemas.openxmlformats.org/markup-compatibility/2006">
              <mc:Choice xmlns:v="urn:schemas-microsoft-com:vml" Requires="v">
                <p:oleObj name="公式" r:id="rId8" imgW="2184120" imgH="419040" progId="Equation.3">
                  <p:embed/>
                </p:oleObj>
              </mc:Choice>
              <mc:Fallback>
                <p:oleObj name="公式" r:id="rId8" imgW="2184120" imgH="419040" progId="Equation.3">
                  <p:embed/>
                  <p:pic>
                    <p:nvPicPr>
                      <p:cNvPr id="0" name="Object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71550" y="4868863"/>
                        <a:ext cx="6408738" cy="1228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87051"/>
                                        </p:tgtEl>
                                        <p:attrNameLst>
                                          <p:attrName>style.visibility</p:attrName>
                                        </p:attrNameLst>
                                      </p:cBhvr>
                                      <p:to>
                                        <p:strVal val="visible"/>
                                      </p:to>
                                    </p:set>
                                    <p:anim calcmode="lin" valueType="num">
                                      <p:cBhvr additive="base">
                                        <p:cTn id="7" dur="500" fill="hold"/>
                                        <p:tgtEl>
                                          <p:spTgt spid="87051"/>
                                        </p:tgtEl>
                                        <p:attrNameLst>
                                          <p:attrName>ppt_x</p:attrName>
                                        </p:attrNameLst>
                                      </p:cBhvr>
                                      <p:tavLst>
                                        <p:tav tm="0">
                                          <p:val>
                                            <p:strVal val="#ppt_x"/>
                                          </p:val>
                                        </p:tav>
                                        <p:tav tm="100000">
                                          <p:val>
                                            <p:strVal val="#ppt_x"/>
                                          </p:val>
                                        </p:tav>
                                      </p:tavLst>
                                    </p:anim>
                                    <p:anim calcmode="lin" valueType="num">
                                      <p:cBhvr additive="base">
                                        <p:cTn id="8" dur="500" fill="hold"/>
                                        <p:tgtEl>
                                          <p:spTgt spid="870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4994" name="Group 2">
            <a:extLst>
              <a:ext uri="{FF2B5EF4-FFF2-40B4-BE49-F238E27FC236}">
                <a16:creationId xmlns:a16="http://schemas.microsoft.com/office/drawing/2014/main" id="{3DE08E03-3BBB-469B-48C6-CB07325614CF}"/>
              </a:ext>
            </a:extLst>
          </p:cNvPr>
          <p:cNvGrpSpPr>
            <a:grpSpLocks/>
          </p:cNvGrpSpPr>
          <p:nvPr/>
        </p:nvGrpSpPr>
        <p:grpSpPr bwMode="auto">
          <a:xfrm>
            <a:off x="250825" y="260350"/>
            <a:ext cx="4310063" cy="2498725"/>
            <a:chOff x="576" y="576"/>
            <a:chExt cx="2297" cy="1162"/>
          </a:xfrm>
        </p:grpSpPr>
        <p:sp>
          <p:nvSpPr>
            <p:cNvPr id="84995" name="Text Box 3">
              <a:extLst>
                <a:ext uri="{FF2B5EF4-FFF2-40B4-BE49-F238E27FC236}">
                  <a16:creationId xmlns:a16="http://schemas.microsoft.com/office/drawing/2014/main" id="{184B2582-3556-E5D7-B1D4-8F210D874BB9}"/>
                </a:ext>
              </a:extLst>
            </p:cNvPr>
            <p:cNvSpPr txBox="1">
              <a:spLocks noChangeArrowheads="1"/>
            </p:cNvSpPr>
            <p:nvPr/>
          </p:nvSpPr>
          <p:spPr bwMode="auto">
            <a:xfrm>
              <a:off x="576" y="607"/>
              <a:ext cx="551" cy="2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3600" b="1">
                  <a:solidFill>
                    <a:srgbClr val="000066"/>
                  </a:solidFill>
                  <a:latin typeface="Times New Roman" panose="02020603050405020304" pitchFamily="18" charset="0"/>
                  <a:ea typeface="楷体_GB2312" pitchFamily="49" charset="-122"/>
                </a:rPr>
                <a:t>例</a:t>
              </a:r>
              <a:r>
                <a:rPr lang="zh-CN" altLang="en-US" sz="2800" b="1">
                  <a:solidFill>
                    <a:srgbClr val="000066"/>
                  </a:solidFill>
                  <a:latin typeface="Times New Roman" panose="02020603050405020304" pitchFamily="18" charset="0"/>
                  <a:ea typeface="楷体_GB2312" pitchFamily="49" charset="-122"/>
                </a:rPr>
                <a:t>：</a:t>
              </a:r>
            </a:p>
          </p:txBody>
        </p:sp>
        <p:graphicFrame>
          <p:nvGraphicFramePr>
            <p:cNvPr id="84996" name="Object 4">
              <a:extLst>
                <a:ext uri="{FF2B5EF4-FFF2-40B4-BE49-F238E27FC236}">
                  <a16:creationId xmlns:a16="http://schemas.microsoft.com/office/drawing/2014/main" id="{9D473E3B-E601-D725-5E14-B40558A52A2F}"/>
                </a:ext>
              </a:extLst>
            </p:cNvPr>
            <p:cNvGraphicFramePr>
              <a:graphicFrameLocks noChangeAspect="1"/>
            </p:cNvGraphicFramePr>
            <p:nvPr/>
          </p:nvGraphicFramePr>
          <p:xfrm>
            <a:off x="1104" y="576"/>
            <a:ext cx="1769" cy="1162"/>
          </p:xfrm>
          <a:graphic>
            <a:graphicData uri="http://schemas.openxmlformats.org/presentationml/2006/ole">
              <mc:AlternateContent xmlns:mc="http://schemas.openxmlformats.org/markup-compatibility/2006">
                <mc:Choice xmlns:v="urn:schemas-microsoft-com:vml" Requires="v">
                  <p:oleObj name="Equation" r:id="rId2" imgW="1155600" imgH="812520" progId="Equation.DSMT4">
                    <p:embed/>
                  </p:oleObj>
                </mc:Choice>
                <mc:Fallback>
                  <p:oleObj name="Equation" r:id="rId2" imgW="1155600" imgH="812520" progId="Equation.DSMT4">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4" y="576"/>
                          <a:ext cx="1769" cy="1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84998" name="Text Box 6">
            <a:extLst>
              <a:ext uri="{FF2B5EF4-FFF2-40B4-BE49-F238E27FC236}">
                <a16:creationId xmlns:a16="http://schemas.microsoft.com/office/drawing/2014/main" id="{35D0E071-C84E-8E96-A05C-CBEBD1BEC27D}"/>
              </a:ext>
            </a:extLst>
          </p:cNvPr>
          <p:cNvSpPr txBox="1">
            <a:spLocks noChangeArrowheads="1"/>
          </p:cNvSpPr>
          <p:nvPr/>
        </p:nvSpPr>
        <p:spPr bwMode="auto">
          <a:xfrm>
            <a:off x="0" y="2852738"/>
            <a:ext cx="9144000" cy="3387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800100" indent="-342900">
              <a:defRPr>
                <a:solidFill>
                  <a:schemeClr val="tx1"/>
                </a:solidFill>
                <a:latin typeface="Arial" panose="020B0604020202020204" pitchFamily="34" charset="0"/>
                <a:ea typeface="宋体" panose="02010600030101010101" pitchFamily="2" charset="-122"/>
              </a:defRPr>
            </a:lvl2pPr>
            <a:lvl3pPr marL="1257300" indent="-342900">
              <a:defRPr>
                <a:solidFill>
                  <a:schemeClr val="tx1"/>
                </a:solidFill>
                <a:latin typeface="Arial" panose="020B0604020202020204" pitchFamily="34" charset="0"/>
                <a:ea typeface="宋体" panose="02010600030101010101" pitchFamily="2" charset="-122"/>
              </a:defRPr>
            </a:lvl3pPr>
            <a:lvl4pPr marL="1714500" indent="-342900">
              <a:defRPr>
                <a:solidFill>
                  <a:schemeClr val="tx1"/>
                </a:solidFill>
                <a:latin typeface="Arial" panose="020B0604020202020204" pitchFamily="34" charset="0"/>
                <a:ea typeface="宋体" panose="02010600030101010101" pitchFamily="2" charset="-122"/>
              </a:defRPr>
            </a:lvl4pPr>
            <a:lvl5pPr marL="2171700" indent="-342900">
              <a:defRPr>
                <a:solidFill>
                  <a:schemeClr val="tx1"/>
                </a:solidFill>
                <a:latin typeface="Arial" panose="020B0604020202020204" pitchFamily="34" charset="0"/>
                <a:ea typeface="宋体" panose="02010600030101010101" pitchFamily="2" charset="-122"/>
              </a:defRPr>
            </a:lvl5pPr>
            <a:lvl6pPr marL="26289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0861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5433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0005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pPr>
            <a:r>
              <a:rPr lang="zh-CN" altLang="en-US" sz="3600" b="1">
                <a:solidFill>
                  <a:srgbClr val="000066"/>
                </a:solidFill>
                <a:latin typeface="Times New Roman" panose="02020603050405020304" pitchFamily="18" charset="0"/>
                <a:ea typeface="楷体_GB2312" pitchFamily="49" charset="-122"/>
              </a:rPr>
              <a:t>可以形成三种 </a:t>
            </a:r>
            <a:r>
              <a:rPr lang="en-US" altLang="zh-CN" sz="3600" b="1">
                <a:solidFill>
                  <a:srgbClr val="000066"/>
                </a:solidFill>
                <a:latin typeface="Times New Roman" panose="02020603050405020304" pitchFamily="18" charset="0"/>
                <a:ea typeface="楷体_GB2312" pitchFamily="49" charset="-122"/>
              </a:rPr>
              <a:t>ROC</a:t>
            </a:r>
            <a:r>
              <a:rPr lang="zh-CN" altLang="en-US" sz="3600" b="1">
                <a:solidFill>
                  <a:srgbClr val="000066"/>
                </a:solidFill>
                <a:latin typeface="Times New Roman" panose="02020603050405020304" pitchFamily="18" charset="0"/>
                <a:ea typeface="楷体_GB2312" pitchFamily="49" charset="-122"/>
              </a:rPr>
              <a:t>：</a:t>
            </a:r>
          </a:p>
          <a:p>
            <a:pPr>
              <a:lnSpc>
                <a:spcPct val="150000"/>
              </a:lnSpc>
              <a:buFontTx/>
              <a:buAutoNum type="arabicParenR"/>
            </a:pPr>
            <a:r>
              <a:rPr lang="zh-CN" altLang="en-US" sz="3600" b="1">
                <a:solidFill>
                  <a:srgbClr val="000066"/>
                </a:solidFill>
                <a:latin typeface="Times New Roman" panose="02020603050405020304" pitchFamily="18" charset="0"/>
                <a:ea typeface="楷体_GB2312" pitchFamily="49" charset="-122"/>
              </a:rPr>
              <a:t>   </a:t>
            </a:r>
            <a:r>
              <a:rPr lang="en-US" altLang="zh-CN" sz="3600" b="1">
                <a:solidFill>
                  <a:srgbClr val="000066"/>
                </a:solidFill>
                <a:latin typeface="Times New Roman" panose="02020603050405020304" pitchFamily="18" charset="0"/>
                <a:ea typeface="楷体_GB2312" pitchFamily="49" charset="-122"/>
              </a:rPr>
              <a:t>ROC</a:t>
            </a:r>
            <a:r>
              <a:rPr lang="zh-CN" altLang="en-US" sz="3600" b="1">
                <a:solidFill>
                  <a:srgbClr val="000066"/>
                </a:solidFill>
                <a:latin typeface="Times New Roman" panose="02020603050405020304" pitchFamily="18" charset="0"/>
                <a:ea typeface="楷体_GB2312" pitchFamily="49" charset="-122"/>
              </a:rPr>
              <a:t>：             此时       是右边信号。</a:t>
            </a:r>
          </a:p>
          <a:p>
            <a:pPr>
              <a:lnSpc>
                <a:spcPct val="150000"/>
              </a:lnSpc>
              <a:buFontTx/>
              <a:buAutoNum type="arabicParenR"/>
            </a:pPr>
            <a:r>
              <a:rPr lang="zh-CN" altLang="en-US" sz="3600" b="1">
                <a:solidFill>
                  <a:srgbClr val="000066"/>
                </a:solidFill>
                <a:latin typeface="Times New Roman" panose="02020603050405020304" pitchFamily="18" charset="0"/>
                <a:ea typeface="楷体_GB2312" pitchFamily="49" charset="-122"/>
              </a:rPr>
              <a:t>   </a:t>
            </a:r>
            <a:r>
              <a:rPr lang="en-US" altLang="zh-CN" sz="3600" b="1">
                <a:solidFill>
                  <a:srgbClr val="000066"/>
                </a:solidFill>
                <a:latin typeface="Times New Roman" panose="02020603050405020304" pitchFamily="18" charset="0"/>
                <a:ea typeface="楷体_GB2312" pitchFamily="49" charset="-122"/>
              </a:rPr>
              <a:t>ROC</a:t>
            </a:r>
            <a:r>
              <a:rPr lang="zh-CN" altLang="en-US" sz="3600" b="1">
                <a:solidFill>
                  <a:srgbClr val="000066"/>
                </a:solidFill>
                <a:latin typeface="Times New Roman" panose="02020603050405020304" pitchFamily="18" charset="0"/>
                <a:ea typeface="楷体_GB2312" pitchFamily="49" charset="-122"/>
              </a:rPr>
              <a:t>：                   此时       是左边信号。</a:t>
            </a:r>
          </a:p>
          <a:p>
            <a:pPr>
              <a:lnSpc>
                <a:spcPct val="150000"/>
              </a:lnSpc>
              <a:buFontTx/>
              <a:buAutoNum type="arabicParenR"/>
            </a:pPr>
            <a:r>
              <a:rPr lang="zh-CN" altLang="en-US" sz="3600" b="1">
                <a:solidFill>
                  <a:srgbClr val="000066"/>
                </a:solidFill>
                <a:latin typeface="Times New Roman" panose="02020603050405020304" pitchFamily="18" charset="0"/>
                <a:ea typeface="楷体_GB2312" pitchFamily="49" charset="-122"/>
              </a:rPr>
              <a:t>   </a:t>
            </a:r>
            <a:r>
              <a:rPr lang="en-US" altLang="zh-CN" sz="3600" b="1">
                <a:solidFill>
                  <a:srgbClr val="000066"/>
                </a:solidFill>
                <a:latin typeface="Times New Roman" panose="02020603050405020304" pitchFamily="18" charset="0"/>
                <a:ea typeface="楷体_GB2312" pitchFamily="49" charset="-122"/>
              </a:rPr>
              <a:t>ROC</a:t>
            </a:r>
            <a:r>
              <a:rPr lang="zh-CN" altLang="en-US" sz="3600" b="1">
                <a:solidFill>
                  <a:srgbClr val="000066"/>
                </a:solidFill>
                <a:latin typeface="Times New Roman" panose="02020603050405020304" pitchFamily="18" charset="0"/>
                <a:ea typeface="楷体_GB2312" pitchFamily="49" charset="-122"/>
              </a:rPr>
              <a:t>：                      此时       是双边信号</a:t>
            </a:r>
          </a:p>
        </p:txBody>
      </p:sp>
      <p:graphicFrame>
        <p:nvGraphicFramePr>
          <p:cNvPr id="84999" name="Object 7">
            <a:extLst>
              <a:ext uri="{FF2B5EF4-FFF2-40B4-BE49-F238E27FC236}">
                <a16:creationId xmlns:a16="http://schemas.microsoft.com/office/drawing/2014/main" id="{FD7358C1-67A2-66FA-98B0-E94132274D87}"/>
              </a:ext>
            </a:extLst>
          </p:cNvPr>
          <p:cNvGraphicFramePr>
            <a:graphicFrameLocks noChangeAspect="1"/>
          </p:cNvGraphicFramePr>
          <p:nvPr/>
        </p:nvGraphicFramePr>
        <p:xfrm>
          <a:off x="2124075" y="4797425"/>
          <a:ext cx="2160588" cy="595313"/>
        </p:xfrm>
        <a:graphic>
          <a:graphicData uri="http://schemas.openxmlformats.org/presentationml/2006/ole">
            <mc:AlternateContent xmlns:mc="http://schemas.openxmlformats.org/markup-compatibility/2006">
              <mc:Choice xmlns:v="urn:schemas-microsoft-com:vml" Requires="v">
                <p:oleObj name="Equation" r:id="rId4" imgW="698400" imgH="203040" progId="Equation.DSMT4">
                  <p:embed/>
                </p:oleObj>
              </mc:Choice>
              <mc:Fallback>
                <p:oleObj name="Equation" r:id="rId4" imgW="698400" imgH="203040" progId="Equation.DSMT4">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24075" y="4797425"/>
                        <a:ext cx="2160588" cy="595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5000" name="Object 8">
            <a:extLst>
              <a:ext uri="{FF2B5EF4-FFF2-40B4-BE49-F238E27FC236}">
                <a16:creationId xmlns:a16="http://schemas.microsoft.com/office/drawing/2014/main" id="{193A7802-4C11-CFA2-4B89-52D1F9032390}"/>
              </a:ext>
            </a:extLst>
          </p:cNvPr>
          <p:cNvGraphicFramePr>
            <a:graphicFrameLocks noChangeAspect="1"/>
          </p:cNvGraphicFramePr>
          <p:nvPr/>
        </p:nvGraphicFramePr>
        <p:xfrm>
          <a:off x="2051050" y="4005263"/>
          <a:ext cx="1800225" cy="534987"/>
        </p:xfrm>
        <a:graphic>
          <a:graphicData uri="http://schemas.openxmlformats.org/presentationml/2006/ole">
            <mc:AlternateContent xmlns:mc="http://schemas.openxmlformats.org/markup-compatibility/2006">
              <mc:Choice xmlns:v="urn:schemas-microsoft-com:vml" Requires="v">
                <p:oleObj name="Equation" r:id="rId6" imgW="685800" imgH="203040" progId="Equation.DSMT4">
                  <p:embed/>
                </p:oleObj>
              </mc:Choice>
              <mc:Fallback>
                <p:oleObj name="Equation" r:id="rId6" imgW="685800" imgH="203040" progId="Equation.DSMT4">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51050" y="4005263"/>
                        <a:ext cx="1800225" cy="534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5001" name="Object 9">
            <a:extLst>
              <a:ext uri="{FF2B5EF4-FFF2-40B4-BE49-F238E27FC236}">
                <a16:creationId xmlns:a16="http://schemas.microsoft.com/office/drawing/2014/main" id="{C875BF87-5AC4-63BC-A3CB-B104C9C25B5A}"/>
              </a:ext>
            </a:extLst>
          </p:cNvPr>
          <p:cNvGraphicFramePr>
            <a:graphicFrameLocks noChangeAspect="1"/>
          </p:cNvGraphicFramePr>
          <p:nvPr/>
        </p:nvGraphicFramePr>
        <p:xfrm>
          <a:off x="2268538" y="5661025"/>
          <a:ext cx="2303462" cy="471488"/>
        </p:xfrm>
        <a:graphic>
          <a:graphicData uri="http://schemas.openxmlformats.org/presentationml/2006/ole">
            <mc:AlternateContent xmlns:mc="http://schemas.openxmlformats.org/markup-compatibility/2006">
              <mc:Choice xmlns:v="urn:schemas-microsoft-com:vml" Requires="v">
                <p:oleObj name="Equation" r:id="rId8" imgW="990360" imgH="203040" progId="Equation.DSMT4">
                  <p:embed/>
                </p:oleObj>
              </mc:Choice>
              <mc:Fallback>
                <p:oleObj name="Equation" r:id="rId8" imgW="990360" imgH="203040" progId="Equation.DSMT4">
                  <p:embed/>
                  <p:pic>
                    <p:nvPicPr>
                      <p:cNvPr id="0"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68538" y="5661025"/>
                        <a:ext cx="2303462" cy="471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5002" name="Object 10">
            <a:extLst>
              <a:ext uri="{FF2B5EF4-FFF2-40B4-BE49-F238E27FC236}">
                <a16:creationId xmlns:a16="http://schemas.microsoft.com/office/drawing/2014/main" id="{366D859A-07F8-5733-7B2C-93F48F7EAB2D}"/>
              </a:ext>
            </a:extLst>
          </p:cNvPr>
          <p:cNvGraphicFramePr>
            <a:graphicFrameLocks noChangeAspect="1"/>
          </p:cNvGraphicFramePr>
          <p:nvPr/>
        </p:nvGraphicFramePr>
        <p:xfrm>
          <a:off x="4716463" y="3933825"/>
          <a:ext cx="830262" cy="531813"/>
        </p:xfrm>
        <a:graphic>
          <a:graphicData uri="http://schemas.openxmlformats.org/presentationml/2006/ole">
            <mc:AlternateContent xmlns:mc="http://schemas.openxmlformats.org/markup-compatibility/2006">
              <mc:Choice xmlns:v="urn:schemas-microsoft-com:vml" Requires="v">
                <p:oleObj name="Equation" r:id="rId10" imgW="279360" imgH="203040" progId="Equation.DSMT4">
                  <p:embed/>
                </p:oleObj>
              </mc:Choice>
              <mc:Fallback>
                <p:oleObj name="Equation" r:id="rId10" imgW="279360" imgH="203040" progId="Equation.DSMT4">
                  <p:embed/>
                  <p:pic>
                    <p:nvPicPr>
                      <p:cNvPr id="0" name="Object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716463" y="3933825"/>
                        <a:ext cx="830262" cy="531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5003" name="Object 11">
            <a:extLst>
              <a:ext uri="{FF2B5EF4-FFF2-40B4-BE49-F238E27FC236}">
                <a16:creationId xmlns:a16="http://schemas.microsoft.com/office/drawing/2014/main" id="{9FBD79B6-BDDA-83CD-3FBC-EC068014E8D1}"/>
              </a:ext>
            </a:extLst>
          </p:cNvPr>
          <p:cNvGraphicFramePr>
            <a:graphicFrameLocks noChangeAspect="1"/>
          </p:cNvGraphicFramePr>
          <p:nvPr/>
        </p:nvGraphicFramePr>
        <p:xfrm>
          <a:off x="5364163" y="4797425"/>
          <a:ext cx="830262" cy="530225"/>
        </p:xfrm>
        <a:graphic>
          <a:graphicData uri="http://schemas.openxmlformats.org/presentationml/2006/ole">
            <mc:AlternateContent xmlns:mc="http://schemas.openxmlformats.org/markup-compatibility/2006">
              <mc:Choice xmlns:v="urn:schemas-microsoft-com:vml" Requires="v">
                <p:oleObj name="Equation" r:id="rId10" imgW="279360" imgH="203040" progId="Equation.DSMT4">
                  <p:embed/>
                </p:oleObj>
              </mc:Choice>
              <mc:Fallback>
                <p:oleObj name="Equation" r:id="rId10" imgW="279360" imgH="203040" progId="Equation.DSMT4">
                  <p:embed/>
                  <p:pic>
                    <p:nvPicPr>
                      <p:cNvPr id="0" name="Object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364163" y="4797425"/>
                        <a:ext cx="830262"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5004" name="Object 12">
            <a:extLst>
              <a:ext uri="{FF2B5EF4-FFF2-40B4-BE49-F238E27FC236}">
                <a16:creationId xmlns:a16="http://schemas.microsoft.com/office/drawing/2014/main" id="{D4780019-E12B-B5EB-D98B-BAD411597D06}"/>
              </a:ext>
            </a:extLst>
          </p:cNvPr>
          <p:cNvGraphicFramePr>
            <a:graphicFrameLocks noChangeAspect="1"/>
          </p:cNvGraphicFramePr>
          <p:nvPr/>
        </p:nvGraphicFramePr>
        <p:xfrm>
          <a:off x="5724525" y="5661025"/>
          <a:ext cx="830263" cy="530225"/>
        </p:xfrm>
        <a:graphic>
          <a:graphicData uri="http://schemas.openxmlformats.org/presentationml/2006/ole">
            <mc:AlternateContent xmlns:mc="http://schemas.openxmlformats.org/markup-compatibility/2006">
              <mc:Choice xmlns:v="urn:schemas-microsoft-com:vml" Requires="v">
                <p:oleObj name="Equation" r:id="rId10" imgW="279360" imgH="203040" progId="Equation.DSMT4">
                  <p:embed/>
                </p:oleObj>
              </mc:Choice>
              <mc:Fallback>
                <p:oleObj name="Equation" r:id="rId10" imgW="279360" imgH="203040" progId="Equation.DSMT4">
                  <p:embed/>
                  <p:pic>
                    <p:nvPicPr>
                      <p:cNvPr id="0" name="Object 1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724525" y="5661025"/>
                        <a:ext cx="830263"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85005" name="Group 13">
            <a:extLst>
              <a:ext uri="{FF2B5EF4-FFF2-40B4-BE49-F238E27FC236}">
                <a16:creationId xmlns:a16="http://schemas.microsoft.com/office/drawing/2014/main" id="{32845F75-BD90-A6B2-4556-1DF057E069D7}"/>
              </a:ext>
            </a:extLst>
          </p:cNvPr>
          <p:cNvGrpSpPr>
            <a:grpSpLocks/>
          </p:cNvGrpSpPr>
          <p:nvPr/>
        </p:nvGrpSpPr>
        <p:grpSpPr bwMode="auto">
          <a:xfrm>
            <a:off x="4859338" y="0"/>
            <a:ext cx="4284662" cy="3240088"/>
            <a:chOff x="3502" y="484"/>
            <a:chExt cx="1872" cy="1486"/>
          </a:xfrm>
        </p:grpSpPr>
        <p:sp>
          <p:nvSpPr>
            <p:cNvPr id="85006" name="Rectangle 14">
              <a:extLst>
                <a:ext uri="{FF2B5EF4-FFF2-40B4-BE49-F238E27FC236}">
                  <a16:creationId xmlns:a16="http://schemas.microsoft.com/office/drawing/2014/main" id="{8ACD0693-46B3-770C-0523-DEE1432EF883}"/>
                </a:ext>
              </a:extLst>
            </p:cNvPr>
            <p:cNvSpPr>
              <a:spLocks noChangeArrowheads="1"/>
            </p:cNvSpPr>
            <p:nvPr/>
          </p:nvSpPr>
          <p:spPr bwMode="auto">
            <a:xfrm>
              <a:off x="3600" y="672"/>
              <a:ext cx="480" cy="1248"/>
            </a:xfrm>
            <a:prstGeom prst="rect">
              <a:avLst/>
            </a:prstGeom>
            <a:solidFill>
              <a:srgbClr val="C4773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5007" name="Rectangle 15">
              <a:extLst>
                <a:ext uri="{FF2B5EF4-FFF2-40B4-BE49-F238E27FC236}">
                  <a16:creationId xmlns:a16="http://schemas.microsoft.com/office/drawing/2014/main" id="{05D7A20A-CE67-E644-FF41-7C1AC1EE2FA7}"/>
                </a:ext>
              </a:extLst>
            </p:cNvPr>
            <p:cNvSpPr>
              <a:spLocks noChangeArrowheads="1"/>
            </p:cNvSpPr>
            <p:nvPr/>
          </p:nvSpPr>
          <p:spPr bwMode="auto">
            <a:xfrm>
              <a:off x="4368" y="672"/>
              <a:ext cx="768" cy="1248"/>
            </a:xfrm>
            <a:prstGeom prst="rect">
              <a:avLst/>
            </a:prstGeom>
            <a:solidFill>
              <a:srgbClr val="2FE5F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5008" name="Rectangle 16">
              <a:extLst>
                <a:ext uri="{FF2B5EF4-FFF2-40B4-BE49-F238E27FC236}">
                  <a16:creationId xmlns:a16="http://schemas.microsoft.com/office/drawing/2014/main" id="{E7503B1D-09A7-E4D3-D15D-00A7420135A3}"/>
                </a:ext>
              </a:extLst>
            </p:cNvPr>
            <p:cNvSpPr>
              <a:spLocks noChangeArrowheads="1"/>
            </p:cNvSpPr>
            <p:nvPr/>
          </p:nvSpPr>
          <p:spPr bwMode="auto">
            <a:xfrm>
              <a:off x="4080" y="672"/>
              <a:ext cx="288" cy="1248"/>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5009" name="Line 17">
              <a:extLst>
                <a:ext uri="{FF2B5EF4-FFF2-40B4-BE49-F238E27FC236}">
                  <a16:creationId xmlns:a16="http://schemas.microsoft.com/office/drawing/2014/main" id="{593FDB79-1C93-65B0-FCC1-80F1F33922DB}"/>
                </a:ext>
              </a:extLst>
            </p:cNvPr>
            <p:cNvSpPr>
              <a:spLocks noChangeShapeType="1"/>
            </p:cNvSpPr>
            <p:nvPr/>
          </p:nvSpPr>
          <p:spPr bwMode="auto">
            <a:xfrm>
              <a:off x="3502" y="1318"/>
              <a:ext cx="1872" cy="0"/>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5010" name="Line 18">
              <a:extLst>
                <a:ext uri="{FF2B5EF4-FFF2-40B4-BE49-F238E27FC236}">
                  <a16:creationId xmlns:a16="http://schemas.microsoft.com/office/drawing/2014/main" id="{215EB4D4-2E47-23EB-A085-B5DA726E310A}"/>
                </a:ext>
              </a:extLst>
            </p:cNvPr>
            <p:cNvSpPr>
              <a:spLocks noChangeShapeType="1"/>
            </p:cNvSpPr>
            <p:nvPr/>
          </p:nvSpPr>
          <p:spPr bwMode="auto">
            <a:xfrm flipV="1">
              <a:off x="4608" y="576"/>
              <a:ext cx="0" cy="1392"/>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85011" name="Group 19">
              <a:extLst>
                <a:ext uri="{FF2B5EF4-FFF2-40B4-BE49-F238E27FC236}">
                  <a16:creationId xmlns:a16="http://schemas.microsoft.com/office/drawing/2014/main" id="{B5B18280-55DF-1C25-6562-44DFFED50AD9}"/>
                </a:ext>
              </a:extLst>
            </p:cNvPr>
            <p:cNvGrpSpPr>
              <a:grpSpLocks/>
            </p:cNvGrpSpPr>
            <p:nvPr/>
          </p:nvGrpSpPr>
          <p:grpSpPr bwMode="auto">
            <a:xfrm>
              <a:off x="4320" y="1270"/>
              <a:ext cx="88" cy="88"/>
              <a:chOff x="4276" y="2159"/>
              <a:chExt cx="88" cy="88"/>
            </a:xfrm>
          </p:grpSpPr>
          <p:sp>
            <p:nvSpPr>
              <p:cNvPr id="85012" name="Line 20">
                <a:extLst>
                  <a:ext uri="{FF2B5EF4-FFF2-40B4-BE49-F238E27FC236}">
                    <a16:creationId xmlns:a16="http://schemas.microsoft.com/office/drawing/2014/main" id="{01255B7A-F611-01A2-D837-7E852298DDBA}"/>
                  </a:ext>
                </a:extLst>
              </p:cNvPr>
              <p:cNvSpPr>
                <a:spLocks noChangeShapeType="1"/>
              </p:cNvSpPr>
              <p:nvPr/>
            </p:nvSpPr>
            <p:spPr bwMode="auto">
              <a:xfrm flipH="1">
                <a:off x="4276" y="2159"/>
                <a:ext cx="88" cy="88"/>
              </a:xfrm>
              <a:prstGeom prst="line">
                <a:avLst/>
              </a:prstGeom>
              <a:noFill/>
              <a:ln w="28575">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85013" name="Line 21">
                <a:extLst>
                  <a:ext uri="{FF2B5EF4-FFF2-40B4-BE49-F238E27FC236}">
                    <a16:creationId xmlns:a16="http://schemas.microsoft.com/office/drawing/2014/main" id="{97CAC5B9-41A4-9D4A-B387-A7FFAA50D065}"/>
                  </a:ext>
                </a:extLst>
              </p:cNvPr>
              <p:cNvSpPr>
                <a:spLocks noChangeShapeType="1"/>
              </p:cNvSpPr>
              <p:nvPr/>
            </p:nvSpPr>
            <p:spPr bwMode="auto">
              <a:xfrm>
                <a:off x="4276" y="2159"/>
                <a:ext cx="88" cy="88"/>
              </a:xfrm>
              <a:prstGeom prst="line">
                <a:avLst/>
              </a:prstGeom>
              <a:noFill/>
              <a:ln w="28575">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85014" name="Group 22">
              <a:extLst>
                <a:ext uri="{FF2B5EF4-FFF2-40B4-BE49-F238E27FC236}">
                  <a16:creationId xmlns:a16="http://schemas.microsoft.com/office/drawing/2014/main" id="{75F49845-468E-0F26-6C24-D276458B7B99}"/>
                </a:ext>
              </a:extLst>
            </p:cNvPr>
            <p:cNvGrpSpPr>
              <a:grpSpLocks/>
            </p:cNvGrpSpPr>
            <p:nvPr/>
          </p:nvGrpSpPr>
          <p:grpSpPr bwMode="auto">
            <a:xfrm>
              <a:off x="4032" y="1270"/>
              <a:ext cx="88" cy="88"/>
              <a:chOff x="4276" y="2159"/>
              <a:chExt cx="88" cy="88"/>
            </a:xfrm>
          </p:grpSpPr>
          <p:sp>
            <p:nvSpPr>
              <p:cNvPr id="85015" name="Line 23">
                <a:extLst>
                  <a:ext uri="{FF2B5EF4-FFF2-40B4-BE49-F238E27FC236}">
                    <a16:creationId xmlns:a16="http://schemas.microsoft.com/office/drawing/2014/main" id="{8BF103CF-0F13-6B46-02C1-21509BFD4985}"/>
                  </a:ext>
                </a:extLst>
              </p:cNvPr>
              <p:cNvSpPr>
                <a:spLocks noChangeShapeType="1"/>
              </p:cNvSpPr>
              <p:nvPr/>
            </p:nvSpPr>
            <p:spPr bwMode="auto">
              <a:xfrm flipH="1">
                <a:off x="4276" y="2159"/>
                <a:ext cx="88" cy="88"/>
              </a:xfrm>
              <a:prstGeom prst="line">
                <a:avLst/>
              </a:prstGeom>
              <a:noFill/>
              <a:ln w="28575">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85016" name="Line 24">
                <a:extLst>
                  <a:ext uri="{FF2B5EF4-FFF2-40B4-BE49-F238E27FC236}">
                    <a16:creationId xmlns:a16="http://schemas.microsoft.com/office/drawing/2014/main" id="{66C5338C-023A-0DCA-A1DD-C140C916DDD0}"/>
                  </a:ext>
                </a:extLst>
              </p:cNvPr>
              <p:cNvSpPr>
                <a:spLocks noChangeShapeType="1"/>
              </p:cNvSpPr>
              <p:nvPr/>
            </p:nvSpPr>
            <p:spPr bwMode="auto">
              <a:xfrm>
                <a:off x="4276" y="2159"/>
                <a:ext cx="88" cy="88"/>
              </a:xfrm>
              <a:prstGeom prst="line">
                <a:avLst/>
              </a:prstGeom>
              <a:noFill/>
              <a:ln w="28575">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aphicFrame>
          <p:nvGraphicFramePr>
            <p:cNvPr id="85017" name="Object 25">
              <a:extLst>
                <a:ext uri="{FF2B5EF4-FFF2-40B4-BE49-F238E27FC236}">
                  <a16:creationId xmlns:a16="http://schemas.microsoft.com/office/drawing/2014/main" id="{790E99D9-31A5-7B90-1CCA-B56618525884}"/>
                </a:ext>
              </a:extLst>
            </p:cNvPr>
            <p:cNvGraphicFramePr>
              <a:graphicFrameLocks noChangeAspect="1"/>
            </p:cNvGraphicFramePr>
            <p:nvPr/>
          </p:nvGraphicFramePr>
          <p:xfrm>
            <a:off x="5182" y="1166"/>
            <a:ext cx="168" cy="133"/>
          </p:xfrm>
          <a:graphic>
            <a:graphicData uri="http://schemas.openxmlformats.org/presentationml/2006/ole">
              <mc:AlternateContent xmlns:mc="http://schemas.openxmlformats.org/markup-compatibility/2006">
                <mc:Choice xmlns:v="urn:schemas-microsoft-com:vml" Requires="v">
                  <p:oleObj name="Equation" r:id="rId12" imgW="355320" imgH="279360" progId="Equation.3">
                    <p:embed/>
                  </p:oleObj>
                </mc:Choice>
                <mc:Fallback>
                  <p:oleObj name="Equation" r:id="rId12" imgW="355320" imgH="279360" progId="Equation.3">
                    <p:embed/>
                    <p:pic>
                      <p:nvPicPr>
                        <p:cNvPr id="0" name="Object 2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182" y="1166"/>
                          <a:ext cx="168" cy="1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5018" name="Object 26">
              <a:extLst>
                <a:ext uri="{FF2B5EF4-FFF2-40B4-BE49-F238E27FC236}">
                  <a16:creationId xmlns:a16="http://schemas.microsoft.com/office/drawing/2014/main" id="{D016267B-7BA5-FBFB-9E86-4EB3C53618CA}"/>
                </a:ext>
              </a:extLst>
            </p:cNvPr>
            <p:cNvGraphicFramePr>
              <a:graphicFrameLocks noChangeAspect="1"/>
            </p:cNvGraphicFramePr>
            <p:nvPr/>
          </p:nvGraphicFramePr>
          <p:xfrm>
            <a:off x="4654" y="484"/>
            <a:ext cx="288" cy="217"/>
          </p:xfrm>
          <a:graphic>
            <a:graphicData uri="http://schemas.openxmlformats.org/presentationml/2006/ole">
              <mc:AlternateContent xmlns:mc="http://schemas.openxmlformats.org/markup-compatibility/2006">
                <mc:Choice xmlns:v="urn:schemas-microsoft-com:vml" Requires="v">
                  <p:oleObj name="Equation" r:id="rId14" imgW="596880" imgH="444240" progId="Equation.3">
                    <p:embed/>
                  </p:oleObj>
                </mc:Choice>
                <mc:Fallback>
                  <p:oleObj name="Equation" r:id="rId14" imgW="596880" imgH="444240" progId="Equation.3">
                    <p:embed/>
                    <p:pic>
                      <p:nvPicPr>
                        <p:cNvPr id="0" name="Object 2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654" y="484"/>
                          <a:ext cx="288" cy="21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5019" name="Line 27">
              <a:extLst>
                <a:ext uri="{FF2B5EF4-FFF2-40B4-BE49-F238E27FC236}">
                  <a16:creationId xmlns:a16="http://schemas.microsoft.com/office/drawing/2014/main" id="{C963099A-E3A8-3DE1-2441-C5883B3A117D}"/>
                </a:ext>
              </a:extLst>
            </p:cNvPr>
            <p:cNvSpPr>
              <a:spLocks noChangeShapeType="1"/>
            </p:cNvSpPr>
            <p:nvPr/>
          </p:nvSpPr>
          <p:spPr bwMode="auto">
            <a:xfrm flipV="1">
              <a:off x="4080" y="614"/>
              <a:ext cx="0" cy="1344"/>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5020" name="Line 28">
              <a:extLst>
                <a:ext uri="{FF2B5EF4-FFF2-40B4-BE49-F238E27FC236}">
                  <a16:creationId xmlns:a16="http://schemas.microsoft.com/office/drawing/2014/main" id="{7C537CA2-1A82-032B-5ED5-AD94E9282035}"/>
                </a:ext>
              </a:extLst>
            </p:cNvPr>
            <p:cNvSpPr>
              <a:spLocks noChangeShapeType="1"/>
            </p:cNvSpPr>
            <p:nvPr/>
          </p:nvSpPr>
          <p:spPr bwMode="auto">
            <a:xfrm flipV="1">
              <a:off x="4368" y="626"/>
              <a:ext cx="0" cy="1344"/>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aphicFrame>
          <p:nvGraphicFramePr>
            <p:cNvPr id="85021" name="Object 29">
              <a:extLst>
                <a:ext uri="{FF2B5EF4-FFF2-40B4-BE49-F238E27FC236}">
                  <a16:creationId xmlns:a16="http://schemas.microsoft.com/office/drawing/2014/main" id="{68726BF7-40A3-0455-9DD2-A601F3A8454E}"/>
                </a:ext>
              </a:extLst>
            </p:cNvPr>
            <p:cNvGraphicFramePr>
              <a:graphicFrameLocks noChangeAspect="1"/>
            </p:cNvGraphicFramePr>
            <p:nvPr/>
          </p:nvGraphicFramePr>
          <p:xfrm>
            <a:off x="4368" y="1318"/>
            <a:ext cx="208" cy="169"/>
          </p:xfrm>
          <a:graphic>
            <a:graphicData uri="http://schemas.openxmlformats.org/presentationml/2006/ole">
              <mc:AlternateContent xmlns:mc="http://schemas.openxmlformats.org/markup-compatibility/2006">
                <mc:Choice xmlns:v="urn:schemas-microsoft-com:vml" Requires="v">
                  <p:oleObj name="Equation" r:id="rId16" imgW="203040" imgH="164880" progId="Equation.DSMT4">
                    <p:embed/>
                  </p:oleObj>
                </mc:Choice>
                <mc:Fallback>
                  <p:oleObj name="Equation" r:id="rId16" imgW="203040" imgH="164880" progId="Equation.DSMT4">
                    <p:embed/>
                    <p:pic>
                      <p:nvPicPr>
                        <p:cNvPr id="0" name="Object 2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368" y="1318"/>
                          <a:ext cx="208" cy="16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5022" name="Object 30">
              <a:extLst>
                <a:ext uri="{FF2B5EF4-FFF2-40B4-BE49-F238E27FC236}">
                  <a16:creationId xmlns:a16="http://schemas.microsoft.com/office/drawing/2014/main" id="{3B56EC17-F372-D932-6B29-6D03F0FFD962}"/>
                </a:ext>
              </a:extLst>
            </p:cNvPr>
            <p:cNvGraphicFramePr>
              <a:graphicFrameLocks noChangeAspect="1"/>
            </p:cNvGraphicFramePr>
            <p:nvPr/>
          </p:nvGraphicFramePr>
          <p:xfrm>
            <a:off x="3840" y="1346"/>
            <a:ext cx="208" cy="169"/>
          </p:xfrm>
          <a:graphic>
            <a:graphicData uri="http://schemas.openxmlformats.org/presentationml/2006/ole">
              <mc:AlternateContent xmlns:mc="http://schemas.openxmlformats.org/markup-compatibility/2006">
                <mc:Choice xmlns:v="urn:schemas-microsoft-com:vml" Requires="v">
                  <p:oleObj name="Equation" r:id="rId18" imgW="203040" imgH="164880" progId="Equation.DSMT4">
                    <p:embed/>
                  </p:oleObj>
                </mc:Choice>
                <mc:Fallback>
                  <p:oleObj name="Equation" r:id="rId18" imgW="203040" imgH="164880" progId="Equation.DSMT4">
                    <p:embed/>
                    <p:pic>
                      <p:nvPicPr>
                        <p:cNvPr id="0" name="Object 3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840" y="1346"/>
                          <a:ext cx="208" cy="16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85005"/>
                                        </p:tgtEl>
                                        <p:attrNameLst>
                                          <p:attrName>style.visibility</p:attrName>
                                        </p:attrNameLst>
                                      </p:cBhvr>
                                      <p:to>
                                        <p:strVal val="visible"/>
                                      </p:to>
                                    </p:set>
                                    <p:anim calcmode="lin" valueType="num">
                                      <p:cBhvr additive="base">
                                        <p:cTn id="7" dur="500" fill="hold"/>
                                        <p:tgtEl>
                                          <p:spTgt spid="85005"/>
                                        </p:tgtEl>
                                        <p:attrNameLst>
                                          <p:attrName>ppt_x</p:attrName>
                                        </p:attrNameLst>
                                      </p:cBhvr>
                                      <p:tavLst>
                                        <p:tav tm="0">
                                          <p:val>
                                            <p:strVal val="0-#ppt_w/2"/>
                                          </p:val>
                                        </p:tav>
                                        <p:tav tm="100000">
                                          <p:val>
                                            <p:strVal val="#ppt_x"/>
                                          </p:val>
                                        </p:tav>
                                      </p:tavLst>
                                    </p:anim>
                                    <p:anim calcmode="lin" valueType="num">
                                      <p:cBhvr additive="base">
                                        <p:cTn id="8" dur="500" fill="hold"/>
                                        <p:tgtEl>
                                          <p:spTgt spid="8500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6C682BCB-9CC2-90E7-E123-1C09CCEED5E0}"/>
              </a:ext>
            </a:extLst>
          </p:cNvPr>
          <p:cNvSpPr>
            <a:spLocks noRot="1" noChangeArrowheads="1"/>
          </p:cNvSpPr>
          <p:nvPr/>
        </p:nvSpPr>
        <p:spPr bwMode="auto">
          <a:xfrm>
            <a:off x="827088" y="908050"/>
            <a:ext cx="6477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gn="l"/>
            <a:r>
              <a:rPr lang="en-US" altLang="zh-CN" sz="2800" b="1">
                <a:solidFill>
                  <a:srgbClr val="000066"/>
                </a:solidFill>
                <a:latin typeface="Times New Roman" panose="02020603050405020304" pitchFamily="18" charset="0"/>
                <a:ea typeface="楷体_GB2312" pitchFamily="49" charset="-122"/>
              </a:rPr>
              <a:t>Properties  of  the  Laplace  Transform</a:t>
            </a:r>
          </a:p>
        </p:txBody>
      </p:sp>
      <p:sp>
        <p:nvSpPr>
          <p:cNvPr id="83971" name="Rectangle 3">
            <a:extLst>
              <a:ext uri="{FF2B5EF4-FFF2-40B4-BE49-F238E27FC236}">
                <a16:creationId xmlns:a16="http://schemas.microsoft.com/office/drawing/2014/main" id="{AA7D4C55-C81E-7507-4A52-5F3EAC6E3A3C}"/>
              </a:ext>
            </a:extLst>
          </p:cNvPr>
          <p:cNvSpPr>
            <a:spLocks noRot="1" noChangeArrowheads="1"/>
          </p:cNvSpPr>
          <p:nvPr/>
        </p:nvSpPr>
        <p:spPr bwMode="auto">
          <a:xfrm>
            <a:off x="685800" y="4038600"/>
            <a:ext cx="8458200" cy="228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609600">
              <a:spcBef>
                <a:spcPct val="20000"/>
              </a:spcBef>
              <a:buChar char="•"/>
              <a:defRPr sz="3200">
                <a:solidFill>
                  <a:schemeClr val="tx1"/>
                </a:solidFill>
                <a:latin typeface="Arial" panose="020B0604020202020204" pitchFamily="34" charset="0"/>
                <a:ea typeface="宋体" panose="02010600030101010101" pitchFamily="2" charset="-122"/>
              </a:defRPr>
            </a:lvl1pPr>
            <a:lvl2pPr marL="990600" indent="-533400">
              <a:spcBef>
                <a:spcPct val="20000"/>
              </a:spcBef>
              <a:buChar char="–"/>
              <a:defRPr sz="2800">
                <a:solidFill>
                  <a:schemeClr val="tx1"/>
                </a:solidFill>
                <a:latin typeface="Arial" panose="020B0604020202020204" pitchFamily="34" charset="0"/>
                <a:ea typeface="宋体" panose="02010600030101010101" pitchFamily="2" charset="-122"/>
              </a:defRPr>
            </a:lvl2pPr>
            <a:lvl3pPr marL="1371600" indent="-457200">
              <a:spcBef>
                <a:spcPct val="20000"/>
              </a:spcBef>
              <a:buChar char="•"/>
              <a:defRPr sz="2400">
                <a:solidFill>
                  <a:schemeClr val="tx1"/>
                </a:solidFill>
                <a:latin typeface="Arial" panose="020B0604020202020204" pitchFamily="34" charset="0"/>
                <a:ea typeface="宋体" panose="02010600030101010101" pitchFamily="2" charset="-122"/>
              </a:defRPr>
            </a:lvl3pPr>
            <a:lvl4pPr marL="1752600" indent="-381000">
              <a:spcBef>
                <a:spcPct val="20000"/>
              </a:spcBef>
              <a:buChar char="–"/>
              <a:defRPr sz="2000">
                <a:solidFill>
                  <a:schemeClr val="tx1"/>
                </a:solidFill>
                <a:latin typeface="Arial" panose="020B0604020202020204" pitchFamily="34" charset="0"/>
                <a:ea typeface="宋体" panose="02010600030101010101" pitchFamily="2" charset="-122"/>
              </a:defRPr>
            </a:lvl4pPr>
            <a:lvl5pPr marL="2209800" indent="-381000">
              <a:spcBef>
                <a:spcPct val="20000"/>
              </a:spcBef>
              <a:buChar char="»"/>
              <a:defRPr sz="2000">
                <a:solidFill>
                  <a:schemeClr val="tx1"/>
                </a:solidFill>
                <a:latin typeface="Arial" panose="020B0604020202020204" pitchFamily="34" charset="0"/>
                <a:ea typeface="宋体" panose="02010600030101010101" pitchFamily="2" charset="-122"/>
              </a:defRPr>
            </a:lvl5pPr>
            <a:lvl6pPr marL="2667000" indent="-381000" fontAlgn="base">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3124200" indent="-381000" fontAlgn="base">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581400" indent="-381000" fontAlgn="base">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4038600" indent="-381000" fontAlgn="base">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20000"/>
              </a:lnSpc>
              <a:buFontTx/>
              <a:buNone/>
            </a:pPr>
            <a:endParaRPr lang="en-US" altLang="zh-CN" b="1">
              <a:latin typeface="楷体_GB2312" pitchFamily="49" charset="-122"/>
              <a:ea typeface="楷体_GB2312" pitchFamily="49" charset="-122"/>
            </a:endParaRPr>
          </a:p>
          <a:p>
            <a:pPr>
              <a:lnSpc>
                <a:spcPct val="90000"/>
              </a:lnSpc>
              <a:buFontTx/>
              <a:buNone/>
            </a:pPr>
            <a:endParaRPr lang="en-US" altLang="zh-CN" b="1">
              <a:latin typeface="楷体_GB2312" pitchFamily="49" charset="-122"/>
              <a:ea typeface="楷体_GB2312" pitchFamily="49" charset="-122"/>
            </a:endParaRPr>
          </a:p>
          <a:p>
            <a:pPr>
              <a:lnSpc>
                <a:spcPct val="90000"/>
              </a:lnSpc>
              <a:buFontTx/>
              <a:buNone/>
            </a:pPr>
            <a:endParaRPr lang="en-US" altLang="zh-CN" b="1">
              <a:latin typeface="楷体_GB2312" pitchFamily="49" charset="-122"/>
              <a:ea typeface="楷体_GB2312" pitchFamily="49" charset="-122"/>
            </a:endParaRPr>
          </a:p>
          <a:p>
            <a:pPr>
              <a:lnSpc>
                <a:spcPct val="90000"/>
              </a:lnSpc>
              <a:buFontTx/>
              <a:buNone/>
            </a:pPr>
            <a:endParaRPr lang="en-US" altLang="zh-CN" b="1">
              <a:latin typeface="楷体_GB2312" pitchFamily="49" charset="-122"/>
              <a:ea typeface="楷体_GB2312" pitchFamily="49" charset="-122"/>
            </a:endParaRPr>
          </a:p>
        </p:txBody>
      </p:sp>
      <p:grpSp>
        <p:nvGrpSpPr>
          <p:cNvPr id="83972" name="Group 4">
            <a:extLst>
              <a:ext uri="{FF2B5EF4-FFF2-40B4-BE49-F238E27FC236}">
                <a16:creationId xmlns:a16="http://schemas.microsoft.com/office/drawing/2014/main" id="{739C3AD5-E219-B53B-709E-8AEFC7CD554D}"/>
              </a:ext>
            </a:extLst>
          </p:cNvPr>
          <p:cNvGrpSpPr>
            <a:grpSpLocks/>
          </p:cNvGrpSpPr>
          <p:nvPr/>
        </p:nvGrpSpPr>
        <p:grpSpPr bwMode="auto">
          <a:xfrm>
            <a:off x="611188" y="5203825"/>
            <a:ext cx="7273925" cy="1322388"/>
            <a:chOff x="1056" y="3196"/>
            <a:chExt cx="3840" cy="862"/>
          </a:xfrm>
        </p:grpSpPr>
        <p:graphicFrame>
          <p:nvGraphicFramePr>
            <p:cNvPr id="83973" name="Object 5">
              <a:extLst>
                <a:ext uri="{FF2B5EF4-FFF2-40B4-BE49-F238E27FC236}">
                  <a16:creationId xmlns:a16="http://schemas.microsoft.com/office/drawing/2014/main" id="{49FF8351-5905-9BF4-1DB7-98DFF40C1571}"/>
                </a:ext>
              </a:extLst>
            </p:cNvPr>
            <p:cNvGraphicFramePr>
              <a:graphicFrameLocks noChangeAspect="1"/>
            </p:cNvGraphicFramePr>
            <p:nvPr/>
          </p:nvGraphicFramePr>
          <p:xfrm>
            <a:off x="1440" y="3259"/>
            <a:ext cx="3456" cy="363"/>
          </p:xfrm>
          <a:graphic>
            <a:graphicData uri="http://schemas.openxmlformats.org/presentationml/2006/ole">
              <mc:AlternateContent xmlns:mc="http://schemas.openxmlformats.org/markup-compatibility/2006">
                <mc:Choice xmlns:v="urn:schemas-microsoft-com:vml" Requires="v">
                  <p:oleObj name="Equation" r:id="rId2" imgW="2057400" imgH="215640" progId="Equation.DSMT4">
                    <p:embed/>
                  </p:oleObj>
                </mc:Choice>
                <mc:Fallback>
                  <p:oleObj name="Equation" r:id="rId2" imgW="2057400" imgH="215640" progId="Equation.DSMT4">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0" y="3259"/>
                          <a:ext cx="3456"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3974" name="Text Box 6">
              <a:extLst>
                <a:ext uri="{FF2B5EF4-FFF2-40B4-BE49-F238E27FC236}">
                  <a16:creationId xmlns:a16="http://schemas.microsoft.com/office/drawing/2014/main" id="{372C522F-71F6-CB99-2F81-A4FCA7EA671C}"/>
                </a:ext>
              </a:extLst>
            </p:cNvPr>
            <p:cNvSpPr txBox="1">
              <a:spLocks noChangeArrowheads="1"/>
            </p:cNvSpPr>
            <p:nvPr/>
          </p:nvSpPr>
          <p:spPr bwMode="auto">
            <a:xfrm>
              <a:off x="1056" y="3196"/>
              <a:ext cx="339" cy="4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000066"/>
                  </a:solidFill>
                  <a:latin typeface="楷体_GB2312" pitchFamily="49" charset="-122"/>
                  <a:ea typeface="楷体_GB2312" pitchFamily="49" charset="-122"/>
                </a:rPr>
                <a:t>则</a:t>
              </a:r>
            </a:p>
          </p:txBody>
        </p:sp>
        <p:grpSp>
          <p:nvGrpSpPr>
            <p:cNvPr id="83975" name="Group 7">
              <a:extLst>
                <a:ext uri="{FF2B5EF4-FFF2-40B4-BE49-F238E27FC236}">
                  <a16:creationId xmlns:a16="http://schemas.microsoft.com/office/drawing/2014/main" id="{E59BA65C-0797-1ABE-1CC3-B11E6E171729}"/>
                </a:ext>
              </a:extLst>
            </p:cNvPr>
            <p:cNvGrpSpPr>
              <a:grpSpLocks/>
            </p:cNvGrpSpPr>
            <p:nvPr/>
          </p:nvGrpSpPr>
          <p:grpSpPr bwMode="auto">
            <a:xfrm>
              <a:off x="1708" y="3640"/>
              <a:ext cx="2040" cy="418"/>
              <a:chOff x="1708" y="3640"/>
              <a:chExt cx="2040" cy="418"/>
            </a:xfrm>
          </p:grpSpPr>
          <p:sp>
            <p:nvSpPr>
              <p:cNvPr id="83976" name="Text Box 8">
                <a:extLst>
                  <a:ext uri="{FF2B5EF4-FFF2-40B4-BE49-F238E27FC236}">
                    <a16:creationId xmlns:a16="http://schemas.microsoft.com/office/drawing/2014/main" id="{9A4DE4A3-6831-51F7-6FFD-8825F3780EAA}"/>
                  </a:ext>
                </a:extLst>
              </p:cNvPr>
              <p:cNvSpPr txBox="1">
                <a:spLocks noChangeArrowheads="1"/>
              </p:cNvSpPr>
              <p:nvPr/>
            </p:nvSpPr>
            <p:spPr bwMode="auto">
              <a:xfrm>
                <a:off x="1708" y="3640"/>
                <a:ext cx="1118" cy="4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b="1">
                    <a:solidFill>
                      <a:srgbClr val="760C04"/>
                    </a:solidFill>
                    <a:latin typeface="Times New Roman" panose="02020603050405020304" pitchFamily="18" charset="0"/>
                    <a:ea typeface="楷体_GB2312" pitchFamily="49" charset="-122"/>
                  </a:rPr>
                  <a:t>ROC</a:t>
                </a:r>
                <a:r>
                  <a:rPr lang="zh-CN" altLang="en-US" sz="3600" b="1">
                    <a:solidFill>
                      <a:srgbClr val="760C04"/>
                    </a:solidFill>
                    <a:latin typeface="Times New Roman" panose="02020603050405020304" pitchFamily="18" charset="0"/>
                    <a:ea typeface="楷体_GB2312" pitchFamily="49" charset="-122"/>
                  </a:rPr>
                  <a:t>包括</a:t>
                </a:r>
              </a:p>
            </p:txBody>
          </p:sp>
          <p:graphicFrame>
            <p:nvGraphicFramePr>
              <p:cNvPr id="83977" name="Object 9">
                <a:extLst>
                  <a:ext uri="{FF2B5EF4-FFF2-40B4-BE49-F238E27FC236}">
                    <a16:creationId xmlns:a16="http://schemas.microsoft.com/office/drawing/2014/main" id="{826A4E77-B080-000E-83F2-DA6DB240C36D}"/>
                  </a:ext>
                </a:extLst>
              </p:cNvPr>
              <p:cNvGraphicFramePr>
                <a:graphicFrameLocks noChangeAspect="1"/>
              </p:cNvGraphicFramePr>
              <p:nvPr/>
            </p:nvGraphicFramePr>
            <p:xfrm>
              <a:off x="2970" y="3709"/>
              <a:ext cx="778" cy="348"/>
            </p:xfrm>
            <a:graphic>
              <a:graphicData uri="http://schemas.openxmlformats.org/presentationml/2006/ole">
                <mc:AlternateContent xmlns:mc="http://schemas.openxmlformats.org/markup-compatibility/2006">
                  <mc:Choice xmlns:v="urn:schemas-microsoft-com:vml" Requires="v">
                    <p:oleObj name="Equation" r:id="rId4" imgW="482400" imgH="215640" progId="Equation.DSMT4">
                      <p:embed/>
                    </p:oleObj>
                  </mc:Choice>
                  <mc:Fallback>
                    <p:oleObj name="Equation" r:id="rId4" imgW="482400" imgH="215640" progId="Equation.DSMT4">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70" y="3709"/>
                            <a:ext cx="778" cy="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sp>
        <p:nvSpPr>
          <p:cNvPr id="83979" name="Rectangle 11">
            <a:extLst>
              <a:ext uri="{FF2B5EF4-FFF2-40B4-BE49-F238E27FC236}">
                <a16:creationId xmlns:a16="http://schemas.microsoft.com/office/drawing/2014/main" id="{6F1271CD-A52F-CE49-DF78-C299ECC74B0B}"/>
              </a:ext>
            </a:extLst>
          </p:cNvPr>
          <p:cNvSpPr>
            <a:spLocks noChangeArrowheads="1"/>
          </p:cNvSpPr>
          <p:nvPr/>
        </p:nvSpPr>
        <p:spPr bwMode="auto">
          <a:xfrm>
            <a:off x="250825" y="234950"/>
            <a:ext cx="451326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4000" b="1">
                <a:solidFill>
                  <a:srgbClr val="000066"/>
                </a:solidFill>
                <a:latin typeface="Times New Roman" panose="02020603050405020304" pitchFamily="18" charset="0"/>
                <a:ea typeface="楷体_GB2312" pitchFamily="49" charset="-122"/>
              </a:rPr>
              <a:t>9.2 </a:t>
            </a:r>
            <a:r>
              <a:rPr lang="zh-CN" altLang="en-US" sz="4000" b="1">
                <a:solidFill>
                  <a:srgbClr val="000066"/>
                </a:solidFill>
                <a:latin typeface="Times New Roman" panose="02020603050405020304" pitchFamily="18" charset="0"/>
                <a:ea typeface="楷体_GB2312" pitchFamily="49" charset="-122"/>
              </a:rPr>
              <a:t>拉氏变换的性质</a:t>
            </a:r>
          </a:p>
        </p:txBody>
      </p:sp>
      <p:sp>
        <p:nvSpPr>
          <p:cNvPr id="83980" name="Rectangle 12">
            <a:extLst>
              <a:ext uri="{FF2B5EF4-FFF2-40B4-BE49-F238E27FC236}">
                <a16:creationId xmlns:a16="http://schemas.microsoft.com/office/drawing/2014/main" id="{25B75E20-B423-9C46-D6D5-262FF31211CF}"/>
              </a:ext>
            </a:extLst>
          </p:cNvPr>
          <p:cNvSpPr>
            <a:spLocks noChangeArrowheads="1"/>
          </p:cNvSpPr>
          <p:nvPr/>
        </p:nvSpPr>
        <p:spPr bwMode="auto">
          <a:xfrm>
            <a:off x="250825" y="1484313"/>
            <a:ext cx="8642350"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spcBef>
                <a:spcPct val="20000"/>
              </a:spcBef>
              <a:buClr>
                <a:srgbClr val="000066"/>
              </a:buClr>
              <a:buSzPct val="90000"/>
              <a:buFont typeface="Wingdings" panose="05000000000000000000" pitchFamily="2" charset="2"/>
              <a:buChar char="v"/>
            </a:pPr>
            <a:r>
              <a:rPr lang="en-US" altLang="zh-CN" sz="3600" b="1">
                <a:solidFill>
                  <a:srgbClr val="000066"/>
                </a:solidFill>
                <a:latin typeface="楷体_GB2312" pitchFamily="49" charset="-122"/>
                <a:ea typeface="楷体_GB2312" pitchFamily="49" charset="-122"/>
              </a:rPr>
              <a:t> </a:t>
            </a:r>
            <a:r>
              <a:rPr lang="zh-CN" altLang="en-US" sz="3600" b="1">
                <a:solidFill>
                  <a:srgbClr val="000066"/>
                </a:solidFill>
                <a:latin typeface="楷体_GB2312" pitchFamily="49" charset="-122"/>
                <a:ea typeface="楷体_GB2312" pitchFamily="49" charset="-122"/>
              </a:rPr>
              <a:t>拉氏变换与傅氏变换一样具有很多重要的性质。这里只着重于</a:t>
            </a:r>
            <a:r>
              <a:rPr lang="en-US" altLang="zh-CN" sz="3600" b="1">
                <a:solidFill>
                  <a:srgbClr val="760C04"/>
                </a:solidFill>
                <a:latin typeface="Times New Roman" panose="02020603050405020304" pitchFamily="18" charset="0"/>
                <a:ea typeface="楷体_GB2312" pitchFamily="49" charset="-122"/>
              </a:rPr>
              <a:t>ROC</a:t>
            </a:r>
            <a:r>
              <a:rPr lang="zh-CN" altLang="en-US" sz="3600" b="1">
                <a:solidFill>
                  <a:srgbClr val="000066"/>
                </a:solidFill>
                <a:latin typeface="楷体_GB2312" pitchFamily="49" charset="-122"/>
                <a:ea typeface="楷体_GB2312" pitchFamily="49" charset="-122"/>
              </a:rPr>
              <a:t>的讨论。</a:t>
            </a:r>
          </a:p>
        </p:txBody>
      </p:sp>
      <p:sp>
        <p:nvSpPr>
          <p:cNvPr id="83981" name="Rectangle 13">
            <a:extLst>
              <a:ext uri="{FF2B5EF4-FFF2-40B4-BE49-F238E27FC236}">
                <a16:creationId xmlns:a16="http://schemas.microsoft.com/office/drawing/2014/main" id="{57CA3F43-DB55-86A9-FB7B-B1F6C38516CD}"/>
              </a:ext>
            </a:extLst>
          </p:cNvPr>
          <p:cNvSpPr>
            <a:spLocks noChangeArrowheads="1"/>
          </p:cNvSpPr>
          <p:nvPr/>
        </p:nvSpPr>
        <p:spPr bwMode="auto">
          <a:xfrm>
            <a:off x="395288" y="3073400"/>
            <a:ext cx="4038600" cy="750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20000"/>
              </a:lnSpc>
              <a:spcBef>
                <a:spcPct val="20000"/>
              </a:spcBef>
              <a:buClr>
                <a:schemeClr val="hlink"/>
              </a:buClr>
              <a:buSzPct val="75000"/>
              <a:buFont typeface="Wingdings" panose="05000000000000000000" pitchFamily="2" charset="2"/>
              <a:buNone/>
            </a:pPr>
            <a:r>
              <a:rPr lang="en-US" altLang="zh-CN" sz="2800" b="1">
                <a:solidFill>
                  <a:srgbClr val="760C04"/>
                </a:solidFill>
                <a:latin typeface="Times New Roman" panose="02020603050405020304" pitchFamily="18" charset="0"/>
                <a:ea typeface="楷体_GB2312" pitchFamily="49" charset="-122"/>
              </a:rPr>
              <a:t>1. </a:t>
            </a:r>
            <a:r>
              <a:rPr lang="zh-CN" altLang="en-US" sz="3600" b="1">
                <a:solidFill>
                  <a:srgbClr val="760C04"/>
                </a:solidFill>
                <a:latin typeface="Times New Roman" panose="02020603050405020304" pitchFamily="18" charset="0"/>
                <a:ea typeface="楷体_GB2312" pitchFamily="49" charset="-122"/>
              </a:rPr>
              <a:t>线性</a:t>
            </a:r>
            <a:r>
              <a:rPr lang="zh-CN" altLang="en-US" sz="2800" b="1">
                <a:solidFill>
                  <a:srgbClr val="760C04"/>
                </a:solidFill>
                <a:latin typeface="Times New Roman" panose="02020603050405020304" pitchFamily="18" charset="0"/>
                <a:ea typeface="楷体_GB2312" pitchFamily="49" charset="-122"/>
              </a:rPr>
              <a:t>（</a:t>
            </a:r>
            <a:r>
              <a:rPr lang="en-US" altLang="zh-CN" sz="2800" b="1">
                <a:solidFill>
                  <a:srgbClr val="760C04"/>
                </a:solidFill>
                <a:latin typeface="Times New Roman" panose="02020603050405020304" pitchFamily="18" charset="0"/>
                <a:ea typeface="楷体_GB2312" pitchFamily="49" charset="-122"/>
              </a:rPr>
              <a:t>Linearity </a:t>
            </a:r>
            <a:r>
              <a:rPr lang="zh-CN" altLang="en-US" sz="2800" b="1">
                <a:solidFill>
                  <a:srgbClr val="760C04"/>
                </a:solidFill>
                <a:latin typeface="Times New Roman" panose="02020603050405020304" pitchFamily="18" charset="0"/>
                <a:ea typeface="楷体_GB2312" pitchFamily="49" charset="-122"/>
              </a:rPr>
              <a:t>）：</a:t>
            </a:r>
          </a:p>
        </p:txBody>
      </p:sp>
      <p:grpSp>
        <p:nvGrpSpPr>
          <p:cNvPr id="83982" name="Group 14">
            <a:extLst>
              <a:ext uri="{FF2B5EF4-FFF2-40B4-BE49-F238E27FC236}">
                <a16:creationId xmlns:a16="http://schemas.microsoft.com/office/drawing/2014/main" id="{88B70E59-3CB2-BA5C-7060-EAFB546150BE}"/>
              </a:ext>
            </a:extLst>
          </p:cNvPr>
          <p:cNvGrpSpPr>
            <a:grpSpLocks/>
          </p:cNvGrpSpPr>
          <p:nvPr/>
        </p:nvGrpSpPr>
        <p:grpSpPr bwMode="auto">
          <a:xfrm>
            <a:off x="1752600" y="3781425"/>
            <a:ext cx="5556250" cy="1376363"/>
            <a:chOff x="1104" y="2382"/>
            <a:chExt cx="3312" cy="796"/>
          </a:xfrm>
        </p:grpSpPr>
        <p:graphicFrame>
          <p:nvGraphicFramePr>
            <p:cNvPr id="83983" name="Object 15">
              <a:extLst>
                <a:ext uri="{FF2B5EF4-FFF2-40B4-BE49-F238E27FC236}">
                  <a16:creationId xmlns:a16="http://schemas.microsoft.com/office/drawing/2014/main" id="{7508883D-1FF9-6997-E026-43C2B4E58ECB}"/>
                </a:ext>
              </a:extLst>
            </p:cNvPr>
            <p:cNvGraphicFramePr>
              <a:graphicFrameLocks noChangeAspect="1"/>
            </p:cNvGraphicFramePr>
            <p:nvPr/>
          </p:nvGraphicFramePr>
          <p:xfrm>
            <a:off x="1584" y="2448"/>
            <a:ext cx="1536" cy="329"/>
          </p:xfrm>
          <a:graphic>
            <a:graphicData uri="http://schemas.openxmlformats.org/presentationml/2006/ole">
              <mc:AlternateContent xmlns:mc="http://schemas.openxmlformats.org/markup-compatibility/2006">
                <mc:Choice xmlns:v="urn:schemas-microsoft-com:vml" Requires="v">
                  <p:oleObj name="Equation" r:id="rId6" imgW="927000" imgH="215640" progId="Equation.DSMT4">
                    <p:embed/>
                  </p:oleObj>
                </mc:Choice>
                <mc:Fallback>
                  <p:oleObj name="Equation" r:id="rId6" imgW="927000" imgH="215640" progId="Equation.DSMT4">
                    <p:embed/>
                    <p:pic>
                      <p:nvPicPr>
                        <p:cNvPr id="0" name="Object 1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84" y="2448"/>
                          <a:ext cx="1536" cy="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3984" name="Object 16">
              <a:extLst>
                <a:ext uri="{FF2B5EF4-FFF2-40B4-BE49-F238E27FC236}">
                  <a16:creationId xmlns:a16="http://schemas.microsoft.com/office/drawing/2014/main" id="{C88A887B-86F7-37B2-81EF-4F28E8D613DC}"/>
                </a:ext>
              </a:extLst>
            </p:cNvPr>
            <p:cNvGraphicFramePr>
              <a:graphicFrameLocks noChangeAspect="1"/>
            </p:cNvGraphicFramePr>
            <p:nvPr/>
          </p:nvGraphicFramePr>
          <p:xfrm>
            <a:off x="3504" y="2491"/>
            <a:ext cx="912" cy="293"/>
          </p:xfrm>
          <a:graphic>
            <a:graphicData uri="http://schemas.openxmlformats.org/presentationml/2006/ole">
              <mc:AlternateContent xmlns:mc="http://schemas.openxmlformats.org/markup-compatibility/2006">
                <mc:Choice xmlns:v="urn:schemas-microsoft-com:vml" Requires="v">
                  <p:oleObj name="Equation" r:id="rId8" imgW="571320" imgH="215640" progId="Equation.DSMT4">
                    <p:embed/>
                  </p:oleObj>
                </mc:Choice>
                <mc:Fallback>
                  <p:oleObj name="Equation" r:id="rId8" imgW="571320" imgH="215640" progId="Equation.DSMT4">
                    <p:embed/>
                    <p:pic>
                      <p:nvPicPr>
                        <p:cNvPr id="0" name="Object 1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04" y="2491"/>
                          <a:ext cx="912" cy="2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3985" name="Object 17">
              <a:extLst>
                <a:ext uri="{FF2B5EF4-FFF2-40B4-BE49-F238E27FC236}">
                  <a16:creationId xmlns:a16="http://schemas.microsoft.com/office/drawing/2014/main" id="{DDB0AB38-5506-575B-F807-18335767FB2A}"/>
                </a:ext>
              </a:extLst>
            </p:cNvPr>
            <p:cNvGraphicFramePr>
              <a:graphicFrameLocks noChangeAspect="1"/>
            </p:cNvGraphicFramePr>
            <p:nvPr/>
          </p:nvGraphicFramePr>
          <p:xfrm>
            <a:off x="1584" y="2832"/>
            <a:ext cx="1440" cy="331"/>
          </p:xfrm>
          <a:graphic>
            <a:graphicData uri="http://schemas.openxmlformats.org/presentationml/2006/ole">
              <mc:AlternateContent xmlns:mc="http://schemas.openxmlformats.org/markup-compatibility/2006">
                <mc:Choice xmlns:v="urn:schemas-microsoft-com:vml" Requires="v">
                  <p:oleObj name="Equation" r:id="rId10" imgW="952200" imgH="215640" progId="Equation.DSMT4">
                    <p:embed/>
                  </p:oleObj>
                </mc:Choice>
                <mc:Fallback>
                  <p:oleObj name="Equation" r:id="rId10" imgW="952200" imgH="215640" progId="Equation.DSMT4">
                    <p:embed/>
                    <p:pic>
                      <p:nvPicPr>
                        <p:cNvPr id="0" name="Object 1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584" y="2832"/>
                          <a:ext cx="1440" cy="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3986" name="Object 18">
              <a:extLst>
                <a:ext uri="{FF2B5EF4-FFF2-40B4-BE49-F238E27FC236}">
                  <a16:creationId xmlns:a16="http://schemas.microsoft.com/office/drawing/2014/main" id="{5308C692-4855-992F-F828-DF79687D0D21}"/>
                </a:ext>
              </a:extLst>
            </p:cNvPr>
            <p:cNvGraphicFramePr>
              <a:graphicFrameLocks noChangeAspect="1"/>
            </p:cNvGraphicFramePr>
            <p:nvPr/>
          </p:nvGraphicFramePr>
          <p:xfrm>
            <a:off x="3504" y="2864"/>
            <a:ext cx="864" cy="314"/>
          </p:xfrm>
          <a:graphic>
            <a:graphicData uri="http://schemas.openxmlformats.org/presentationml/2006/ole">
              <mc:AlternateContent xmlns:mc="http://schemas.openxmlformats.org/markup-compatibility/2006">
                <mc:Choice xmlns:v="urn:schemas-microsoft-com:vml" Requires="v">
                  <p:oleObj name="Equation" r:id="rId12" imgW="583920" imgH="215640" progId="Equation.DSMT4">
                    <p:embed/>
                  </p:oleObj>
                </mc:Choice>
                <mc:Fallback>
                  <p:oleObj name="Equation" r:id="rId12" imgW="583920" imgH="215640" progId="Equation.DSMT4">
                    <p:embed/>
                    <p:pic>
                      <p:nvPicPr>
                        <p:cNvPr id="0" name="Object 1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504" y="2864"/>
                          <a:ext cx="864" cy="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3987" name="Rectangle 19">
              <a:extLst>
                <a:ext uri="{FF2B5EF4-FFF2-40B4-BE49-F238E27FC236}">
                  <a16:creationId xmlns:a16="http://schemas.microsoft.com/office/drawing/2014/main" id="{6322F372-A40B-9D9D-FC8E-DCEE0AF0CA62}"/>
                </a:ext>
              </a:extLst>
            </p:cNvPr>
            <p:cNvSpPr>
              <a:spLocks noChangeArrowheads="1"/>
            </p:cNvSpPr>
            <p:nvPr/>
          </p:nvSpPr>
          <p:spPr bwMode="auto">
            <a:xfrm>
              <a:off x="1104" y="2382"/>
              <a:ext cx="405" cy="3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3600" b="1">
                  <a:solidFill>
                    <a:srgbClr val="000066"/>
                  </a:solidFill>
                  <a:latin typeface="楷体_GB2312" pitchFamily="49" charset="-122"/>
                  <a:ea typeface="楷体_GB2312" pitchFamily="49" charset="-122"/>
                </a:rPr>
                <a:t>若</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3980"/>
                                        </p:tgtEl>
                                        <p:attrNameLst>
                                          <p:attrName>style.visibility</p:attrName>
                                        </p:attrNameLst>
                                      </p:cBhvr>
                                      <p:to>
                                        <p:strVal val="visible"/>
                                      </p:to>
                                    </p:set>
                                    <p:anim calcmode="lin" valueType="num">
                                      <p:cBhvr additive="base">
                                        <p:cTn id="7" dur="500" fill="hold"/>
                                        <p:tgtEl>
                                          <p:spTgt spid="83980"/>
                                        </p:tgtEl>
                                        <p:attrNameLst>
                                          <p:attrName>ppt_x</p:attrName>
                                        </p:attrNameLst>
                                      </p:cBhvr>
                                      <p:tavLst>
                                        <p:tav tm="0">
                                          <p:val>
                                            <p:strVal val="0-#ppt_w/2"/>
                                          </p:val>
                                        </p:tav>
                                        <p:tav tm="100000">
                                          <p:val>
                                            <p:strVal val="#ppt_x"/>
                                          </p:val>
                                        </p:tav>
                                      </p:tavLst>
                                    </p:anim>
                                    <p:anim calcmode="lin" valueType="num">
                                      <p:cBhvr additive="base">
                                        <p:cTn id="8" dur="500" fill="hold"/>
                                        <p:tgtEl>
                                          <p:spTgt spid="8398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3981"/>
                                        </p:tgtEl>
                                        <p:attrNameLst>
                                          <p:attrName>style.visibility</p:attrName>
                                        </p:attrNameLst>
                                      </p:cBhvr>
                                      <p:to>
                                        <p:strVal val="visible"/>
                                      </p:to>
                                    </p:set>
                                    <p:anim calcmode="lin" valueType="num">
                                      <p:cBhvr additive="base">
                                        <p:cTn id="13" dur="500" fill="hold"/>
                                        <p:tgtEl>
                                          <p:spTgt spid="83981"/>
                                        </p:tgtEl>
                                        <p:attrNameLst>
                                          <p:attrName>ppt_x</p:attrName>
                                        </p:attrNameLst>
                                      </p:cBhvr>
                                      <p:tavLst>
                                        <p:tav tm="0">
                                          <p:val>
                                            <p:strVal val="0-#ppt_w/2"/>
                                          </p:val>
                                        </p:tav>
                                        <p:tav tm="100000">
                                          <p:val>
                                            <p:strVal val="#ppt_x"/>
                                          </p:val>
                                        </p:tav>
                                      </p:tavLst>
                                    </p:anim>
                                    <p:anim calcmode="lin" valueType="num">
                                      <p:cBhvr additive="base">
                                        <p:cTn id="14" dur="500" fill="hold"/>
                                        <p:tgtEl>
                                          <p:spTgt spid="83981"/>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83982"/>
                                        </p:tgtEl>
                                        <p:attrNameLst>
                                          <p:attrName>style.visibility</p:attrName>
                                        </p:attrNameLst>
                                      </p:cBhvr>
                                      <p:to>
                                        <p:strVal val="visible"/>
                                      </p:to>
                                    </p:set>
                                    <p:anim calcmode="lin" valueType="num">
                                      <p:cBhvr additive="base">
                                        <p:cTn id="19" dur="500" fill="hold"/>
                                        <p:tgtEl>
                                          <p:spTgt spid="83982"/>
                                        </p:tgtEl>
                                        <p:attrNameLst>
                                          <p:attrName>ppt_x</p:attrName>
                                        </p:attrNameLst>
                                      </p:cBhvr>
                                      <p:tavLst>
                                        <p:tav tm="0">
                                          <p:val>
                                            <p:strVal val="0-#ppt_w/2"/>
                                          </p:val>
                                        </p:tav>
                                        <p:tav tm="100000">
                                          <p:val>
                                            <p:strVal val="#ppt_x"/>
                                          </p:val>
                                        </p:tav>
                                      </p:tavLst>
                                    </p:anim>
                                    <p:anim calcmode="lin" valueType="num">
                                      <p:cBhvr additive="base">
                                        <p:cTn id="20" dur="500" fill="hold"/>
                                        <p:tgtEl>
                                          <p:spTgt spid="83982"/>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83972"/>
                                        </p:tgtEl>
                                        <p:attrNameLst>
                                          <p:attrName>style.visibility</p:attrName>
                                        </p:attrNameLst>
                                      </p:cBhvr>
                                      <p:to>
                                        <p:strVal val="visible"/>
                                      </p:to>
                                    </p:set>
                                    <p:anim calcmode="lin" valueType="num">
                                      <p:cBhvr additive="base">
                                        <p:cTn id="25" dur="500" fill="hold"/>
                                        <p:tgtEl>
                                          <p:spTgt spid="83972"/>
                                        </p:tgtEl>
                                        <p:attrNameLst>
                                          <p:attrName>ppt_x</p:attrName>
                                        </p:attrNameLst>
                                      </p:cBhvr>
                                      <p:tavLst>
                                        <p:tav tm="0">
                                          <p:val>
                                            <p:strVal val="0-#ppt_w/2"/>
                                          </p:val>
                                        </p:tav>
                                        <p:tav tm="100000">
                                          <p:val>
                                            <p:strVal val="#ppt_x"/>
                                          </p:val>
                                        </p:tav>
                                      </p:tavLst>
                                    </p:anim>
                                    <p:anim calcmode="lin" valueType="num">
                                      <p:cBhvr additive="base">
                                        <p:cTn id="26" dur="500" fill="hold"/>
                                        <p:tgtEl>
                                          <p:spTgt spid="8397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80" grpId="0" autoUpdateAnimBg="0"/>
      <p:bldP spid="83981"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2946" name="Group 2">
            <a:extLst>
              <a:ext uri="{FF2B5EF4-FFF2-40B4-BE49-F238E27FC236}">
                <a16:creationId xmlns:a16="http://schemas.microsoft.com/office/drawing/2014/main" id="{C8367DDD-59A9-EB7A-9D03-71F4FD6E35C3}"/>
              </a:ext>
            </a:extLst>
          </p:cNvPr>
          <p:cNvGrpSpPr>
            <a:grpSpLocks/>
          </p:cNvGrpSpPr>
          <p:nvPr/>
        </p:nvGrpSpPr>
        <p:grpSpPr bwMode="auto">
          <a:xfrm>
            <a:off x="0" y="1268413"/>
            <a:ext cx="8027988" cy="1008062"/>
            <a:chOff x="864" y="1344"/>
            <a:chExt cx="3827" cy="563"/>
          </a:xfrm>
        </p:grpSpPr>
        <p:graphicFrame>
          <p:nvGraphicFramePr>
            <p:cNvPr id="82947" name="Object 3">
              <a:extLst>
                <a:ext uri="{FF2B5EF4-FFF2-40B4-BE49-F238E27FC236}">
                  <a16:creationId xmlns:a16="http://schemas.microsoft.com/office/drawing/2014/main" id="{D87C72BF-DFC8-324A-F199-7237CD7F8D8F}"/>
                </a:ext>
              </a:extLst>
            </p:cNvPr>
            <p:cNvGraphicFramePr>
              <a:graphicFrameLocks noChangeAspect="1"/>
            </p:cNvGraphicFramePr>
            <p:nvPr/>
          </p:nvGraphicFramePr>
          <p:xfrm>
            <a:off x="864" y="1344"/>
            <a:ext cx="2143" cy="563"/>
          </p:xfrm>
          <a:graphic>
            <a:graphicData uri="http://schemas.openxmlformats.org/presentationml/2006/ole">
              <mc:AlternateContent xmlns:mc="http://schemas.openxmlformats.org/markup-compatibility/2006">
                <mc:Choice xmlns:v="urn:schemas-microsoft-com:vml" Requires="v">
                  <p:oleObj name="Equation" r:id="rId2" imgW="1498320" imgH="393480" progId="Equation.DSMT4">
                    <p:embed/>
                  </p:oleObj>
                </mc:Choice>
                <mc:Fallback>
                  <p:oleObj name="Equation" r:id="rId2" imgW="1498320" imgH="393480" progId="Equation.DSMT4">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4" y="1344"/>
                          <a:ext cx="2143" cy="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2948" name="Object 4">
              <a:extLst>
                <a:ext uri="{FF2B5EF4-FFF2-40B4-BE49-F238E27FC236}">
                  <a16:creationId xmlns:a16="http://schemas.microsoft.com/office/drawing/2014/main" id="{EEF47287-17E2-690D-B1AA-C58257146402}"/>
                </a:ext>
              </a:extLst>
            </p:cNvPr>
            <p:cNvGraphicFramePr>
              <a:graphicFrameLocks noChangeAspect="1"/>
            </p:cNvGraphicFramePr>
            <p:nvPr/>
          </p:nvGraphicFramePr>
          <p:xfrm>
            <a:off x="3456" y="1488"/>
            <a:ext cx="1235" cy="267"/>
          </p:xfrm>
          <a:graphic>
            <a:graphicData uri="http://schemas.openxmlformats.org/presentationml/2006/ole">
              <mc:AlternateContent xmlns:mc="http://schemas.openxmlformats.org/markup-compatibility/2006">
                <mc:Choice xmlns:v="urn:schemas-microsoft-com:vml" Requires="v">
                  <p:oleObj name="Equation" r:id="rId4" imgW="850680" imgH="177480" progId="Equation.DSMT4">
                    <p:embed/>
                  </p:oleObj>
                </mc:Choice>
                <mc:Fallback>
                  <p:oleObj name="Equation" r:id="rId4" imgW="850680" imgH="177480" progId="Equation.DSMT4">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56" y="1488"/>
                          <a:ext cx="1235" cy="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82949" name="Group 5">
            <a:extLst>
              <a:ext uri="{FF2B5EF4-FFF2-40B4-BE49-F238E27FC236}">
                <a16:creationId xmlns:a16="http://schemas.microsoft.com/office/drawing/2014/main" id="{27E117CA-DA25-61CC-6559-7072D1DEA023}"/>
              </a:ext>
            </a:extLst>
          </p:cNvPr>
          <p:cNvGrpSpPr>
            <a:grpSpLocks/>
          </p:cNvGrpSpPr>
          <p:nvPr/>
        </p:nvGrpSpPr>
        <p:grpSpPr bwMode="auto">
          <a:xfrm>
            <a:off x="0" y="2349500"/>
            <a:ext cx="7667625" cy="1150938"/>
            <a:chOff x="864" y="2064"/>
            <a:chExt cx="2867" cy="546"/>
          </a:xfrm>
        </p:grpSpPr>
        <p:graphicFrame>
          <p:nvGraphicFramePr>
            <p:cNvPr id="82950" name="Object 6">
              <a:extLst>
                <a:ext uri="{FF2B5EF4-FFF2-40B4-BE49-F238E27FC236}">
                  <a16:creationId xmlns:a16="http://schemas.microsoft.com/office/drawing/2014/main" id="{5E1CC75C-20F2-E2F5-F293-B0099CABF62D}"/>
                </a:ext>
              </a:extLst>
            </p:cNvPr>
            <p:cNvGraphicFramePr>
              <a:graphicFrameLocks noChangeAspect="1"/>
            </p:cNvGraphicFramePr>
            <p:nvPr/>
          </p:nvGraphicFramePr>
          <p:xfrm>
            <a:off x="864" y="2064"/>
            <a:ext cx="1312" cy="546"/>
          </p:xfrm>
          <a:graphic>
            <a:graphicData uri="http://schemas.openxmlformats.org/presentationml/2006/ole">
              <mc:AlternateContent xmlns:mc="http://schemas.openxmlformats.org/markup-compatibility/2006">
                <mc:Choice xmlns:v="urn:schemas-microsoft-com:vml" Requires="v">
                  <p:oleObj name="Equation" r:id="rId6" imgW="876240" imgH="393480" progId="Equation.DSMT4">
                    <p:embed/>
                  </p:oleObj>
                </mc:Choice>
                <mc:Fallback>
                  <p:oleObj name="Equation" r:id="rId6" imgW="876240" imgH="393480" progId="Equation.DSMT4">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64" y="2064"/>
                          <a:ext cx="1312" cy="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2951" name="Object 7">
              <a:extLst>
                <a:ext uri="{FF2B5EF4-FFF2-40B4-BE49-F238E27FC236}">
                  <a16:creationId xmlns:a16="http://schemas.microsoft.com/office/drawing/2014/main" id="{0594EADB-93A3-AD93-B052-5296C6F3D34C}"/>
                </a:ext>
              </a:extLst>
            </p:cNvPr>
            <p:cNvGraphicFramePr>
              <a:graphicFrameLocks noChangeAspect="1"/>
            </p:cNvGraphicFramePr>
            <p:nvPr/>
          </p:nvGraphicFramePr>
          <p:xfrm>
            <a:off x="2496" y="2208"/>
            <a:ext cx="1235" cy="267"/>
          </p:xfrm>
          <a:graphic>
            <a:graphicData uri="http://schemas.openxmlformats.org/presentationml/2006/ole">
              <mc:AlternateContent xmlns:mc="http://schemas.openxmlformats.org/markup-compatibility/2006">
                <mc:Choice xmlns:v="urn:schemas-microsoft-com:vml" Requires="v">
                  <p:oleObj name="Equation" r:id="rId8" imgW="850680" imgH="177480" progId="Equation.DSMT4">
                    <p:embed/>
                  </p:oleObj>
                </mc:Choice>
                <mc:Fallback>
                  <p:oleObj name="Equation" r:id="rId8" imgW="850680" imgH="177480" progId="Equation.DSMT4">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96" y="2208"/>
                          <a:ext cx="1235" cy="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82952" name="Group 8">
            <a:extLst>
              <a:ext uri="{FF2B5EF4-FFF2-40B4-BE49-F238E27FC236}">
                <a16:creationId xmlns:a16="http://schemas.microsoft.com/office/drawing/2014/main" id="{6E4046AB-42FE-D92D-6C9F-BE5469196717}"/>
              </a:ext>
            </a:extLst>
          </p:cNvPr>
          <p:cNvGrpSpPr>
            <a:grpSpLocks/>
          </p:cNvGrpSpPr>
          <p:nvPr/>
        </p:nvGrpSpPr>
        <p:grpSpPr bwMode="auto">
          <a:xfrm>
            <a:off x="0" y="3429000"/>
            <a:ext cx="8637588" cy="917575"/>
            <a:chOff x="768" y="2727"/>
            <a:chExt cx="4749" cy="504"/>
          </a:xfrm>
        </p:grpSpPr>
        <p:graphicFrame>
          <p:nvGraphicFramePr>
            <p:cNvPr id="82953" name="Object 9">
              <a:extLst>
                <a:ext uri="{FF2B5EF4-FFF2-40B4-BE49-F238E27FC236}">
                  <a16:creationId xmlns:a16="http://schemas.microsoft.com/office/drawing/2014/main" id="{E27C569E-43E4-5830-D965-8FCB6ACEF670}"/>
                </a:ext>
              </a:extLst>
            </p:cNvPr>
            <p:cNvGraphicFramePr>
              <a:graphicFrameLocks noChangeAspect="1"/>
            </p:cNvGraphicFramePr>
            <p:nvPr/>
          </p:nvGraphicFramePr>
          <p:xfrm>
            <a:off x="1104" y="2815"/>
            <a:ext cx="2256" cy="416"/>
          </p:xfrm>
          <a:graphic>
            <a:graphicData uri="http://schemas.openxmlformats.org/presentationml/2006/ole">
              <mc:AlternateContent xmlns:mc="http://schemas.openxmlformats.org/markup-compatibility/2006">
                <mc:Choice xmlns:v="urn:schemas-microsoft-com:vml" Requires="v">
                  <p:oleObj name="Equation" r:id="rId10" imgW="1447560" imgH="253800" progId="Equation.DSMT4">
                    <p:embed/>
                  </p:oleObj>
                </mc:Choice>
                <mc:Fallback>
                  <p:oleObj name="Equation" r:id="rId10" imgW="1447560" imgH="253800" progId="Equation.DSMT4">
                    <p:embed/>
                    <p:pic>
                      <p:nvPicPr>
                        <p:cNvPr id="0" name="Object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104" y="2815"/>
                          <a:ext cx="2256" cy="4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2954" name="Text Box 10">
              <a:extLst>
                <a:ext uri="{FF2B5EF4-FFF2-40B4-BE49-F238E27FC236}">
                  <a16:creationId xmlns:a16="http://schemas.microsoft.com/office/drawing/2014/main" id="{631964CD-5C97-DA42-5060-D88F21EB5109}"/>
                </a:ext>
              </a:extLst>
            </p:cNvPr>
            <p:cNvSpPr txBox="1">
              <a:spLocks noChangeArrowheads="1"/>
            </p:cNvSpPr>
            <p:nvPr/>
          </p:nvSpPr>
          <p:spPr bwMode="auto">
            <a:xfrm>
              <a:off x="768" y="2727"/>
              <a:ext cx="353" cy="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20000"/>
                </a:lnSpc>
              </a:pPr>
              <a:r>
                <a:rPr lang="zh-CN" altLang="en-US" sz="3600" b="1">
                  <a:solidFill>
                    <a:srgbClr val="000066"/>
                  </a:solidFill>
                  <a:latin typeface="楷体_GB2312" pitchFamily="49" charset="-122"/>
                  <a:ea typeface="楷体_GB2312" pitchFamily="49" charset="-122"/>
                </a:rPr>
                <a:t>而</a:t>
              </a:r>
            </a:p>
          </p:txBody>
        </p:sp>
        <p:sp>
          <p:nvSpPr>
            <p:cNvPr id="82955" name="Text Box 11">
              <a:extLst>
                <a:ext uri="{FF2B5EF4-FFF2-40B4-BE49-F238E27FC236}">
                  <a16:creationId xmlns:a16="http://schemas.microsoft.com/office/drawing/2014/main" id="{32B4F5EB-8410-3987-8111-30D2C95A3AE5}"/>
                </a:ext>
              </a:extLst>
            </p:cNvPr>
            <p:cNvSpPr txBox="1">
              <a:spLocks noChangeArrowheads="1"/>
            </p:cNvSpPr>
            <p:nvPr/>
          </p:nvSpPr>
          <p:spPr bwMode="auto">
            <a:xfrm>
              <a:off x="3456" y="2730"/>
              <a:ext cx="2061" cy="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20000"/>
                </a:lnSpc>
              </a:pPr>
              <a:r>
                <a:rPr lang="en-US" altLang="zh-CN" sz="3600" b="1">
                  <a:solidFill>
                    <a:srgbClr val="000066"/>
                  </a:solidFill>
                  <a:latin typeface="Times New Roman" panose="02020603050405020304" pitchFamily="18" charset="0"/>
                  <a:ea typeface="楷体_GB2312" pitchFamily="49" charset="-122"/>
                </a:rPr>
                <a:t>ROC</a:t>
              </a:r>
              <a:r>
                <a:rPr lang="zh-CN" altLang="en-US" sz="3600" b="1">
                  <a:solidFill>
                    <a:srgbClr val="000066"/>
                  </a:solidFill>
                  <a:latin typeface="Times New Roman" panose="02020603050405020304" pitchFamily="18" charset="0"/>
                  <a:ea typeface="楷体_GB2312" pitchFamily="49" charset="-122"/>
                </a:rPr>
                <a:t>为整个</a:t>
              </a:r>
              <a:r>
                <a:rPr lang="en-US" altLang="zh-CN" sz="3600" b="1">
                  <a:solidFill>
                    <a:srgbClr val="000066"/>
                  </a:solidFill>
                  <a:latin typeface="Times New Roman" panose="02020603050405020304" pitchFamily="18" charset="0"/>
                  <a:ea typeface="楷体_GB2312" pitchFamily="49" charset="-122"/>
                </a:rPr>
                <a:t>S</a:t>
              </a:r>
              <a:r>
                <a:rPr lang="zh-CN" altLang="en-US" sz="3600" b="1">
                  <a:solidFill>
                    <a:srgbClr val="000066"/>
                  </a:solidFill>
                  <a:latin typeface="Times New Roman" panose="02020603050405020304" pitchFamily="18" charset="0"/>
                  <a:ea typeface="楷体_GB2312" pitchFamily="49" charset="-122"/>
                </a:rPr>
                <a:t>平面</a:t>
              </a:r>
            </a:p>
          </p:txBody>
        </p:sp>
      </p:grpSp>
      <p:sp>
        <p:nvSpPr>
          <p:cNvPr id="82957" name="Text Box 13">
            <a:extLst>
              <a:ext uri="{FF2B5EF4-FFF2-40B4-BE49-F238E27FC236}">
                <a16:creationId xmlns:a16="http://schemas.microsoft.com/office/drawing/2014/main" id="{4A9366C4-4023-E811-06CA-98735EC44E2B}"/>
              </a:ext>
            </a:extLst>
          </p:cNvPr>
          <p:cNvSpPr txBox="1">
            <a:spLocks noChangeArrowheads="1"/>
          </p:cNvSpPr>
          <p:nvPr/>
        </p:nvSpPr>
        <p:spPr bwMode="auto">
          <a:xfrm>
            <a:off x="395288" y="4797425"/>
            <a:ext cx="8293100" cy="750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20000"/>
              </a:lnSpc>
              <a:buFontTx/>
              <a:buChar char="•"/>
            </a:pPr>
            <a:r>
              <a:rPr lang="en-US" altLang="zh-CN" sz="2800" b="1">
                <a:solidFill>
                  <a:srgbClr val="760C04"/>
                </a:solidFill>
                <a:latin typeface="楷体_GB2312" pitchFamily="49" charset="-122"/>
                <a:ea typeface="楷体_GB2312" pitchFamily="49" charset="-122"/>
              </a:rPr>
              <a:t> </a:t>
            </a:r>
            <a:r>
              <a:rPr lang="zh-CN" altLang="en-US" sz="3600" b="1">
                <a:solidFill>
                  <a:srgbClr val="760C04"/>
                </a:solidFill>
                <a:latin typeface="楷体_GB2312" pitchFamily="49" charset="-122"/>
                <a:ea typeface="楷体_GB2312" pitchFamily="49" charset="-122"/>
              </a:rPr>
              <a:t>当  与  无交集时，表明    不存在。</a:t>
            </a:r>
          </a:p>
        </p:txBody>
      </p:sp>
      <p:graphicFrame>
        <p:nvGraphicFramePr>
          <p:cNvPr id="82958" name="Object 14">
            <a:extLst>
              <a:ext uri="{FF2B5EF4-FFF2-40B4-BE49-F238E27FC236}">
                <a16:creationId xmlns:a16="http://schemas.microsoft.com/office/drawing/2014/main" id="{7840514E-3AB1-96B5-03F1-B4F85891F016}"/>
              </a:ext>
            </a:extLst>
          </p:cNvPr>
          <p:cNvGraphicFramePr>
            <a:graphicFrameLocks noChangeAspect="1"/>
          </p:cNvGraphicFramePr>
          <p:nvPr/>
        </p:nvGraphicFramePr>
        <p:xfrm>
          <a:off x="1331913" y="4941888"/>
          <a:ext cx="404812" cy="528637"/>
        </p:xfrm>
        <a:graphic>
          <a:graphicData uri="http://schemas.openxmlformats.org/presentationml/2006/ole">
            <mc:AlternateContent xmlns:mc="http://schemas.openxmlformats.org/markup-compatibility/2006">
              <mc:Choice xmlns:v="urn:schemas-microsoft-com:vml" Requires="v">
                <p:oleObj name="Equation" r:id="rId12" imgW="164880" imgH="215640" progId="Equation.DSMT4">
                  <p:embed/>
                </p:oleObj>
              </mc:Choice>
              <mc:Fallback>
                <p:oleObj name="Equation" r:id="rId12" imgW="164880" imgH="215640" progId="Equation.DSMT4">
                  <p:embed/>
                  <p:pic>
                    <p:nvPicPr>
                      <p:cNvPr id="0" name="Object 1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331913" y="4941888"/>
                        <a:ext cx="404812"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2959" name="Object 15">
            <a:extLst>
              <a:ext uri="{FF2B5EF4-FFF2-40B4-BE49-F238E27FC236}">
                <a16:creationId xmlns:a16="http://schemas.microsoft.com/office/drawing/2014/main" id="{0E94944F-DBDF-B180-CAD4-BBFC1A1BCC34}"/>
              </a:ext>
            </a:extLst>
          </p:cNvPr>
          <p:cNvGraphicFramePr>
            <a:graphicFrameLocks noChangeAspect="1"/>
          </p:cNvGraphicFramePr>
          <p:nvPr/>
        </p:nvGraphicFramePr>
        <p:xfrm>
          <a:off x="2195513" y="4941888"/>
          <a:ext cx="466725" cy="528637"/>
        </p:xfrm>
        <a:graphic>
          <a:graphicData uri="http://schemas.openxmlformats.org/presentationml/2006/ole">
            <mc:AlternateContent xmlns:mc="http://schemas.openxmlformats.org/markup-compatibility/2006">
              <mc:Choice xmlns:v="urn:schemas-microsoft-com:vml" Requires="v">
                <p:oleObj name="Equation" r:id="rId14" imgW="190440" imgH="215640" progId="Equation.DSMT4">
                  <p:embed/>
                </p:oleObj>
              </mc:Choice>
              <mc:Fallback>
                <p:oleObj name="Equation" r:id="rId14" imgW="190440" imgH="215640" progId="Equation.DSMT4">
                  <p:embed/>
                  <p:pic>
                    <p:nvPicPr>
                      <p:cNvPr id="0" name="Object 1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195513" y="4941888"/>
                        <a:ext cx="466725"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2960" name="Object 16">
            <a:extLst>
              <a:ext uri="{FF2B5EF4-FFF2-40B4-BE49-F238E27FC236}">
                <a16:creationId xmlns:a16="http://schemas.microsoft.com/office/drawing/2014/main" id="{50B88362-78F6-BF64-2979-C9D714C19911}"/>
              </a:ext>
            </a:extLst>
          </p:cNvPr>
          <p:cNvGraphicFramePr>
            <a:graphicFrameLocks noChangeAspect="1"/>
          </p:cNvGraphicFramePr>
          <p:nvPr/>
        </p:nvGraphicFramePr>
        <p:xfrm>
          <a:off x="5940425" y="5013325"/>
          <a:ext cx="762000" cy="477838"/>
        </p:xfrm>
        <a:graphic>
          <a:graphicData uri="http://schemas.openxmlformats.org/presentationml/2006/ole">
            <mc:AlternateContent xmlns:mc="http://schemas.openxmlformats.org/markup-compatibility/2006">
              <mc:Choice xmlns:v="urn:schemas-microsoft-com:vml" Requires="v">
                <p:oleObj name="Equation" r:id="rId16" imgW="355320" imgH="203040" progId="Equation.DSMT4">
                  <p:embed/>
                </p:oleObj>
              </mc:Choice>
              <mc:Fallback>
                <p:oleObj name="Equation" r:id="rId16" imgW="355320" imgH="203040" progId="Equation.DSMT4">
                  <p:embed/>
                  <p:pic>
                    <p:nvPicPr>
                      <p:cNvPr id="0" name="Object 1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940425" y="5013325"/>
                        <a:ext cx="762000" cy="477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82961" name="Group 17">
            <a:extLst>
              <a:ext uri="{FF2B5EF4-FFF2-40B4-BE49-F238E27FC236}">
                <a16:creationId xmlns:a16="http://schemas.microsoft.com/office/drawing/2014/main" id="{A0BB07A6-C242-EDFF-888B-D90D5153FC77}"/>
              </a:ext>
            </a:extLst>
          </p:cNvPr>
          <p:cNvGrpSpPr>
            <a:grpSpLocks/>
          </p:cNvGrpSpPr>
          <p:nvPr/>
        </p:nvGrpSpPr>
        <p:grpSpPr bwMode="auto">
          <a:xfrm>
            <a:off x="0" y="134938"/>
            <a:ext cx="8893175" cy="1062037"/>
            <a:chOff x="528" y="565"/>
            <a:chExt cx="4512" cy="497"/>
          </a:xfrm>
        </p:grpSpPr>
        <p:sp>
          <p:nvSpPr>
            <p:cNvPr id="82962" name="Rectangle 18">
              <a:extLst>
                <a:ext uri="{FF2B5EF4-FFF2-40B4-BE49-F238E27FC236}">
                  <a16:creationId xmlns:a16="http://schemas.microsoft.com/office/drawing/2014/main" id="{F1F259CE-6D3E-6A00-AB6E-6DD2EB32EBF1}"/>
                </a:ext>
              </a:extLst>
            </p:cNvPr>
            <p:cNvSpPr>
              <a:spLocks noChangeArrowheads="1"/>
            </p:cNvSpPr>
            <p:nvPr/>
          </p:nvSpPr>
          <p:spPr bwMode="auto">
            <a:xfrm>
              <a:off x="528" y="565"/>
              <a:ext cx="560" cy="3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20000"/>
                </a:lnSpc>
              </a:pPr>
              <a:r>
                <a:rPr lang="zh-CN" altLang="en-US" sz="3600" b="1">
                  <a:solidFill>
                    <a:srgbClr val="000066"/>
                  </a:solidFill>
                  <a:latin typeface="楷体_GB2312" pitchFamily="49" charset="-122"/>
                  <a:ea typeface="楷体_GB2312" pitchFamily="49" charset="-122"/>
                </a:rPr>
                <a:t>例</a:t>
              </a:r>
              <a:r>
                <a:rPr lang="en-US" altLang="zh-CN" sz="3600" b="1">
                  <a:solidFill>
                    <a:srgbClr val="000066"/>
                  </a:solidFill>
                  <a:latin typeface="楷体_GB2312" pitchFamily="49" charset="-122"/>
                  <a:ea typeface="楷体_GB2312" pitchFamily="49" charset="-122"/>
                </a:rPr>
                <a:t>4.</a:t>
              </a:r>
            </a:p>
          </p:txBody>
        </p:sp>
        <p:graphicFrame>
          <p:nvGraphicFramePr>
            <p:cNvPr id="82963" name="Object 19">
              <a:extLst>
                <a:ext uri="{FF2B5EF4-FFF2-40B4-BE49-F238E27FC236}">
                  <a16:creationId xmlns:a16="http://schemas.microsoft.com/office/drawing/2014/main" id="{E80E67E2-F657-320C-F5E9-332679541103}"/>
                </a:ext>
              </a:extLst>
            </p:cNvPr>
            <p:cNvGraphicFramePr>
              <a:graphicFrameLocks noChangeAspect="1"/>
            </p:cNvGraphicFramePr>
            <p:nvPr/>
          </p:nvGraphicFramePr>
          <p:xfrm>
            <a:off x="1008" y="654"/>
            <a:ext cx="1968" cy="408"/>
          </p:xfrm>
          <a:graphic>
            <a:graphicData uri="http://schemas.openxmlformats.org/presentationml/2006/ole">
              <mc:AlternateContent xmlns:mc="http://schemas.openxmlformats.org/markup-compatibility/2006">
                <mc:Choice xmlns:v="urn:schemas-microsoft-com:vml" Requires="v">
                  <p:oleObj name="Equation" r:id="rId18" imgW="1307880" imgH="253800" progId="Equation.DSMT4">
                    <p:embed/>
                  </p:oleObj>
                </mc:Choice>
                <mc:Fallback>
                  <p:oleObj name="Equation" r:id="rId18" imgW="1307880" imgH="253800" progId="Equation.DSMT4">
                    <p:embed/>
                    <p:pic>
                      <p:nvPicPr>
                        <p:cNvPr id="0" name="Object 19"/>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008" y="654"/>
                          <a:ext cx="1968" cy="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2964" name="Object 20">
              <a:extLst>
                <a:ext uri="{FF2B5EF4-FFF2-40B4-BE49-F238E27FC236}">
                  <a16:creationId xmlns:a16="http://schemas.microsoft.com/office/drawing/2014/main" id="{58EF4B0F-4805-17F8-CBAE-5AE38C5CDBAC}"/>
                </a:ext>
              </a:extLst>
            </p:cNvPr>
            <p:cNvGraphicFramePr>
              <a:graphicFrameLocks noChangeAspect="1"/>
            </p:cNvGraphicFramePr>
            <p:nvPr/>
          </p:nvGraphicFramePr>
          <p:xfrm>
            <a:off x="3312" y="646"/>
            <a:ext cx="1728" cy="413"/>
          </p:xfrm>
          <a:graphic>
            <a:graphicData uri="http://schemas.openxmlformats.org/presentationml/2006/ole">
              <mc:AlternateContent xmlns:mc="http://schemas.openxmlformats.org/markup-compatibility/2006">
                <mc:Choice xmlns:v="urn:schemas-microsoft-com:vml" Requires="v">
                  <p:oleObj name="Equation" r:id="rId20" imgW="1002960" imgH="253800" progId="Equation.DSMT4">
                    <p:embed/>
                  </p:oleObj>
                </mc:Choice>
                <mc:Fallback>
                  <p:oleObj name="Equation" r:id="rId20" imgW="1002960" imgH="253800" progId="Equation.DSMT4">
                    <p:embed/>
                    <p:pic>
                      <p:nvPicPr>
                        <p:cNvPr id="0" name="Object 20"/>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312" y="646"/>
                          <a:ext cx="1728" cy="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82946"/>
                                        </p:tgtEl>
                                        <p:attrNameLst>
                                          <p:attrName>style.visibility</p:attrName>
                                        </p:attrNameLst>
                                      </p:cBhvr>
                                      <p:to>
                                        <p:strVal val="visible"/>
                                      </p:to>
                                    </p:set>
                                    <p:anim calcmode="lin" valueType="num">
                                      <p:cBhvr additive="base">
                                        <p:cTn id="7" dur="500" fill="hold"/>
                                        <p:tgtEl>
                                          <p:spTgt spid="82946"/>
                                        </p:tgtEl>
                                        <p:attrNameLst>
                                          <p:attrName>ppt_x</p:attrName>
                                        </p:attrNameLst>
                                      </p:cBhvr>
                                      <p:tavLst>
                                        <p:tav tm="0">
                                          <p:val>
                                            <p:strVal val="0-#ppt_w/2"/>
                                          </p:val>
                                        </p:tav>
                                        <p:tav tm="100000">
                                          <p:val>
                                            <p:strVal val="#ppt_x"/>
                                          </p:val>
                                        </p:tav>
                                      </p:tavLst>
                                    </p:anim>
                                    <p:anim calcmode="lin" valueType="num">
                                      <p:cBhvr additive="base">
                                        <p:cTn id="8" dur="500" fill="hold"/>
                                        <p:tgtEl>
                                          <p:spTgt spid="8294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82949"/>
                                        </p:tgtEl>
                                        <p:attrNameLst>
                                          <p:attrName>style.visibility</p:attrName>
                                        </p:attrNameLst>
                                      </p:cBhvr>
                                      <p:to>
                                        <p:strVal val="visible"/>
                                      </p:to>
                                    </p:set>
                                    <p:anim calcmode="lin" valueType="num">
                                      <p:cBhvr additive="base">
                                        <p:cTn id="13" dur="500" fill="hold"/>
                                        <p:tgtEl>
                                          <p:spTgt spid="82949"/>
                                        </p:tgtEl>
                                        <p:attrNameLst>
                                          <p:attrName>ppt_x</p:attrName>
                                        </p:attrNameLst>
                                      </p:cBhvr>
                                      <p:tavLst>
                                        <p:tav tm="0">
                                          <p:val>
                                            <p:strVal val="0-#ppt_w/2"/>
                                          </p:val>
                                        </p:tav>
                                        <p:tav tm="100000">
                                          <p:val>
                                            <p:strVal val="#ppt_x"/>
                                          </p:val>
                                        </p:tav>
                                      </p:tavLst>
                                    </p:anim>
                                    <p:anim calcmode="lin" valueType="num">
                                      <p:cBhvr additive="base">
                                        <p:cTn id="14" dur="500" fill="hold"/>
                                        <p:tgtEl>
                                          <p:spTgt spid="82949"/>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82952"/>
                                        </p:tgtEl>
                                        <p:attrNameLst>
                                          <p:attrName>style.visibility</p:attrName>
                                        </p:attrNameLst>
                                      </p:cBhvr>
                                      <p:to>
                                        <p:strVal val="visible"/>
                                      </p:to>
                                    </p:set>
                                    <p:anim calcmode="lin" valueType="num">
                                      <p:cBhvr additive="base">
                                        <p:cTn id="19" dur="500" fill="hold"/>
                                        <p:tgtEl>
                                          <p:spTgt spid="82952"/>
                                        </p:tgtEl>
                                        <p:attrNameLst>
                                          <p:attrName>ppt_x</p:attrName>
                                        </p:attrNameLst>
                                      </p:cBhvr>
                                      <p:tavLst>
                                        <p:tav tm="0">
                                          <p:val>
                                            <p:strVal val="0-#ppt_w/2"/>
                                          </p:val>
                                        </p:tav>
                                        <p:tav tm="100000">
                                          <p:val>
                                            <p:strVal val="#ppt_x"/>
                                          </p:val>
                                        </p:tav>
                                      </p:tavLst>
                                    </p:anim>
                                    <p:anim calcmode="lin" valueType="num">
                                      <p:cBhvr additive="base">
                                        <p:cTn id="20" dur="500" fill="hold"/>
                                        <p:tgtEl>
                                          <p:spTgt spid="8295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294C3144-B4CD-A146-FB0A-FD54C404E048}"/>
              </a:ext>
            </a:extLst>
          </p:cNvPr>
          <p:cNvSpPr>
            <a:spLocks noRot="1" noChangeArrowheads="1"/>
          </p:cNvSpPr>
          <p:nvPr/>
        </p:nvSpPr>
        <p:spPr bwMode="auto">
          <a:xfrm>
            <a:off x="323850" y="333375"/>
            <a:ext cx="5616575" cy="728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gn="l"/>
            <a:r>
              <a:rPr lang="zh-CN" altLang="en-US" sz="3600" b="1">
                <a:solidFill>
                  <a:srgbClr val="000066"/>
                </a:solidFill>
                <a:latin typeface="楷体_GB2312" pitchFamily="49" charset="-122"/>
                <a:ea typeface="楷体_GB2312" pitchFamily="49" charset="-122"/>
              </a:rPr>
              <a:t>例</a:t>
            </a:r>
            <a:r>
              <a:rPr lang="en-US" altLang="zh-CN" sz="3600" b="1">
                <a:solidFill>
                  <a:srgbClr val="000066"/>
                </a:solidFill>
                <a:latin typeface="楷体_GB2312" pitchFamily="49" charset="-122"/>
                <a:ea typeface="楷体_GB2312" pitchFamily="49" charset="-122"/>
              </a:rPr>
              <a:t>5:</a:t>
            </a:r>
          </a:p>
        </p:txBody>
      </p:sp>
      <p:graphicFrame>
        <p:nvGraphicFramePr>
          <p:cNvPr id="81923" name="Object 3">
            <a:extLst>
              <a:ext uri="{FF2B5EF4-FFF2-40B4-BE49-F238E27FC236}">
                <a16:creationId xmlns:a16="http://schemas.microsoft.com/office/drawing/2014/main" id="{2AB38AC0-0DF0-1BAC-FD36-38A465E95C87}"/>
              </a:ext>
            </a:extLst>
          </p:cNvPr>
          <p:cNvGraphicFramePr>
            <a:graphicFrameLocks noChangeAspect="1"/>
          </p:cNvGraphicFramePr>
          <p:nvPr/>
        </p:nvGraphicFramePr>
        <p:xfrm>
          <a:off x="1476375" y="333375"/>
          <a:ext cx="5543550" cy="817563"/>
        </p:xfrm>
        <a:graphic>
          <a:graphicData uri="http://schemas.openxmlformats.org/presentationml/2006/ole">
            <mc:AlternateContent xmlns:mc="http://schemas.openxmlformats.org/markup-compatibility/2006">
              <mc:Choice xmlns:v="urn:schemas-microsoft-com:vml" Requires="v">
                <p:oleObj name="公式" r:id="rId2" imgW="1549080" imgH="228600" progId="Equation.3">
                  <p:embed/>
                </p:oleObj>
              </mc:Choice>
              <mc:Fallback>
                <p:oleObj name="公式" r:id="rId2" imgW="1549080" imgH="228600"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6375" y="333375"/>
                        <a:ext cx="5543550" cy="817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924" name="Object 4">
            <a:extLst>
              <a:ext uri="{FF2B5EF4-FFF2-40B4-BE49-F238E27FC236}">
                <a16:creationId xmlns:a16="http://schemas.microsoft.com/office/drawing/2014/main" id="{58D94269-865E-BE75-6B16-2667EA7DA3F6}"/>
              </a:ext>
            </a:extLst>
          </p:cNvPr>
          <p:cNvGraphicFramePr>
            <a:graphicFrameLocks noChangeAspect="1"/>
          </p:cNvGraphicFramePr>
          <p:nvPr/>
        </p:nvGraphicFramePr>
        <p:xfrm>
          <a:off x="1042988" y="1268413"/>
          <a:ext cx="6697662" cy="1081087"/>
        </p:xfrm>
        <a:graphic>
          <a:graphicData uri="http://schemas.openxmlformats.org/presentationml/2006/ole">
            <mc:AlternateContent xmlns:mc="http://schemas.openxmlformats.org/markup-compatibility/2006">
              <mc:Choice xmlns:v="urn:schemas-microsoft-com:vml" Requires="v">
                <p:oleObj name="公式" r:id="rId4" imgW="1752480" imgH="393480" progId="Equation.3">
                  <p:embed/>
                </p:oleObj>
              </mc:Choice>
              <mc:Fallback>
                <p:oleObj name="公式" r:id="rId4" imgW="1752480" imgH="39348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42988" y="1268413"/>
                        <a:ext cx="6697662" cy="1081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925" name="Object 5">
            <a:extLst>
              <a:ext uri="{FF2B5EF4-FFF2-40B4-BE49-F238E27FC236}">
                <a16:creationId xmlns:a16="http://schemas.microsoft.com/office/drawing/2014/main" id="{D3469450-C678-534C-67EC-6F578B49FA3F}"/>
              </a:ext>
            </a:extLst>
          </p:cNvPr>
          <p:cNvGraphicFramePr>
            <a:graphicFrameLocks noChangeAspect="1"/>
          </p:cNvGraphicFramePr>
          <p:nvPr/>
        </p:nvGraphicFramePr>
        <p:xfrm>
          <a:off x="1042988" y="2420938"/>
          <a:ext cx="6624637" cy="1223962"/>
        </p:xfrm>
        <a:graphic>
          <a:graphicData uri="http://schemas.openxmlformats.org/presentationml/2006/ole">
            <mc:AlternateContent xmlns:mc="http://schemas.openxmlformats.org/markup-compatibility/2006">
              <mc:Choice xmlns:v="urn:schemas-microsoft-com:vml" Requires="v">
                <p:oleObj name="公式" r:id="rId6" imgW="1650960" imgH="393480" progId="Equation.3">
                  <p:embed/>
                </p:oleObj>
              </mc:Choice>
              <mc:Fallback>
                <p:oleObj name="公式" r:id="rId6" imgW="1650960" imgH="393480"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42988" y="2420938"/>
                        <a:ext cx="6624637" cy="1223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81926" name="Group 6">
            <a:extLst>
              <a:ext uri="{FF2B5EF4-FFF2-40B4-BE49-F238E27FC236}">
                <a16:creationId xmlns:a16="http://schemas.microsoft.com/office/drawing/2014/main" id="{B53E4B15-BFEC-A4CE-4834-292F5DFF22EC}"/>
              </a:ext>
            </a:extLst>
          </p:cNvPr>
          <p:cNvGrpSpPr>
            <a:grpSpLocks/>
          </p:cNvGrpSpPr>
          <p:nvPr/>
        </p:nvGrpSpPr>
        <p:grpSpPr bwMode="auto">
          <a:xfrm>
            <a:off x="250825" y="3716338"/>
            <a:ext cx="8281988" cy="2376487"/>
            <a:chOff x="385" y="2654"/>
            <a:chExt cx="4355" cy="1230"/>
          </a:xfrm>
        </p:grpSpPr>
        <p:sp>
          <p:nvSpPr>
            <p:cNvPr id="81927" name="Rectangle 7">
              <a:extLst>
                <a:ext uri="{FF2B5EF4-FFF2-40B4-BE49-F238E27FC236}">
                  <a16:creationId xmlns:a16="http://schemas.microsoft.com/office/drawing/2014/main" id="{959E1A8E-F991-EBA6-58EC-0471A3A0A987}"/>
                </a:ext>
              </a:extLst>
            </p:cNvPr>
            <p:cNvSpPr>
              <a:spLocks noRot="1" noChangeArrowheads="1"/>
            </p:cNvSpPr>
            <p:nvPr/>
          </p:nvSpPr>
          <p:spPr bwMode="auto">
            <a:xfrm>
              <a:off x="385" y="2654"/>
              <a:ext cx="3538" cy="4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gn="l"/>
              <a:r>
                <a:rPr lang="zh-CN" altLang="en-US" sz="3600" b="1">
                  <a:solidFill>
                    <a:srgbClr val="000066"/>
                  </a:solidFill>
                  <a:latin typeface="楷体_GB2312" pitchFamily="49" charset="-122"/>
                  <a:ea typeface="楷体_GB2312" pitchFamily="49" charset="-122"/>
                </a:rPr>
                <a:t>由线性性质：</a:t>
              </a:r>
            </a:p>
          </p:txBody>
        </p:sp>
        <p:graphicFrame>
          <p:nvGraphicFramePr>
            <p:cNvPr id="81928" name="Object 8">
              <a:extLst>
                <a:ext uri="{FF2B5EF4-FFF2-40B4-BE49-F238E27FC236}">
                  <a16:creationId xmlns:a16="http://schemas.microsoft.com/office/drawing/2014/main" id="{B6EA08B8-CEB8-EA76-82E2-B82DCFD2CDAE}"/>
                </a:ext>
              </a:extLst>
            </p:cNvPr>
            <p:cNvGraphicFramePr>
              <a:graphicFrameLocks noChangeAspect="1"/>
            </p:cNvGraphicFramePr>
            <p:nvPr/>
          </p:nvGraphicFramePr>
          <p:xfrm>
            <a:off x="1202" y="3161"/>
            <a:ext cx="3538" cy="723"/>
          </p:xfrm>
          <a:graphic>
            <a:graphicData uri="http://schemas.openxmlformats.org/presentationml/2006/ole">
              <mc:AlternateContent xmlns:mc="http://schemas.openxmlformats.org/markup-compatibility/2006">
                <mc:Choice xmlns:v="urn:schemas-microsoft-com:vml" Requires="v">
                  <p:oleObj name="公式" r:id="rId8" imgW="1930320" imgH="393480" progId="Equation.3">
                    <p:embed/>
                  </p:oleObj>
                </mc:Choice>
                <mc:Fallback>
                  <p:oleObj name="公式" r:id="rId8" imgW="1930320" imgH="393480" progId="Equation.3">
                    <p:embed/>
                    <p:pic>
                      <p:nvPicPr>
                        <p:cNvPr id="0"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02" y="3161"/>
                          <a:ext cx="3538" cy="7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81924"/>
                                        </p:tgtEl>
                                        <p:attrNameLst>
                                          <p:attrName>style.visibility</p:attrName>
                                        </p:attrNameLst>
                                      </p:cBhvr>
                                      <p:to>
                                        <p:strVal val="visible"/>
                                      </p:to>
                                    </p:set>
                                    <p:anim calcmode="lin" valueType="num">
                                      <p:cBhvr additive="base">
                                        <p:cTn id="7" dur="500" fill="hold"/>
                                        <p:tgtEl>
                                          <p:spTgt spid="81924"/>
                                        </p:tgtEl>
                                        <p:attrNameLst>
                                          <p:attrName>ppt_x</p:attrName>
                                        </p:attrNameLst>
                                      </p:cBhvr>
                                      <p:tavLst>
                                        <p:tav tm="0">
                                          <p:val>
                                            <p:strVal val="0-#ppt_w/2"/>
                                          </p:val>
                                        </p:tav>
                                        <p:tav tm="100000">
                                          <p:val>
                                            <p:strVal val="#ppt_x"/>
                                          </p:val>
                                        </p:tav>
                                      </p:tavLst>
                                    </p:anim>
                                    <p:anim calcmode="lin" valueType="num">
                                      <p:cBhvr additive="base">
                                        <p:cTn id="8" dur="500" fill="hold"/>
                                        <p:tgtEl>
                                          <p:spTgt spid="8192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81925"/>
                                        </p:tgtEl>
                                        <p:attrNameLst>
                                          <p:attrName>style.visibility</p:attrName>
                                        </p:attrNameLst>
                                      </p:cBhvr>
                                      <p:to>
                                        <p:strVal val="visible"/>
                                      </p:to>
                                    </p:set>
                                    <p:anim calcmode="lin" valueType="num">
                                      <p:cBhvr additive="base">
                                        <p:cTn id="13" dur="500" fill="hold"/>
                                        <p:tgtEl>
                                          <p:spTgt spid="81925"/>
                                        </p:tgtEl>
                                        <p:attrNameLst>
                                          <p:attrName>ppt_x</p:attrName>
                                        </p:attrNameLst>
                                      </p:cBhvr>
                                      <p:tavLst>
                                        <p:tav tm="0">
                                          <p:val>
                                            <p:strVal val="0-#ppt_w/2"/>
                                          </p:val>
                                        </p:tav>
                                        <p:tav tm="100000">
                                          <p:val>
                                            <p:strVal val="#ppt_x"/>
                                          </p:val>
                                        </p:tav>
                                      </p:tavLst>
                                    </p:anim>
                                    <p:anim calcmode="lin" valueType="num">
                                      <p:cBhvr additive="base">
                                        <p:cTn id="14" dur="500" fill="hold"/>
                                        <p:tgtEl>
                                          <p:spTgt spid="81925"/>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81926"/>
                                        </p:tgtEl>
                                        <p:attrNameLst>
                                          <p:attrName>style.visibility</p:attrName>
                                        </p:attrNameLst>
                                      </p:cBhvr>
                                      <p:to>
                                        <p:strVal val="visible"/>
                                      </p:to>
                                    </p:set>
                                    <p:anim calcmode="lin" valueType="num">
                                      <p:cBhvr additive="base">
                                        <p:cTn id="19" dur="500" fill="hold"/>
                                        <p:tgtEl>
                                          <p:spTgt spid="81926"/>
                                        </p:tgtEl>
                                        <p:attrNameLst>
                                          <p:attrName>ppt_x</p:attrName>
                                        </p:attrNameLst>
                                      </p:cBhvr>
                                      <p:tavLst>
                                        <p:tav tm="0">
                                          <p:val>
                                            <p:strVal val="0-#ppt_w/2"/>
                                          </p:val>
                                        </p:tav>
                                        <p:tav tm="100000">
                                          <p:val>
                                            <p:strVal val="#ppt_x"/>
                                          </p:val>
                                        </p:tav>
                                      </p:tavLst>
                                    </p:anim>
                                    <p:anim calcmode="lin" valueType="num">
                                      <p:cBhvr additive="base">
                                        <p:cTn id="20" dur="500" fill="hold"/>
                                        <p:tgtEl>
                                          <p:spTgt spid="8192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ext Box 2">
            <a:extLst>
              <a:ext uri="{FF2B5EF4-FFF2-40B4-BE49-F238E27FC236}">
                <a16:creationId xmlns:a16="http://schemas.microsoft.com/office/drawing/2014/main" id="{478D2844-F765-BBF1-AE99-4EA5FA8C2D0E}"/>
              </a:ext>
            </a:extLst>
          </p:cNvPr>
          <p:cNvSpPr txBox="1">
            <a:spLocks noChangeArrowheads="1"/>
          </p:cNvSpPr>
          <p:nvPr/>
        </p:nvSpPr>
        <p:spPr bwMode="auto">
          <a:xfrm>
            <a:off x="250825" y="260350"/>
            <a:ext cx="6265863" cy="750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800100" indent="-342900">
              <a:defRPr>
                <a:solidFill>
                  <a:schemeClr val="tx1"/>
                </a:solidFill>
                <a:latin typeface="Arial" panose="020B0604020202020204" pitchFamily="34" charset="0"/>
                <a:ea typeface="宋体" panose="02010600030101010101" pitchFamily="2" charset="-122"/>
              </a:defRPr>
            </a:lvl2pPr>
            <a:lvl3pPr marL="1257300" indent="-342900">
              <a:defRPr>
                <a:solidFill>
                  <a:schemeClr val="tx1"/>
                </a:solidFill>
                <a:latin typeface="Arial" panose="020B0604020202020204" pitchFamily="34" charset="0"/>
                <a:ea typeface="宋体" panose="02010600030101010101" pitchFamily="2" charset="-122"/>
              </a:defRPr>
            </a:lvl3pPr>
            <a:lvl4pPr marL="1714500" indent="-342900">
              <a:defRPr>
                <a:solidFill>
                  <a:schemeClr val="tx1"/>
                </a:solidFill>
                <a:latin typeface="Arial" panose="020B0604020202020204" pitchFamily="34" charset="0"/>
                <a:ea typeface="宋体" panose="02010600030101010101" pitchFamily="2" charset="-122"/>
              </a:defRPr>
            </a:lvl4pPr>
            <a:lvl5pPr marL="2171700" indent="-342900">
              <a:defRPr>
                <a:solidFill>
                  <a:schemeClr val="tx1"/>
                </a:solidFill>
                <a:latin typeface="Arial" panose="020B0604020202020204" pitchFamily="34" charset="0"/>
                <a:ea typeface="宋体" panose="02010600030101010101" pitchFamily="2" charset="-122"/>
              </a:defRPr>
            </a:lvl5pPr>
            <a:lvl6pPr marL="26289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0861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5433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0005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a:lnSpc>
                <a:spcPct val="120000"/>
              </a:lnSpc>
              <a:buClr>
                <a:schemeClr val="hlink"/>
              </a:buClr>
            </a:pPr>
            <a:r>
              <a:rPr lang="en-US" altLang="zh-CN" sz="3600" b="1">
                <a:solidFill>
                  <a:srgbClr val="760C04"/>
                </a:solidFill>
                <a:latin typeface="Times New Roman" panose="02020603050405020304" pitchFamily="18" charset="0"/>
                <a:ea typeface="楷体_GB2312" pitchFamily="49" charset="-122"/>
              </a:rPr>
              <a:t>2. </a:t>
            </a:r>
            <a:r>
              <a:rPr lang="zh-CN" altLang="en-US" sz="3600" b="1">
                <a:solidFill>
                  <a:srgbClr val="760C04"/>
                </a:solidFill>
                <a:latin typeface="Times New Roman" panose="02020603050405020304" pitchFamily="18" charset="0"/>
                <a:ea typeface="楷体_GB2312" pitchFamily="49" charset="-122"/>
              </a:rPr>
              <a:t>时移性质</a:t>
            </a:r>
            <a:r>
              <a:rPr lang="zh-CN" altLang="en-US" sz="2800" b="1">
                <a:solidFill>
                  <a:srgbClr val="760C04"/>
                </a:solidFill>
                <a:latin typeface="Times New Roman" panose="02020603050405020304" pitchFamily="18" charset="0"/>
                <a:ea typeface="楷体_GB2312" pitchFamily="49" charset="-122"/>
              </a:rPr>
              <a:t>（</a:t>
            </a:r>
            <a:r>
              <a:rPr lang="en-US" altLang="zh-CN" sz="2800" b="1">
                <a:solidFill>
                  <a:srgbClr val="760C04"/>
                </a:solidFill>
                <a:latin typeface="Times New Roman" panose="02020603050405020304" pitchFamily="18" charset="0"/>
                <a:ea typeface="楷体_GB2312" pitchFamily="49" charset="-122"/>
              </a:rPr>
              <a:t>Time Shifting</a:t>
            </a:r>
            <a:r>
              <a:rPr lang="zh-CN" altLang="en-US" sz="2800" b="1">
                <a:solidFill>
                  <a:srgbClr val="760C04"/>
                </a:solidFill>
                <a:latin typeface="Times New Roman" panose="02020603050405020304" pitchFamily="18" charset="0"/>
                <a:ea typeface="楷体_GB2312" pitchFamily="49" charset="-122"/>
              </a:rPr>
              <a:t>）</a:t>
            </a:r>
            <a:r>
              <a:rPr lang="en-US" altLang="zh-CN" sz="2800" b="1">
                <a:solidFill>
                  <a:srgbClr val="760C04"/>
                </a:solidFill>
                <a:latin typeface="Times New Roman" panose="02020603050405020304" pitchFamily="18" charset="0"/>
                <a:ea typeface="楷体_GB2312" pitchFamily="49" charset="-122"/>
              </a:rPr>
              <a:t>:</a:t>
            </a:r>
          </a:p>
        </p:txBody>
      </p:sp>
      <p:graphicFrame>
        <p:nvGraphicFramePr>
          <p:cNvPr id="80900" name="Object 4">
            <a:extLst>
              <a:ext uri="{FF2B5EF4-FFF2-40B4-BE49-F238E27FC236}">
                <a16:creationId xmlns:a16="http://schemas.microsoft.com/office/drawing/2014/main" id="{09A326B9-4D06-139F-144D-2DCBA42360E9}"/>
              </a:ext>
            </a:extLst>
          </p:cNvPr>
          <p:cNvGraphicFramePr>
            <a:graphicFrameLocks noChangeAspect="1"/>
          </p:cNvGraphicFramePr>
          <p:nvPr/>
        </p:nvGraphicFramePr>
        <p:xfrm>
          <a:off x="2051050" y="1125538"/>
          <a:ext cx="2282825" cy="698500"/>
        </p:xfrm>
        <a:graphic>
          <a:graphicData uri="http://schemas.openxmlformats.org/presentationml/2006/ole">
            <mc:AlternateContent xmlns:mc="http://schemas.openxmlformats.org/markup-compatibility/2006">
              <mc:Choice xmlns:v="urn:schemas-microsoft-com:vml" Requires="v">
                <p:oleObj name="Equation" r:id="rId2" imgW="850680" imgH="203040" progId="Equation.DSMT4">
                  <p:embed/>
                </p:oleObj>
              </mc:Choice>
              <mc:Fallback>
                <p:oleObj name="Equation" r:id="rId2" imgW="850680" imgH="203040" progId="Equation.DSMT4">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1050" y="1125538"/>
                        <a:ext cx="2282825" cy="698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0901" name="Object 5">
            <a:extLst>
              <a:ext uri="{FF2B5EF4-FFF2-40B4-BE49-F238E27FC236}">
                <a16:creationId xmlns:a16="http://schemas.microsoft.com/office/drawing/2014/main" id="{5DF8ABF6-B61A-A2DB-A94C-CC7750285685}"/>
              </a:ext>
            </a:extLst>
          </p:cNvPr>
          <p:cNvGraphicFramePr>
            <a:graphicFrameLocks noChangeAspect="1"/>
          </p:cNvGraphicFramePr>
          <p:nvPr/>
        </p:nvGraphicFramePr>
        <p:xfrm>
          <a:off x="4716463" y="1196975"/>
          <a:ext cx="1511300" cy="631825"/>
        </p:xfrm>
        <a:graphic>
          <a:graphicData uri="http://schemas.openxmlformats.org/presentationml/2006/ole">
            <mc:AlternateContent xmlns:mc="http://schemas.openxmlformats.org/markup-compatibility/2006">
              <mc:Choice xmlns:v="urn:schemas-microsoft-com:vml" Requires="v">
                <p:oleObj name="Equation" r:id="rId4" imgW="545760" imgH="177480" progId="Equation.DSMT4">
                  <p:embed/>
                </p:oleObj>
              </mc:Choice>
              <mc:Fallback>
                <p:oleObj name="Equation" r:id="rId4" imgW="545760" imgH="177480"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16463" y="1196975"/>
                        <a:ext cx="1511300" cy="631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0902" name="Text Box 6">
            <a:extLst>
              <a:ext uri="{FF2B5EF4-FFF2-40B4-BE49-F238E27FC236}">
                <a16:creationId xmlns:a16="http://schemas.microsoft.com/office/drawing/2014/main" id="{5000CA33-33CC-C3E0-1B54-5EE8641DEE43}"/>
              </a:ext>
            </a:extLst>
          </p:cNvPr>
          <p:cNvSpPr txBox="1">
            <a:spLocks noChangeArrowheads="1"/>
          </p:cNvSpPr>
          <p:nvPr/>
        </p:nvSpPr>
        <p:spPr bwMode="auto">
          <a:xfrm>
            <a:off x="1187450" y="1052513"/>
            <a:ext cx="642938" cy="75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20000"/>
              </a:lnSpc>
            </a:pPr>
            <a:r>
              <a:rPr lang="zh-CN" altLang="en-US" sz="3600" b="1">
                <a:solidFill>
                  <a:srgbClr val="000066"/>
                </a:solidFill>
                <a:latin typeface="楷体_GB2312" pitchFamily="49" charset="-122"/>
                <a:ea typeface="楷体_GB2312" pitchFamily="49" charset="-122"/>
              </a:rPr>
              <a:t>若</a:t>
            </a:r>
          </a:p>
        </p:txBody>
      </p:sp>
      <p:grpSp>
        <p:nvGrpSpPr>
          <p:cNvPr id="80903" name="Group 7">
            <a:extLst>
              <a:ext uri="{FF2B5EF4-FFF2-40B4-BE49-F238E27FC236}">
                <a16:creationId xmlns:a16="http://schemas.microsoft.com/office/drawing/2014/main" id="{83D46FE7-040D-CA30-55BB-A5B764EACFA3}"/>
              </a:ext>
            </a:extLst>
          </p:cNvPr>
          <p:cNvGrpSpPr>
            <a:grpSpLocks/>
          </p:cNvGrpSpPr>
          <p:nvPr/>
        </p:nvGrpSpPr>
        <p:grpSpPr bwMode="auto">
          <a:xfrm>
            <a:off x="395288" y="1916113"/>
            <a:ext cx="6308725" cy="792162"/>
            <a:chOff x="864" y="1409"/>
            <a:chExt cx="3974" cy="499"/>
          </a:xfrm>
        </p:grpSpPr>
        <p:graphicFrame>
          <p:nvGraphicFramePr>
            <p:cNvPr id="80904" name="Object 8">
              <a:extLst>
                <a:ext uri="{FF2B5EF4-FFF2-40B4-BE49-F238E27FC236}">
                  <a16:creationId xmlns:a16="http://schemas.microsoft.com/office/drawing/2014/main" id="{E7CA02B9-4256-7FC7-3327-086F88653FD5}"/>
                </a:ext>
              </a:extLst>
            </p:cNvPr>
            <p:cNvGraphicFramePr>
              <a:graphicFrameLocks noChangeAspect="1"/>
            </p:cNvGraphicFramePr>
            <p:nvPr/>
          </p:nvGraphicFramePr>
          <p:xfrm>
            <a:off x="1296" y="1508"/>
            <a:ext cx="2064" cy="400"/>
          </p:xfrm>
          <a:graphic>
            <a:graphicData uri="http://schemas.openxmlformats.org/presentationml/2006/ole">
              <mc:AlternateContent xmlns:mc="http://schemas.openxmlformats.org/markup-compatibility/2006">
                <mc:Choice xmlns:v="urn:schemas-microsoft-com:vml" Requires="v">
                  <p:oleObj name="Equation" r:id="rId6" imgW="1333440" imgH="241200" progId="Equation.DSMT4">
                    <p:embed/>
                  </p:oleObj>
                </mc:Choice>
                <mc:Fallback>
                  <p:oleObj name="Equation" r:id="rId6" imgW="1333440" imgH="241200" progId="Equation.DSMT4">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96" y="1508"/>
                          <a:ext cx="2064" cy="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0905" name="Text Box 9">
              <a:extLst>
                <a:ext uri="{FF2B5EF4-FFF2-40B4-BE49-F238E27FC236}">
                  <a16:creationId xmlns:a16="http://schemas.microsoft.com/office/drawing/2014/main" id="{46C1B0F8-85F7-C88E-DC0D-E94FF72A0ACD}"/>
                </a:ext>
              </a:extLst>
            </p:cNvPr>
            <p:cNvSpPr txBox="1">
              <a:spLocks noChangeArrowheads="1"/>
            </p:cNvSpPr>
            <p:nvPr/>
          </p:nvSpPr>
          <p:spPr bwMode="auto">
            <a:xfrm>
              <a:off x="3504" y="1413"/>
              <a:ext cx="1334" cy="4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20000"/>
                </a:lnSpc>
              </a:pPr>
              <a:r>
                <a:rPr lang="en-US" altLang="zh-CN" sz="3600" b="1">
                  <a:solidFill>
                    <a:srgbClr val="760C04"/>
                  </a:solidFill>
                  <a:latin typeface="Times New Roman" panose="02020603050405020304" pitchFamily="18" charset="0"/>
                  <a:ea typeface="楷体_GB2312" pitchFamily="49" charset="-122"/>
                </a:rPr>
                <a:t>ROC</a:t>
              </a:r>
              <a:r>
                <a:rPr lang="zh-CN" altLang="en-US" sz="3600" b="1">
                  <a:solidFill>
                    <a:srgbClr val="760C04"/>
                  </a:solidFill>
                  <a:latin typeface="Times New Roman" panose="02020603050405020304" pitchFamily="18" charset="0"/>
                  <a:ea typeface="楷体_GB2312" pitchFamily="49" charset="-122"/>
                </a:rPr>
                <a:t>不变</a:t>
              </a:r>
            </a:p>
          </p:txBody>
        </p:sp>
        <p:sp>
          <p:nvSpPr>
            <p:cNvPr id="80906" name="Text Box 10">
              <a:extLst>
                <a:ext uri="{FF2B5EF4-FFF2-40B4-BE49-F238E27FC236}">
                  <a16:creationId xmlns:a16="http://schemas.microsoft.com/office/drawing/2014/main" id="{26B503DD-C4DF-A2A5-73CF-93EC2BC5FBC8}"/>
                </a:ext>
              </a:extLst>
            </p:cNvPr>
            <p:cNvSpPr txBox="1">
              <a:spLocks noChangeArrowheads="1"/>
            </p:cNvSpPr>
            <p:nvPr/>
          </p:nvSpPr>
          <p:spPr bwMode="auto">
            <a:xfrm>
              <a:off x="864" y="1409"/>
              <a:ext cx="405" cy="4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20000"/>
                </a:lnSpc>
              </a:pPr>
              <a:r>
                <a:rPr lang="zh-CN" altLang="en-US" sz="3600" b="1">
                  <a:solidFill>
                    <a:srgbClr val="000066"/>
                  </a:solidFill>
                  <a:latin typeface="楷体_GB2312" pitchFamily="49" charset="-122"/>
                  <a:ea typeface="楷体_GB2312" pitchFamily="49" charset="-122"/>
                </a:rPr>
                <a:t>则</a:t>
              </a:r>
            </a:p>
          </p:txBody>
        </p:sp>
      </p:grpSp>
      <p:sp>
        <p:nvSpPr>
          <p:cNvPr id="80907" name="Rectangle 11">
            <a:extLst>
              <a:ext uri="{FF2B5EF4-FFF2-40B4-BE49-F238E27FC236}">
                <a16:creationId xmlns:a16="http://schemas.microsoft.com/office/drawing/2014/main" id="{7B0A6910-6507-7A23-3CEB-1CE33AE5E32B}"/>
              </a:ext>
            </a:extLst>
          </p:cNvPr>
          <p:cNvSpPr>
            <a:spLocks noChangeArrowheads="1"/>
          </p:cNvSpPr>
          <p:nvPr/>
        </p:nvSpPr>
        <p:spPr bwMode="auto">
          <a:xfrm>
            <a:off x="0" y="2781300"/>
            <a:ext cx="804703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800100" indent="-342900">
              <a:defRPr>
                <a:solidFill>
                  <a:schemeClr val="tx1"/>
                </a:solidFill>
                <a:latin typeface="Arial" panose="020B0604020202020204" pitchFamily="34" charset="0"/>
                <a:ea typeface="宋体" panose="02010600030101010101" pitchFamily="2" charset="-122"/>
              </a:defRPr>
            </a:lvl2pPr>
            <a:lvl3pPr marL="1257300" indent="-342900">
              <a:defRPr>
                <a:solidFill>
                  <a:schemeClr val="tx1"/>
                </a:solidFill>
                <a:latin typeface="Arial" panose="020B0604020202020204" pitchFamily="34" charset="0"/>
                <a:ea typeface="宋体" panose="02010600030101010101" pitchFamily="2" charset="-122"/>
              </a:defRPr>
            </a:lvl3pPr>
            <a:lvl4pPr marL="1714500" indent="-342900">
              <a:defRPr>
                <a:solidFill>
                  <a:schemeClr val="tx1"/>
                </a:solidFill>
                <a:latin typeface="Arial" panose="020B0604020202020204" pitchFamily="34" charset="0"/>
                <a:ea typeface="宋体" panose="02010600030101010101" pitchFamily="2" charset="-122"/>
              </a:defRPr>
            </a:lvl4pPr>
            <a:lvl5pPr marL="2171700" indent="-342900">
              <a:defRPr>
                <a:solidFill>
                  <a:schemeClr val="tx1"/>
                </a:solidFill>
                <a:latin typeface="Arial" panose="020B0604020202020204" pitchFamily="34" charset="0"/>
                <a:ea typeface="宋体" panose="02010600030101010101" pitchFamily="2" charset="-122"/>
              </a:defRPr>
            </a:lvl5pPr>
            <a:lvl6pPr marL="26289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0861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5433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0005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a:buClr>
                <a:schemeClr val="hlink"/>
              </a:buClr>
            </a:pPr>
            <a:r>
              <a:rPr lang="en-US" altLang="zh-CN" sz="3600" b="1">
                <a:solidFill>
                  <a:srgbClr val="760C04"/>
                </a:solidFill>
                <a:latin typeface="Times New Roman" panose="02020603050405020304" pitchFamily="18" charset="0"/>
                <a:ea typeface="楷体_GB2312" pitchFamily="49" charset="-122"/>
              </a:rPr>
              <a:t>3. S</a:t>
            </a:r>
            <a:r>
              <a:rPr lang="zh-CN" altLang="en-US" sz="3600" b="1">
                <a:solidFill>
                  <a:srgbClr val="760C04"/>
                </a:solidFill>
                <a:latin typeface="Times New Roman" panose="02020603050405020304" pitchFamily="18" charset="0"/>
                <a:ea typeface="楷体_GB2312" pitchFamily="49" charset="-122"/>
              </a:rPr>
              <a:t>域平移</a:t>
            </a:r>
            <a:r>
              <a:rPr lang="zh-CN" altLang="en-US" sz="2800" b="1">
                <a:solidFill>
                  <a:srgbClr val="760C04"/>
                </a:solidFill>
                <a:latin typeface="Times New Roman" panose="02020603050405020304" pitchFamily="18" charset="0"/>
                <a:ea typeface="楷体_GB2312" pitchFamily="49" charset="-122"/>
              </a:rPr>
              <a:t>（</a:t>
            </a:r>
            <a:r>
              <a:rPr lang="en-US" altLang="zh-CN" sz="2800" b="1">
                <a:solidFill>
                  <a:srgbClr val="760C04"/>
                </a:solidFill>
                <a:latin typeface="Times New Roman" panose="02020603050405020304" pitchFamily="18" charset="0"/>
                <a:ea typeface="楷体_GB2312" pitchFamily="49" charset="-122"/>
              </a:rPr>
              <a:t>Shifting in the s-Domain</a:t>
            </a:r>
            <a:r>
              <a:rPr lang="zh-CN" altLang="en-US" sz="2800" b="1">
                <a:solidFill>
                  <a:srgbClr val="760C04"/>
                </a:solidFill>
                <a:latin typeface="Times New Roman" panose="02020603050405020304" pitchFamily="18" charset="0"/>
                <a:ea typeface="楷体_GB2312" pitchFamily="49" charset="-122"/>
              </a:rPr>
              <a:t>）</a:t>
            </a:r>
            <a:r>
              <a:rPr lang="en-US" altLang="zh-CN" sz="2800" b="1">
                <a:solidFill>
                  <a:srgbClr val="760C04"/>
                </a:solidFill>
                <a:latin typeface="Times New Roman" panose="02020603050405020304" pitchFamily="18" charset="0"/>
                <a:ea typeface="楷体_GB2312" pitchFamily="49" charset="-122"/>
              </a:rPr>
              <a:t>:</a:t>
            </a:r>
          </a:p>
        </p:txBody>
      </p:sp>
      <p:graphicFrame>
        <p:nvGraphicFramePr>
          <p:cNvPr id="80909" name="Object 13">
            <a:extLst>
              <a:ext uri="{FF2B5EF4-FFF2-40B4-BE49-F238E27FC236}">
                <a16:creationId xmlns:a16="http://schemas.microsoft.com/office/drawing/2014/main" id="{D7CE47B4-89E1-006D-8A42-F789C9AB7FAC}"/>
              </a:ext>
            </a:extLst>
          </p:cNvPr>
          <p:cNvGraphicFramePr>
            <a:graphicFrameLocks noChangeAspect="1"/>
          </p:cNvGraphicFramePr>
          <p:nvPr/>
        </p:nvGraphicFramePr>
        <p:xfrm>
          <a:off x="2195513" y="3429000"/>
          <a:ext cx="2087562" cy="679450"/>
        </p:xfrm>
        <a:graphic>
          <a:graphicData uri="http://schemas.openxmlformats.org/presentationml/2006/ole">
            <mc:AlternateContent xmlns:mc="http://schemas.openxmlformats.org/markup-compatibility/2006">
              <mc:Choice xmlns:v="urn:schemas-microsoft-com:vml" Requires="v">
                <p:oleObj name="Equation" r:id="rId2" imgW="850680" imgH="203040" progId="Equation.DSMT4">
                  <p:embed/>
                </p:oleObj>
              </mc:Choice>
              <mc:Fallback>
                <p:oleObj name="Equation" r:id="rId2" imgW="850680" imgH="203040" progId="Equation.DSMT4">
                  <p:embed/>
                  <p:pic>
                    <p:nvPicPr>
                      <p:cNvPr id="0" name="Object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5513" y="3429000"/>
                        <a:ext cx="2087562" cy="679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0910" name="Object 14">
            <a:extLst>
              <a:ext uri="{FF2B5EF4-FFF2-40B4-BE49-F238E27FC236}">
                <a16:creationId xmlns:a16="http://schemas.microsoft.com/office/drawing/2014/main" id="{44917A3D-A421-3E32-4FC0-46264B76379B}"/>
              </a:ext>
            </a:extLst>
          </p:cNvPr>
          <p:cNvGraphicFramePr>
            <a:graphicFrameLocks noChangeAspect="1"/>
          </p:cNvGraphicFramePr>
          <p:nvPr/>
        </p:nvGraphicFramePr>
        <p:xfrm>
          <a:off x="4787900" y="3429000"/>
          <a:ext cx="1308100" cy="574675"/>
        </p:xfrm>
        <a:graphic>
          <a:graphicData uri="http://schemas.openxmlformats.org/presentationml/2006/ole">
            <mc:AlternateContent xmlns:mc="http://schemas.openxmlformats.org/markup-compatibility/2006">
              <mc:Choice xmlns:v="urn:schemas-microsoft-com:vml" Requires="v">
                <p:oleObj name="Equation" r:id="rId8" imgW="545760" imgH="177480" progId="Equation.DSMT4">
                  <p:embed/>
                </p:oleObj>
              </mc:Choice>
              <mc:Fallback>
                <p:oleObj name="Equation" r:id="rId8" imgW="545760" imgH="177480" progId="Equation.DSMT4">
                  <p:embed/>
                  <p:pic>
                    <p:nvPicPr>
                      <p:cNvPr id="0" name="Object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87900" y="3429000"/>
                        <a:ext cx="1308100" cy="57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0911" name="Text Box 15">
            <a:extLst>
              <a:ext uri="{FF2B5EF4-FFF2-40B4-BE49-F238E27FC236}">
                <a16:creationId xmlns:a16="http://schemas.microsoft.com/office/drawing/2014/main" id="{94062126-15C5-A061-5DE4-F616F75FC680}"/>
              </a:ext>
            </a:extLst>
          </p:cNvPr>
          <p:cNvSpPr txBox="1">
            <a:spLocks noChangeArrowheads="1"/>
          </p:cNvSpPr>
          <p:nvPr/>
        </p:nvSpPr>
        <p:spPr bwMode="auto">
          <a:xfrm>
            <a:off x="1446213" y="3395663"/>
            <a:ext cx="642937"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000066"/>
                </a:solidFill>
                <a:latin typeface="楷体_GB2312" pitchFamily="49" charset="-122"/>
                <a:ea typeface="楷体_GB2312" pitchFamily="49" charset="-122"/>
              </a:rPr>
              <a:t>若</a:t>
            </a:r>
          </a:p>
        </p:txBody>
      </p:sp>
      <p:sp>
        <p:nvSpPr>
          <p:cNvPr id="80913" name="Text Box 17">
            <a:extLst>
              <a:ext uri="{FF2B5EF4-FFF2-40B4-BE49-F238E27FC236}">
                <a16:creationId xmlns:a16="http://schemas.microsoft.com/office/drawing/2014/main" id="{692CDCF0-5726-DA5F-EFD7-B9947970A67F}"/>
              </a:ext>
            </a:extLst>
          </p:cNvPr>
          <p:cNvSpPr txBox="1">
            <a:spLocks noChangeArrowheads="1"/>
          </p:cNvSpPr>
          <p:nvPr/>
        </p:nvSpPr>
        <p:spPr bwMode="auto">
          <a:xfrm>
            <a:off x="539750" y="5013325"/>
            <a:ext cx="8208963"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en-US" altLang="zh-CN" sz="2800" b="1">
                <a:solidFill>
                  <a:srgbClr val="000066"/>
                </a:solidFill>
                <a:latin typeface="Times New Roman" panose="02020603050405020304" pitchFamily="18" charset="0"/>
                <a:ea typeface="楷体_GB2312" pitchFamily="49" charset="-122"/>
              </a:rPr>
              <a:t>    </a:t>
            </a:r>
            <a:r>
              <a:rPr lang="zh-CN" altLang="en-US" sz="3600" b="1">
                <a:solidFill>
                  <a:srgbClr val="000066"/>
                </a:solidFill>
                <a:latin typeface="Times New Roman" panose="02020603050405020304" pitchFamily="18" charset="0"/>
                <a:ea typeface="楷体_GB2312" pitchFamily="49" charset="-122"/>
              </a:rPr>
              <a:t>表明             的</a:t>
            </a:r>
            <a:r>
              <a:rPr lang="en-US" altLang="zh-CN" sz="3600" b="1">
                <a:solidFill>
                  <a:srgbClr val="000066"/>
                </a:solidFill>
                <a:latin typeface="Times New Roman" panose="02020603050405020304" pitchFamily="18" charset="0"/>
                <a:ea typeface="楷体_GB2312" pitchFamily="49" charset="-122"/>
              </a:rPr>
              <a:t>ROC</a:t>
            </a:r>
            <a:r>
              <a:rPr lang="zh-CN" altLang="en-US" sz="3600" b="1">
                <a:solidFill>
                  <a:srgbClr val="000066"/>
                </a:solidFill>
                <a:latin typeface="Times New Roman" panose="02020603050405020304" pitchFamily="18" charset="0"/>
                <a:ea typeface="楷体_GB2312" pitchFamily="49" charset="-122"/>
              </a:rPr>
              <a:t>是将        的</a:t>
            </a:r>
            <a:r>
              <a:rPr lang="en-US" altLang="zh-CN" sz="3600" b="1">
                <a:solidFill>
                  <a:srgbClr val="000066"/>
                </a:solidFill>
                <a:latin typeface="Times New Roman" panose="02020603050405020304" pitchFamily="18" charset="0"/>
                <a:ea typeface="楷体_GB2312" pitchFamily="49" charset="-122"/>
              </a:rPr>
              <a:t>ROC</a:t>
            </a:r>
            <a:r>
              <a:rPr lang="zh-CN" altLang="en-US" sz="3600" b="1">
                <a:solidFill>
                  <a:srgbClr val="000066"/>
                </a:solidFill>
                <a:latin typeface="Times New Roman" panose="02020603050405020304" pitchFamily="18" charset="0"/>
                <a:ea typeface="楷体_GB2312" pitchFamily="49" charset="-122"/>
              </a:rPr>
              <a:t>平移了一个</a:t>
            </a:r>
            <a:r>
              <a:rPr lang="zh-CN" altLang="en-US" sz="2800" b="1">
                <a:solidFill>
                  <a:srgbClr val="000066"/>
                </a:solidFill>
                <a:latin typeface="Times New Roman" panose="02020603050405020304" pitchFamily="18" charset="0"/>
                <a:ea typeface="楷体_GB2312" pitchFamily="49" charset="-122"/>
              </a:rPr>
              <a:t>            。</a:t>
            </a:r>
          </a:p>
        </p:txBody>
      </p:sp>
      <p:graphicFrame>
        <p:nvGraphicFramePr>
          <p:cNvPr id="80915" name="Object 19">
            <a:extLst>
              <a:ext uri="{FF2B5EF4-FFF2-40B4-BE49-F238E27FC236}">
                <a16:creationId xmlns:a16="http://schemas.microsoft.com/office/drawing/2014/main" id="{91DE768D-84D9-7878-8D0A-84D9856D79FE}"/>
              </a:ext>
            </a:extLst>
          </p:cNvPr>
          <p:cNvGraphicFramePr>
            <a:graphicFrameLocks noChangeAspect="1"/>
          </p:cNvGraphicFramePr>
          <p:nvPr/>
        </p:nvGraphicFramePr>
        <p:xfrm>
          <a:off x="5724525" y="5300663"/>
          <a:ext cx="941388" cy="606425"/>
        </p:xfrm>
        <a:graphic>
          <a:graphicData uri="http://schemas.openxmlformats.org/presentationml/2006/ole">
            <mc:AlternateContent xmlns:mc="http://schemas.openxmlformats.org/markup-compatibility/2006">
              <mc:Choice xmlns:v="urn:schemas-microsoft-com:vml" Requires="v">
                <p:oleObj name="Equation" r:id="rId9" imgW="355320" imgH="203040" progId="Equation.DSMT4">
                  <p:embed/>
                </p:oleObj>
              </mc:Choice>
              <mc:Fallback>
                <p:oleObj name="Equation" r:id="rId9" imgW="355320" imgH="203040" progId="Equation.DSMT4">
                  <p:embed/>
                  <p:pic>
                    <p:nvPicPr>
                      <p:cNvPr id="0" name="Object 1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724525" y="5300663"/>
                        <a:ext cx="941388" cy="606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0916" name="Object 20">
            <a:extLst>
              <a:ext uri="{FF2B5EF4-FFF2-40B4-BE49-F238E27FC236}">
                <a16:creationId xmlns:a16="http://schemas.microsoft.com/office/drawing/2014/main" id="{2BF0210B-DBD5-CEEA-EE04-793FD968EFFA}"/>
              </a:ext>
            </a:extLst>
          </p:cNvPr>
          <p:cNvGraphicFramePr>
            <a:graphicFrameLocks noChangeAspect="1"/>
          </p:cNvGraphicFramePr>
          <p:nvPr/>
        </p:nvGraphicFramePr>
        <p:xfrm>
          <a:off x="1979613" y="5229225"/>
          <a:ext cx="1350962" cy="642938"/>
        </p:xfrm>
        <a:graphic>
          <a:graphicData uri="http://schemas.openxmlformats.org/presentationml/2006/ole">
            <mc:AlternateContent xmlns:mc="http://schemas.openxmlformats.org/markup-compatibility/2006">
              <mc:Choice xmlns:v="urn:schemas-microsoft-com:vml" Requires="v">
                <p:oleObj name="Equation" r:id="rId11" imgW="609480" imgH="228600" progId="Equation.DSMT4">
                  <p:embed/>
                </p:oleObj>
              </mc:Choice>
              <mc:Fallback>
                <p:oleObj name="Equation" r:id="rId11" imgW="609480" imgH="228600" progId="Equation.DSMT4">
                  <p:embed/>
                  <p:pic>
                    <p:nvPicPr>
                      <p:cNvPr id="0" name="Object 2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979613" y="5229225"/>
                        <a:ext cx="1350962" cy="642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80917" name="Picture 21">
            <a:extLst>
              <a:ext uri="{FF2B5EF4-FFF2-40B4-BE49-F238E27FC236}">
                <a16:creationId xmlns:a16="http://schemas.microsoft.com/office/drawing/2014/main" id="{510DF2A1-42B3-1ECD-434F-613F233ABE04}"/>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484438" y="6021388"/>
            <a:ext cx="1101725" cy="571500"/>
          </a:xfrm>
          <a:prstGeom prst="rect">
            <a:avLst/>
          </a:prstGeom>
          <a:noFill/>
          <a:extLst>
            <a:ext uri="{909E8E84-426E-40DD-AFC4-6F175D3DCCD1}">
              <a14:hiddenFill xmlns:a14="http://schemas.microsoft.com/office/drawing/2010/main">
                <a:solidFill>
                  <a:srgbClr val="FFFFFF"/>
                </a:solidFill>
              </a14:hiddenFill>
            </a:ext>
          </a:extLst>
        </p:spPr>
      </p:pic>
      <p:sp>
        <p:nvSpPr>
          <p:cNvPr id="80919" name="Text Box 23">
            <a:extLst>
              <a:ext uri="{FF2B5EF4-FFF2-40B4-BE49-F238E27FC236}">
                <a16:creationId xmlns:a16="http://schemas.microsoft.com/office/drawing/2014/main" id="{FFC5A954-E43A-1992-4F76-39823F3DCB2B}"/>
              </a:ext>
            </a:extLst>
          </p:cNvPr>
          <p:cNvSpPr txBox="1">
            <a:spLocks noChangeArrowheads="1"/>
          </p:cNvSpPr>
          <p:nvPr/>
        </p:nvSpPr>
        <p:spPr bwMode="auto">
          <a:xfrm>
            <a:off x="323850" y="4149725"/>
            <a:ext cx="64293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000066"/>
                </a:solidFill>
                <a:latin typeface="楷体_GB2312" pitchFamily="49" charset="-122"/>
                <a:ea typeface="楷体_GB2312" pitchFamily="49" charset="-122"/>
              </a:rPr>
              <a:t>则</a:t>
            </a:r>
          </a:p>
        </p:txBody>
      </p:sp>
      <p:grpSp>
        <p:nvGrpSpPr>
          <p:cNvPr id="80920" name="Group 24">
            <a:extLst>
              <a:ext uri="{FF2B5EF4-FFF2-40B4-BE49-F238E27FC236}">
                <a16:creationId xmlns:a16="http://schemas.microsoft.com/office/drawing/2014/main" id="{C4C638A5-8A5B-B9C2-AFC5-6E008E7C547B}"/>
              </a:ext>
            </a:extLst>
          </p:cNvPr>
          <p:cNvGrpSpPr>
            <a:grpSpLocks/>
          </p:cNvGrpSpPr>
          <p:nvPr/>
        </p:nvGrpSpPr>
        <p:grpSpPr bwMode="auto">
          <a:xfrm>
            <a:off x="1081088" y="4292600"/>
            <a:ext cx="6242050" cy="585788"/>
            <a:chOff x="901" y="2752"/>
            <a:chExt cx="3932" cy="369"/>
          </a:xfrm>
        </p:grpSpPr>
        <p:graphicFrame>
          <p:nvGraphicFramePr>
            <p:cNvPr id="80921" name="Object 25">
              <a:extLst>
                <a:ext uri="{FF2B5EF4-FFF2-40B4-BE49-F238E27FC236}">
                  <a16:creationId xmlns:a16="http://schemas.microsoft.com/office/drawing/2014/main" id="{BF95B9DC-0465-B269-8D17-262418FABA4A}"/>
                </a:ext>
              </a:extLst>
            </p:cNvPr>
            <p:cNvGraphicFramePr>
              <a:graphicFrameLocks noChangeAspect="1"/>
            </p:cNvGraphicFramePr>
            <p:nvPr/>
          </p:nvGraphicFramePr>
          <p:xfrm>
            <a:off x="901" y="2752"/>
            <a:ext cx="2230" cy="369"/>
          </p:xfrm>
          <a:graphic>
            <a:graphicData uri="http://schemas.openxmlformats.org/presentationml/2006/ole">
              <mc:AlternateContent xmlns:mc="http://schemas.openxmlformats.org/markup-compatibility/2006">
                <mc:Choice xmlns:v="urn:schemas-microsoft-com:vml" Requires="v">
                  <p:oleObj name="Equation" r:id="rId14" imgW="1307880" imgH="241200" progId="Equation.DSMT4">
                    <p:embed/>
                  </p:oleObj>
                </mc:Choice>
                <mc:Fallback>
                  <p:oleObj name="Equation" r:id="rId14" imgW="1307880" imgH="241200" progId="Equation.DSMT4">
                    <p:embed/>
                    <p:pic>
                      <p:nvPicPr>
                        <p:cNvPr id="0" name="Object 2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01" y="2752"/>
                          <a:ext cx="2230" cy="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80922" name="Picture 26">
              <a:extLst>
                <a:ext uri="{FF2B5EF4-FFF2-40B4-BE49-F238E27FC236}">
                  <a16:creationId xmlns:a16="http://schemas.microsoft.com/office/drawing/2014/main" id="{B016A0DA-90E6-C906-8388-0E572B92FA0F}"/>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243" y="2831"/>
              <a:ext cx="1590" cy="282"/>
            </a:xfrm>
            <a:prstGeom prst="rect">
              <a:avLst/>
            </a:prstGeom>
            <a:noFill/>
            <a:extLst>
              <a:ext uri="{909E8E84-426E-40DD-AFC4-6F175D3DCCD1}">
                <a14:hiddenFill xmlns:a14="http://schemas.microsoft.com/office/drawing/2010/main">
                  <a:solidFill>
                    <a:srgbClr val="FFFFFF"/>
                  </a:solidFill>
                </a14:hiddenFill>
              </a:ext>
            </a:extLst>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80903"/>
                                        </p:tgtEl>
                                        <p:attrNameLst>
                                          <p:attrName>style.visibility</p:attrName>
                                        </p:attrNameLst>
                                      </p:cBhvr>
                                      <p:to>
                                        <p:strVal val="visible"/>
                                      </p:to>
                                    </p:set>
                                    <p:anim calcmode="lin" valueType="num">
                                      <p:cBhvr additive="base">
                                        <p:cTn id="7" dur="500" fill="hold"/>
                                        <p:tgtEl>
                                          <p:spTgt spid="80903"/>
                                        </p:tgtEl>
                                        <p:attrNameLst>
                                          <p:attrName>ppt_x</p:attrName>
                                        </p:attrNameLst>
                                      </p:cBhvr>
                                      <p:tavLst>
                                        <p:tav tm="0">
                                          <p:val>
                                            <p:strVal val="0-#ppt_w/2"/>
                                          </p:val>
                                        </p:tav>
                                        <p:tav tm="100000">
                                          <p:val>
                                            <p:strVal val="#ppt_x"/>
                                          </p:val>
                                        </p:tav>
                                      </p:tavLst>
                                    </p:anim>
                                    <p:anim calcmode="lin" valueType="num">
                                      <p:cBhvr additive="base">
                                        <p:cTn id="8" dur="500" fill="hold"/>
                                        <p:tgtEl>
                                          <p:spTgt spid="8090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0907"/>
                                        </p:tgtEl>
                                        <p:attrNameLst>
                                          <p:attrName>style.visibility</p:attrName>
                                        </p:attrNameLst>
                                      </p:cBhvr>
                                      <p:to>
                                        <p:strVal val="visible"/>
                                      </p:to>
                                    </p:set>
                                    <p:anim calcmode="lin" valueType="num">
                                      <p:cBhvr additive="base">
                                        <p:cTn id="13" dur="500" fill="hold"/>
                                        <p:tgtEl>
                                          <p:spTgt spid="80907"/>
                                        </p:tgtEl>
                                        <p:attrNameLst>
                                          <p:attrName>ppt_x</p:attrName>
                                        </p:attrNameLst>
                                      </p:cBhvr>
                                      <p:tavLst>
                                        <p:tav tm="0">
                                          <p:val>
                                            <p:strVal val="0-#ppt_w/2"/>
                                          </p:val>
                                        </p:tav>
                                        <p:tav tm="100000">
                                          <p:val>
                                            <p:strVal val="#ppt_x"/>
                                          </p:val>
                                        </p:tav>
                                      </p:tavLst>
                                    </p:anim>
                                    <p:anim calcmode="lin" valueType="num">
                                      <p:cBhvr additive="base">
                                        <p:cTn id="14" dur="500" fill="hold"/>
                                        <p:tgtEl>
                                          <p:spTgt spid="8090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907"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6" name="Text Box 4">
            <a:extLst>
              <a:ext uri="{FF2B5EF4-FFF2-40B4-BE49-F238E27FC236}">
                <a16:creationId xmlns:a16="http://schemas.microsoft.com/office/drawing/2014/main" id="{85237641-9FE9-C88F-61BB-FFF927E1803C}"/>
              </a:ext>
            </a:extLst>
          </p:cNvPr>
          <p:cNvSpPr txBox="1">
            <a:spLocks noChangeArrowheads="1"/>
          </p:cNvSpPr>
          <p:nvPr/>
        </p:nvSpPr>
        <p:spPr bwMode="auto">
          <a:xfrm>
            <a:off x="323850" y="260350"/>
            <a:ext cx="76676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3600" b="1">
                <a:solidFill>
                  <a:srgbClr val="000066"/>
                </a:solidFill>
                <a:latin typeface="楷体_GB2312" pitchFamily="49" charset="-122"/>
                <a:ea typeface="楷体_GB2312" pitchFamily="49" charset="-122"/>
              </a:rPr>
              <a:t>例</a:t>
            </a:r>
            <a:r>
              <a:rPr lang="en-US" altLang="zh-CN" sz="3600" b="1">
                <a:solidFill>
                  <a:srgbClr val="000066"/>
                </a:solidFill>
                <a:latin typeface="楷体_GB2312" pitchFamily="49" charset="-122"/>
                <a:ea typeface="楷体_GB2312" pitchFamily="49" charset="-122"/>
              </a:rPr>
              <a:t>.</a:t>
            </a:r>
          </a:p>
        </p:txBody>
      </p:sp>
      <p:graphicFrame>
        <p:nvGraphicFramePr>
          <p:cNvPr id="79877" name="Object 5">
            <a:extLst>
              <a:ext uri="{FF2B5EF4-FFF2-40B4-BE49-F238E27FC236}">
                <a16:creationId xmlns:a16="http://schemas.microsoft.com/office/drawing/2014/main" id="{D7F11419-EB19-6AB0-482F-BEE741E5395F}"/>
              </a:ext>
            </a:extLst>
          </p:cNvPr>
          <p:cNvGraphicFramePr>
            <a:graphicFrameLocks noChangeAspect="1"/>
          </p:cNvGraphicFramePr>
          <p:nvPr/>
        </p:nvGraphicFramePr>
        <p:xfrm>
          <a:off x="1187450" y="260350"/>
          <a:ext cx="3763963" cy="846138"/>
        </p:xfrm>
        <a:graphic>
          <a:graphicData uri="http://schemas.openxmlformats.org/presentationml/2006/ole">
            <mc:AlternateContent xmlns:mc="http://schemas.openxmlformats.org/markup-compatibility/2006">
              <mc:Choice xmlns:v="urn:schemas-microsoft-com:vml" Requires="v">
                <p:oleObj name="Equation" r:id="rId2" imgW="914400" imgH="253800" progId="Equation.DSMT4">
                  <p:embed/>
                </p:oleObj>
              </mc:Choice>
              <mc:Fallback>
                <p:oleObj name="Equation" r:id="rId2" imgW="914400" imgH="253800" progId="Equation.DSMT4">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7450" y="260350"/>
                        <a:ext cx="3763963" cy="846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79878" name="Group 6">
            <a:extLst>
              <a:ext uri="{FF2B5EF4-FFF2-40B4-BE49-F238E27FC236}">
                <a16:creationId xmlns:a16="http://schemas.microsoft.com/office/drawing/2014/main" id="{E2C9A6C0-BF0A-8274-1AA8-99279A745B15}"/>
              </a:ext>
            </a:extLst>
          </p:cNvPr>
          <p:cNvGrpSpPr>
            <a:grpSpLocks/>
          </p:cNvGrpSpPr>
          <p:nvPr/>
        </p:nvGrpSpPr>
        <p:grpSpPr bwMode="auto">
          <a:xfrm>
            <a:off x="755650" y="1125538"/>
            <a:ext cx="4321175" cy="1150937"/>
            <a:chOff x="912" y="1056"/>
            <a:chExt cx="2055" cy="549"/>
          </a:xfrm>
        </p:grpSpPr>
        <p:graphicFrame>
          <p:nvGraphicFramePr>
            <p:cNvPr id="79879" name="Object 7">
              <a:extLst>
                <a:ext uri="{FF2B5EF4-FFF2-40B4-BE49-F238E27FC236}">
                  <a16:creationId xmlns:a16="http://schemas.microsoft.com/office/drawing/2014/main" id="{3258D1B6-7246-CEE0-EC68-46A008BCDE31}"/>
                </a:ext>
              </a:extLst>
            </p:cNvPr>
            <p:cNvGraphicFramePr>
              <a:graphicFrameLocks noChangeAspect="1"/>
            </p:cNvGraphicFramePr>
            <p:nvPr/>
          </p:nvGraphicFramePr>
          <p:xfrm>
            <a:off x="912" y="1056"/>
            <a:ext cx="1149" cy="549"/>
          </p:xfrm>
          <a:graphic>
            <a:graphicData uri="http://schemas.openxmlformats.org/presentationml/2006/ole">
              <mc:AlternateContent xmlns:mc="http://schemas.openxmlformats.org/markup-compatibility/2006">
                <mc:Choice xmlns:v="urn:schemas-microsoft-com:vml" Requires="v">
                  <p:oleObj name="Equation" r:id="rId4" imgW="825480" imgH="393480" progId="Equation.DSMT4">
                    <p:embed/>
                  </p:oleObj>
                </mc:Choice>
                <mc:Fallback>
                  <p:oleObj name="Equation" r:id="rId4" imgW="825480" imgH="393480" progId="Equation.DSMT4">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2" y="1056"/>
                          <a:ext cx="1149" cy="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9880" name="Object 8">
              <a:extLst>
                <a:ext uri="{FF2B5EF4-FFF2-40B4-BE49-F238E27FC236}">
                  <a16:creationId xmlns:a16="http://schemas.microsoft.com/office/drawing/2014/main" id="{C04D222C-8166-8ECA-174A-FEFB44F88CAB}"/>
                </a:ext>
              </a:extLst>
            </p:cNvPr>
            <p:cNvGraphicFramePr>
              <a:graphicFrameLocks noChangeAspect="1"/>
            </p:cNvGraphicFramePr>
            <p:nvPr/>
          </p:nvGraphicFramePr>
          <p:xfrm>
            <a:off x="2352" y="1200"/>
            <a:ext cx="615" cy="238"/>
          </p:xfrm>
          <a:graphic>
            <a:graphicData uri="http://schemas.openxmlformats.org/presentationml/2006/ole">
              <mc:AlternateContent xmlns:mc="http://schemas.openxmlformats.org/markup-compatibility/2006">
                <mc:Choice xmlns:v="urn:schemas-microsoft-com:vml" Requires="v">
                  <p:oleObj name="Equation" r:id="rId6" imgW="457200" imgH="177480" progId="Equation.DSMT4">
                    <p:embed/>
                  </p:oleObj>
                </mc:Choice>
                <mc:Fallback>
                  <p:oleObj name="Equation" r:id="rId6" imgW="457200" imgH="177480" progId="Equation.DSMT4">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52" y="1200"/>
                          <a:ext cx="615" cy="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79881" name="Object 9">
            <a:extLst>
              <a:ext uri="{FF2B5EF4-FFF2-40B4-BE49-F238E27FC236}">
                <a16:creationId xmlns:a16="http://schemas.microsoft.com/office/drawing/2014/main" id="{8A0922E4-49FD-1ADA-BEBC-C75F60747E4A}"/>
              </a:ext>
            </a:extLst>
          </p:cNvPr>
          <p:cNvGraphicFramePr>
            <a:graphicFrameLocks noChangeAspect="1"/>
          </p:cNvGraphicFramePr>
          <p:nvPr/>
        </p:nvGraphicFramePr>
        <p:xfrm>
          <a:off x="755650" y="2470150"/>
          <a:ext cx="4248150" cy="2093913"/>
        </p:xfrm>
        <a:graphic>
          <a:graphicData uri="http://schemas.openxmlformats.org/presentationml/2006/ole">
            <mc:AlternateContent xmlns:mc="http://schemas.openxmlformats.org/markup-compatibility/2006">
              <mc:Choice xmlns:v="urn:schemas-microsoft-com:vml" Requires="v">
                <p:oleObj name="Equation" r:id="rId8" imgW="1193760" imgH="660240" progId="Equation.DSMT4">
                  <p:embed/>
                </p:oleObj>
              </mc:Choice>
              <mc:Fallback>
                <p:oleObj name="Equation" r:id="rId8" imgW="1193760" imgH="660240" progId="Equation.DSMT4">
                  <p:embed/>
                  <p:pic>
                    <p:nvPicPr>
                      <p:cNvPr id="0"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55650" y="2470150"/>
                        <a:ext cx="4248150" cy="209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79882" name="Group 10">
            <a:extLst>
              <a:ext uri="{FF2B5EF4-FFF2-40B4-BE49-F238E27FC236}">
                <a16:creationId xmlns:a16="http://schemas.microsoft.com/office/drawing/2014/main" id="{108BA503-3C09-21DD-669F-3D82ADAF0671}"/>
              </a:ext>
            </a:extLst>
          </p:cNvPr>
          <p:cNvGrpSpPr>
            <a:grpSpLocks/>
          </p:cNvGrpSpPr>
          <p:nvPr/>
        </p:nvGrpSpPr>
        <p:grpSpPr bwMode="auto">
          <a:xfrm>
            <a:off x="539750" y="4762500"/>
            <a:ext cx="3960813" cy="815975"/>
            <a:chOff x="816" y="3024"/>
            <a:chExt cx="2081" cy="370"/>
          </a:xfrm>
        </p:grpSpPr>
        <p:sp>
          <p:nvSpPr>
            <p:cNvPr id="79883" name="Text Box 11">
              <a:extLst>
                <a:ext uri="{FF2B5EF4-FFF2-40B4-BE49-F238E27FC236}">
                  <a16:creationId xmlns:a16="http://schemas.microsoft.com/office/drawing/2014/main" id="{35E37A3E-9AB0-48A0-11CD-3024FBAF6B79}"/>
                </a:ext>
              </a:extLst>
            </p:cNvPr>
            <p:cNvSpPr txBox="1">
              <a:spLocks noChangeArrowheads="1"/>
            </p:cNvSpPr>
            <p:nvPr/>
          </p:nvSpPr>
          <p:spPr bwMode="auto">
            <a:xfrm>
              <a:off x="816" y="3024"/>
              <a:ext cx="579"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000066"/>
                  </a:solidFill>
                  <a:latin typeface="楷体_GB2312" pitchFamily="49" charset="-122"/>
                  <a:ea typeface="楷体_GB2312" pitchFamily="49" charset="-122"/>
                </a:rPr>
                <a:t>显然</a:t>
              </a:r>
            </a:p>
          </p:txBody>
        </p:sp>
        <p:graphicFrame>
          <p:nvGraphicFramePr>
            <p:cNvPr id="79884" name="Object 12">
              <a:extLst>
                <a:ext uri="{FF2B5EF4-FFF2-40B4-BE49-F238E27FC236}">
                  <a16:creationId xmlns:a16="http://schemas.microsoft.com/office/drawing/2014/main" id="{DC78F84C-490B-39E0-8B3C-EC2228366D41}"/>
                </a:ext>
              </a:extLst>
            </p:cNvPr>
            <p:cNvGraphicFramePr>
              <a:graphicFrameLocks noChangeAspect="1"/>
            </p:cNvGraphicFramePr>
            <p:nvPr/>
          </p:nvGraphicFramePr>
          <p:xfrm>
            <a:off x="1536" y="3120"/>
            <a:ext cx="1361" cy="274"/>
          </p:xfrm>
          <a:graphic>
            <a:graphicData uri="http://schemas.openxmlformats.org/presentationml/2006/ole">
              <mc:AlternateContent xmlns:mc="http://schemas.openxmlformats.org/markup-compatibility/2006">
                <mc:Choice xmlns:v="urn:schemas-microsoft-com:vml" Requires="v">
                  <p:oleObj name="Equation" r:id="rId10" imgW="863280" imgH="177480" progId="Equation.DSMT4">
                    <p:embed/>
                  </p:oleObj>
                </mc:Choice>
                <mc:Fallback>
                  <p:oleObj name="Equation" r:id="rId10" imgW="863280" imgH="177480" progId="Equation.DSMT4">
                    <p:embed/>
                    <p:pic>
                      <p:nvPicPr>
                        <p:cNvPr id="0" name="Object 1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536" y="3120"/>
                          <a:ext cx="1361" cy="2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pic>
        <p:nvPicPr>
          <p:cNvPr id="79885" name="Picture 13">
            <a:extLst>
              <a:ext uri="{FF2B5EF4-FFF2-40B4-BE49-F238E27FC236}">
                <a16:creationId xmlns:a16="http://schemas.microsoft.com/office/drawing/2014/main" id="{36FDB4C9-CB4D-D42C-1C65-C54FE68C4E21}"/>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562600" y="838200"/>
            <a:ext cx="2674938" cy="2487613"/>
          </a:xfrm>
          <a:prstGeom prst="rect">
            <a:avLst/>
          </a:prstGeom>
          <a:noFill/>
          <a:extLst>
            <a:ext uri="{909E8E84-426E-40DD-AFC4-6F175D3DCCD1}">
              <a14:hiddenFill xmlns:a14="http://schemas.microsoft.com/office/drawing/2010/main">
                <a:solidFill>
                  <a:srgbClr val="FFFFFF"/>
                </a:solidFill>
              </a14:hiddenFill>
            </a:ext>
          </a:extLst>
        </p:spPr>
      </p:pic>
      <p:pic>
        <p:nvPicPr>
          <p:cNvPr id="79886" name="Picture 14">
            <a:extLst>
              <a:ext uri="{FF2B5EF4-FFF2-40B4-BE49-F238E27FC236}">
                <a16:creationId xmlns:a16="http://schemas.microsoft.com/office/drawing/2014/main" id="{FA7FBDD3-591A-B6F6-073F-7D2085597E2A}"/>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181600" y="3581400"/>
            <a:ext cx="3187700" cy="27924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79878"/>
                                        </p:tgtEl>
                                        <p:attrNameLst>
                                          <p:attrName>style.visibility</p:attrName>
                                        </p:attrNameLst>
                                      </p:cBhvr>
                                      <p:to>
                                        <p:strVal val="visible"/>
                                      </p:to>
                                    </p:set>
                                    <p:anim calcmode="lin" valueType="num">
                                      <p:cBhvr additive="base">
                                        <p:cTn id="7" dur="500" fill="hold"/>
                                        <p:tgtEl>
                                          <p:spTgt spid="79878"/>
                                        </p:tgtEl>
                                        <p:attrNameLst>
                                          <p:attrName>ppt_x</p:attrName>
                                        </p:attrNameLst>
                                      </p:cBhvr>
                                      <p:tavLst>
                                        <p:tav tm="0">
                                          <p:val>
                                            <p:strVal val="0-#ppt_w/2"/>
                                          </p:val>
                                        </p:tav>
                                        <p:tav tm="100000">
                                          <p:val>
                                            <p:strVal val="#ppt_x"/>
                                          </p:val>
                                        </p:tav>
                                      </p:tavLst>
                                    </p:anim>
                                    <p:anim calcmode="lin" valueType="num">
                                      <p:cBhvr additive="base">
                                        <p:cTn id="8" dur="500" fill="hold"/>
                                        <p:tgtEl>
                                          <p:spTgt spid="7987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79881"/>
                                        </p:tgtEl>
                                        <p:attrNameLst>
                                          <p:attrName>style.visibility</p:attrName>
                                        </p:attrNameLst>
                                      </p:cBhvr>
                                      <p:to>
                                        <p:strVal val="visible"/>
                                      </p:to>
                                    </p:set>
                                    <p:anim calcmode="lin" valueType="num">
                                      <p:cBhvr additive="base">
                                        <p:cTn id="13" dur="500" fill="hold"/>
                                        <p:tgtEl>
                                          <p:spTgt spid="79881"/>
                                        </p:tgtEl>
                                        <p:attrNameLst>
                                          <p:attrName>ppt_x</p:attrName>
                                        </p:attrNameLst>
                                      </p:cBhvr>
                                      <p:tavLst>
                                        <p:tav tm="0">
                                          <p:val>
                                            <p:strVal val="0-#ppt_w/2"/>
                                          </p:val>
                                        </p:tav>
                                        <p:tav tm="100000">
                                          <p:val>
                                            <p:strVal val="#ppt_x"/>
                                          </p:val>
                                        </p:tav>
                                      </p:tavLst>
                                    </p:anim>
                                    <p:anim calcmode="lin" valueType="num">
                                      <p:cBhvr additive="base">
                                        <p:cTn id="14" dur="500" fill="hold"/>
                                        <p:tgtEl>
                                          <p:spTgt spid="79881"/>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79882"/>
                                        </p:tgtEl>
                                        <p:attrNameLst>
                                          <p:attrName>style.visibility</p:attrName>
                                        </p:attrNameLst>
                                      </p:cBhvr>
                                      <p:to>
                                        <p:strVal val="visible"/>
                                      </p:to>
                                    </p:set>
                                    <p:anim calcmode="lin" valueType="num">
                                      <p:cBhvr additive="base">
                                        <p:cTn id="19" dur="500" fill="hold"/>
                                        <p:tgtEl>
                                          <p:spTgt spid="79882"/>
                                        </p:tgtEl>
                                        <p:attrNameLst>
                                          <p:attrName>ppt_x</p:attrName>
                                        </p:attrNameLst>
                                      </p:cBhvr>
                                      <p:tavLst>
                                        <p:tav tm="0">
                                          <p:val>
                                            <p:strVal val="0-#ppt_w/2"/>
                                          </p:val>
                                        </p:tav>
                                        <p:tav tm="100000">
                                          <p:val>
                                            <p:strVal val="#ppt_x"/>
                                          </p:val>
                                        </p:tav>
                                      </p:tavLst>
                                    </p:anim>
                                    <p:anim calcmode="lin" valueType="num">
                                      <p:cBhvr additive="base">
                                        <p:cTn id="20" dur="500" fill="hold"/>
                                        <p:tgtEl>
                                          <p:spTgt spid="7988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ext Box 2">
            <a:extLst>
              <a:ext uri="{FF2B5EF4-FFF2-40B4-BE49-F238E27FC236}">
                <a16:creationId xmlns:a16="http://schemas.microsoft.com/office/drawing/2014/main" id="{C135B838-D009-E2A9-4BF5-78AADE110EDF}"/>
              </a:ext>
            </a:extLst>
          </p:cNvPr>
          <p:cNvSpPr txBox="1">
            <a:spLocks noChangeArrowheads="1"/>
          </p:cNvSpPr>
          <p:nvPr/>
        </p:nvSpPr>
        <p:spPr bwMode="auto">
          <a:xfrm>
            <a:off x="250825" y="187325"/>
            <a:ext cx="68738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800100" indent="-342900">
              <a:defRPr>
                <a:solidFill>
                  <a:schemeClr val="tx1"/>
                </a:solidFill>
                <a:latin typeface="Arial" panose="020B0604020202020204" pitchFamily="34" charset="0"/>
                <a:ea typeface="宋体" panose="02010600030101010101" pitchFamily="2" charset="-122"/>
              </a:defRPr>
            </a:lvl2pPr>
            <a:lvl3pPr marL="1257300" indent="-342900">
              <a:defRPr>
                <a:solidFill>
                  <a:schemeClr val="tx1"/>
                </a:solidFill>
                <a:latin typeface="Arial" panose="020B0604020202020204" pitchFamily="34" charset="0"/>
                <a:ea typeface="宋体" panose="02010600030101010101" pitchFamily="2" charset="-122"/>
              </a:defRPr>
            </a:lvl3pPr>
            <a:lvl4pPr marL="1714500" indent="-342900">
              <a:defRPr>
                <a:solidFill>
                  <a:schemeClr val="tx1"/>
                </a:solidFill>
                <a:latin typeface="Arial" panose="020B0604020202020204" pitchFamily="34" charset="0"/>
                <a:ea typeface="宋体" panose="02010600030101010101" pitchFamily="2" charset="-122"/>
              </a:defRPr>
            </a:lvl4pPr>
            <a:lvl5pPr marL="2171700" indent="-342900">
              <a:defRPr>
                <a:solidFill>
                  <a:schemeClr val="tx1"/>
                </a:solidFill>
                <a:latin typeface="Arial" panose="020B0604020202020204" pitchFamily="34" charset="0"/>
                <a:ea typeface="宋体" panose="02010600030101010101" pitchFamily="2" charset="-122"/>
              </a:defRPr>
            </a:lvl5pPr>
            <a:lvl6pPr marL="26289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0861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5433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0005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Clr>
                <a:schemeClr val="tx2"/>
              </a:buClr>
            </a:pPr>
            <a:r>
              <a:rPr lang="en-US" altLang="zh-CN" sz="2800" b="1">
                <a:solidFill>
                  <a:schemeClr val="tx2"/>
                </a:solidFill>
                <a:latin typeface="楷体_GB2312" pitchFamily="49" charset="-122"/>
                <a:ea typeface="楷体_GB2312" pitchFamily="49" charset="-122"/>
              </a:rPr>
              <a:t> </a:t>
            </a:r>
            <a:r>
              <a:rPr lang="en-US" altLang="zh-CN" sz="4000" b="1">
                <a:solidFill>
                  <a:srgbClr val="760C04"/>
                </a:solidFill>
                <a:latin typeface="Times New Roman" panose="02020603050405020304" pitchFamily="18" charset="0"/>
                <a:ea typeface="楷体_GB2312" pitchFamily="49" charset="-122"/>
              </a:rPr>
              <a:t>4.  </a:t>
            </a:r>
            <a:r>
              <a:rPr lang="zh-CN" altLang="en-US" sz="4000" b="1">
                <a:solidFill>
                  <a:srgbClr val="760C04"/>
                </a:solidFill>
                <a:latin typeface="Times New Roman" panose="02020603050405020304" pitchFamily="18" charset="0"/>
                <a:ea typeface="楷体_GB2312" pitchFamily="49" charset="-122"/>
              </a:rPr>
              <a:t>时域尺度变换</a:t>
            </a:r>
            <a:r>
              <a:rPr lang="zh-CN" altLang="en-US" sz="2800" b="1">
                <a:solidFill>
                  <a:srgbClr val="760C04"/>
                </a:solidFill>
                <a:latin typeface="Times New Roman" panose="02020603050405020304" pitchFamily="18" charset="0"/>
                <a:ea typeface="楷体_GB2312" pitchFamily="49" charset="-122"/>
              </a:rPr>
              <a:t>（</a:t>
            </a:r>
            <a:r>
              <a:rPr lang="en-US" altLang="zh-CN" sz="2800" b="1">
                <a:solidFill>
                  <a:srgbClr val="760C04"/>
                </a:solidFill>
                <a:latin typeface="Times New Roman" panose="02020603050405020304" pitchFamily="18" charset="0"/>
                <a:ea typeface="楷体_GB2312" pitchFamily="49" charset="-122"/>
              </a:rPr>
              <a:t>Time Scaling</a:t>
            </a:r>
            <a:r>
              <a:rPr lang="zh-CN" altLang="en-US" sz="2800" b="1">
                <a:solidFill>
                  <a:srgbClr val="760C04"/>
                </a:solidFill>
                <a:latin typeface="Times New Roman" panose="02020603050405020304" pitchFamily="18" charset="0"/>
                <a:ea typeface="楷体_GB2312" pitchFamily="49" charset="-122"/>
              </a:rPr>
              <a:t>）</a:t>
            </a:r>
            <a:r>
              <a:rPr lang="en-US" altLang="zh-CN" sz="2800" b="1">
                <a:solidFill>
                  <a:srgbClr val="760C04"/>
                </a:solidFill>
                <a:latin typeface="Times New Roman" panose="02020603050405020304" pitchFamily="18" charset="0"/>
                <a:ea typeface="楷体_GB2312" pitchFamily="49" charset="-122"/>
              </a:rPr>
              <a:t>:</a:t>
            </a:r>
          </a:p>
        </p:txBody>
      </p:sp>
      <p:grpSp>
        <p:nvGrpSpPr>
          <p:cNvPr id="78851" name="Group 3">
            <a:extLst>
              <a:ext uri="{FF2B5EF4-FFF2-40B4-BE49-F238E27FC236}">
                <a16:creationId xmlns:a16="http://schemas.microsoft.com/office/drawing/2014/main" id="{37C29213-8AB4-0934-C955-FAD6FBA97E3C}"/>
              </a:ext>
            </a:extLst>
          </p:cNvPr>
          <p:cNvGrpSpPr>
            <a:grpSpLocks/>
          </p:cNvGrpSpPr>
          <p:nvPr/>
        </p:nvGrpSpPr>
        <p:grpSpPr bwMode="auto">
          <a:xfrm>
            <a:off x="1331913" y="981075"/>
            <a:ext cx="5145087" cy="777875"/>
            <a:chOff x="864" y="942"/>
            <a:chExt cx="2791" cy="395"/>
          </a:xfrm>
        </p:grpSpPr>
        <p:graphicFrame>
          <p:nvGraphicFramePr>
            <p:cNvPr id="78852" name="Object 4">
              <a:extLst>
                <a:ext uri="{FF2B5EF4-FFF2-40B4-BE49-F238E27FC236}">
                  <a16:creationId xmlns:a16="http://schemas.microsoft.com/office/drawing/2014/main" id="{E3BFC1E9-EAAF-220A-CF5F-BCFA45CD98EE}"/>
                </a:ext>
              </a:extLst>
            </p:cNvPr>
            <p:cNvGraphicFramePr>
              <a:graphicFrameLocks noChangeAspect="1"/>
            </p:cNvGraphicFramePr>
            <p:nvPr/>
          </p:nvGraphicFramePr>
          <p:xfrm>
            <a:off x="2928" y="1056"/>
            <a:ext cx="727" cy="237"/>
          </p:xfrm>
          <a:graphic>
            <a:graphicData uri="http://schemas.openxmlformats.org/presentationml/2006/ole">
              <mc:AlternateContent xmlns:mc="http://schemas.openxmlformats.org/markup-compatibility/2006">
                <mc:Choice xmlns:v="urn:schemas-microsoft-com:vml" Requires="v">
                  <p:oleObj name="Equation" r:id="rId2" imgW="545760" imgH="177480" progId="Equation.DSMT4">
                    <p:embed/>
                  </p:oleObj>
                </mc:Choice>
                <mc:Fallback>
                  <p:oleObj name="Equation" r:id="rId2" imgW="545760" imgH="177480" progId="Equation.DSMT4">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8" y="1056"/>
                          <a:ext cx="727" cy="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8853" name="Object 5">
              <a:extLst>
                <a:ext uri="{FF2B5EF4-FFF2-40B4-BE49-F238E27FC236}">
                  <a16:creationId xmlns:a16="http://schemas.microsoft.com/office/drawing/2014/main" id="{2C2C53CC-71C9-50BB-FDA3-5A74F3384D0D}"/>
                </a:ext>
              </a:extLst>
            </p:cNvPr>
            <p:cNvGraphicFramePr>
              <a:graphicFrameLocks noChangeAspect="1"/>
            </p:cNvGraphicFramePr>
            <p:nvPr/>
          </p:nvGraphicFramePr>
          <p:xfrm>
            <a:off x="1392" y="1056"/>
            <a:ext cx="1178" cy="281"/>
          </p:xfrm>
          <a:graphic>
            <a:graphicData uri="http://schemas.openxmlformats.org/presentationml/2006/ole">
              <mc:AlternateContent xmlns:mc="http://schemas.openxmlformats.org/markup-compatibility/2006">
                <mc:Choice xmlns:v="urn:schemas-microsoft-com:vml" Requires="v">
                  <p:oleObj name="Equation" r:id="rId4" imgW="850680" imgH="203040" progId="Equation.DSMT4">
                    <p:embed/>
                  </p:oleObj>
                </mc:Choice>
                <mc:Fallback>
                  <p:oleObj name="Equation" r:id="rId4" imgW="850680" imgH="203040"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92" y="1056"/>
                          <a:ext cx="1178" cy="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8854" name="Text Box 6">
              <a:extLst>
                <a:ext uri="{FF2B5EF4-FFF2-40B4-BE49-F238E27FC236}">
                  <a16:creationId xmlns:a16="http://schemas.microsoft.com/office/drawing/2014/main" id="{06B03694-A135-50F6-AFDD-E477A1DDB92E}"/>
                </a:ext>
              </a:extLst>
            </p:cNvPr>
            <p:cNvSpPr txBox="1">
              <a:spLocks noChangeArrowheads="1"/>
            </p:cNvSpPr>
            <p:nvPr/>
          </p:nvSpPr>
          <p:spPr bwMode="auto">
            <a:xfrm>
              <a:off x="864" y="942"/>
              <a:ext cx="349"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000066"/>
                  </a:solidFill>
                  <a:latin typeface="楷体_GB2312" pitchFamily="49" charset="-122"/>
                  <a:ea typeface="楷体_GB2312" pitchFamily="49" charset="-122"/>
                </a:rPr>
                <a:t>若</a:t>
              </a:r>
            </a:p>
          </p:txBody>
        </p:sp>
      </p:grpSp>
      <p:pic>
        <p:nvPicPr>
          <p:cNvPr id="78855" name="Picture 7">
            <a:extLst>
              <a:ext uri="{FF2B5EF4-FFF2-40B4-BE49-F238E27FC236}">
                <a16:creationId xmlns:a16="http://schemas.microsoft.com/office/drawing/2014/main" id="{919D7E20-2D59-00FF-C56C-FF6F8E7AB8C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8313" y="3068638"/>
            <a:ext cx="2251075" cy="3311525"/>
          </a:xfrm>
          <a:prstGeom prst="rect">
            <a:avLst/>
          </a:prstGeom>
          <a:noFill/>
          <a:extLst>
            <a:ext uri="{909E8E84-426E-40DD-AFC4-6F175D3DCCD1}">
              <a14:hiddenFill xmlns:a14="http://schemas.microsoft.com/office/drawing/2010/main">
                <a:solidFill>
                  <a:srgbClr val="FFFFFF"/>
                </a:solidFill>
              </a14:hiddenFill>
            </a:ext>
          </a:extLst>
        </p:spPr>
      </p:pic>
      <p:grpSp>
        <p:nvGrpSpPr>
          <p:cNvPr id="78856" name="Group 8">
            <a:extLst>
              <a:ext uri="{FF2B5EF4-FFF2-40B4-BE49-F238E27FC236}">
                <a16:creationId xmlns:a16="http://schemas.microsoft.com/office/drawing/2014/main" id="{46A8B0B2-9265-B9F5-6316-55220FEC225B}"/>
              </a:ext>
            </a:extLst>
          </p:cNvPr>
          <p:cNvGrpSpPr>
            <a:grpSpLocks/>
          </p:cNvGrpSpPr>
          <p:nvPr/>
        </p:nvGrpSpPr>
        <p:grpSpPr bwMode="auto">
          <a:xfrm>
            <a:off x="1042988" y="1844675"/>
            <a:ext cx="6337300" cy="1152525"/>
            <a:chOff x="864" y="1386"/>
            <a:chExt cx="3454" cy="606"/>
          </a:xfrm>
        </p:grpSpPr>
        <p:graphicFrame>
          <p:nvGraphicFramePr>
            <p:cNvPr id="78857" name="Object 9">
              <a:extLst>
                <a:ext uri="{FF2B5EF4-FFF2-40B4-BE49-F238E27FC236}">
                  <a16:creationId xmlns:a16="http://schemas.microsoft.com/office/drawing/2014/main" id="{630AA702-FE44-C7AA-8C54-2DA4C1F11385}"/>
                </a:ext>
              </a:extLst>
            </p:cNvPr>
            <p:cNvGraphicFramePr>
              <a:graphicFrameLocks noChangeAspect="1"/>
            </p:cNvGraphicFramePr>
            <p:nvPr/>
          </p:nvGraphicFramePr>
          <p:xfrm>
            <a:off x="1342" y="1386"/>
            <a:ext cx="1676" cy="606"/>
          </p:xfrm>
          <a:graphic>
            <a:graphicData uri="http://schemas.openxmlformats.org/presentationml/2006/ole">
              <mc:AlternateContent xmlns:mc="http://schemas.openxmlformats.org/markup-compatibility/2006">
                <mc:Choice xmlns:v="urn:schemas-microsoft-com:vml" Requires="v">
                  <p:oleObj name="Equation" r:id="rId7" imgW="1104840" imgH="444240" progId="Equation.DSMT4">
                    <p:embed/>
                  </p:oleObj>
                </mc:Choice>
                <mc:Fallback>
                  <p:oleObj name="Equation" r:id="rId7" imgW="1104840" imgH="444240" progId="Equation.DSMT4">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42" y="1386"/>
                          <a:ext cx="1676" cy="6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8858" name="Text Box 10">
              <a:extLst>
                <a:ext uri="{FF2B5EF4-FFF2-40B4-BE49-F238E27FC236}">
                  <a16:creationId xmlns:a16="http://schemas.microsoft.com/office/drawing/2014/main" id="{03271A81-2896-EECB-D6C5-8C7AD0FED415}"/>
                </a:ext>
              </a:extLst>
            </p:cNvPr>
            <p:cNvSpPr txBox="1">
              <a:spLocks noChangeArrowheads="1"/>
            </p:cNvSpPr>
            <p:nvPr/>
          </p:nvSpPr>
          <p:spPr bwMode="auto">
            <a:xfrm>
              <a:off x="864" y="1386"/>
              <a:ext cx="350" cy="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000066"/>
                  </a:solidFill>
                  <a:latin typeface="楷体_GB2312" pitchFamily="49" charset="-122"/>
                  <a:ea typeface="楷体_GB2312" pitchFamily="49" charset="-122"/>
                </a:rPr>
                <a:t>则</a:t>
              </a:r>
            </a:p>
          </p:txBody>
        </p:sp>
        <p:pic>
          <p:nvPicPr>
            <p:cNvPr id="78859" name="Picture 11">
              <a:extLst>
                <a:ext uri="{FF2B5EF4-FFF2-40B4-BE49-F238E27FC236}">
                  <a16:creationId xmlns:a16="http://schemas.microsoft.com/office/drawing/2014/main" id="{A4B90876-87BD-67C0-42A3-01202A4FA1F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424" y="1548"/>
              <a:ext cx="894" cy="20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78860" name="Group 12">
            <a:extLst>
              <a:ext uri="{FF2B5EF4-FFF2-40B4-BE49-F238E27FC236}">
                <a16:creationId xmlns:a16="http://schemas.microsoft.com/office/drawing/2014/main" id="{48EB0F83-5D09-7467-A013-832CFE181514}"/>
              </a:ext>
            </a:extLst>
          </p:cNvPr>
          <p:cNvGrpSpPr>
            <a:grpSpLocks/>
          </p:cNvGrpSpPr>
          <p:nvPr/>
        </p:nvGrpSpPr>
        <p:grpSpPr bwMode="auto">
          <a:xfrm>
            <a:off x="2987675" y="3141663"/>
            <a:ext cx="2592388" cy="3716337"/>
            <a:chOff x="2018" y="2140"/>
            <a:chExt cx="1494" cy="1874"/>
          </a:xfrm>
        </p:grpSpPr>
        <p:graphicFrame>
          <p:nvGraphicFramePr>
            <p:cNvPr id="78861" name="Object 13">
              <a:extLst>
                <a:ext uri="{FF2B5EF4-FFF2-40B4-BE49-F238E27FC236}">
                  <a16:creationId xmlns:a16="http://schemas.microsoft.com/office/drawing/2014/main" id="{F97AD7E9-C30C-3BAE-B375-A1E9148FE2EB}"/>
                </a:ext>
              </a:extLst>
            </p:cNvPr>
            <p:cNvGraphicFramePr>
              <a:graphicFrameLocks noChangeAspect="1"/>
            </p:cNvGraphicFramePr>
            <p:nvPr/>
          </p:nvGraphicFramePr>
          <p:xfrm>
            <a:off x="2515" y="3793"/>
            <a:ext cx="411" cy="221"/>
          </p:xfrm>
          <a:graphic>
            <a:graphicData uri="http://schemas.openxmlformats.org/presentationml/2006/ole">
              <mc:AlternateContent xmlns:mc="http://schemas.openxmlformats.org/markup-compatibility/2006">
                <mc:Choice xmlns:v="urn:schemas-microsoft-com:vml" Requires="v">
                  <p:oleObj name="公式" r:id="rId10" imgW="330120" imgH="177480" progId="Equation.3">
                    <p:embed/>
                  </p:oleObj>
                </mc:Choice>
                <mc:Fallback>
                  <p:oleObj name="公式" r:id="rId10" imgW="330120" imgH="177480" progId="Equation.3">
                    <p:embed/>
                    <p:pic>
                      <p:nvPicPr>
                        <p:cNvPr id="0" name="Object 1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15" y="3793"/>
                          <a:ext cx="411" cy="2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78862" name="Picture 14">
              <a:extLst>
                <a:ext uri="{FF2B5EF4-FFF2-40B4-BE49-F238E27FC236}">
                  <a16:creationId xmlns:a16="http://schemas.microsoft.com/office/drawing/2014/main" id="{2FAD346E-458C-C6A2-EE81-DE80C51BD214}"/>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018" y="2140"/>
              <a:ext cx="1494" cy="160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78863" name="Group 15">
            <a:extLst>
              <a:ext uri="{FF2B5EF4-FFF2-40B4-BE49-F238E27FC236}">
                <a16:creationId xmlns:a16="http://schemas.microsoft.com/office/drawing/2014/main" id="{1518F329-AC68-F0C5-2599-DE6D48AD61DC}"/>
              </a:ext>
            </a:extLst>
          </p:cNvPr>
          <p:cNvGrpSpPr>
            <a:grpSpLocks/>
          </p:cNvGrpSpPr>
          <p:nvPr/>
        </p:nvGrpSpPr>
        <p:grpSpPr bwMode="auto">
          <a:xfrm>
            <a:off x="6011863" y="3213100"/>
            <a:ext cx="2479675" cy="3419475"/>
            <a:chOff x="3949" y="2166"/>
            <a:chExt cx="1154" cy="1825"/>
          </a:xfrm>
        </p:grpSpPr>
        <p:graphicFrame>
          <p:nvGraphicFramePr>
            <p:cNvPr id="78864" name="Object 16">
              <a:extLst>
                <a:ext uri="{FF2B5EF4-FFF2-40B4-BE49-F238E27FC236}">
                  <a16:creationId xmlns:a16="http://schemas.microsoft.com/office/drawing/2014/main" id="{7282E680-777E-FA8A-5E92-9869EAA23A4C}"/>
                </a:ext>
              </a:extLst>
            </p:cNvPr>
            <p:cNvGraphicFramePr>
              <a:graphicFrameLocks noChangeAspect="1"/>
            </p:cNvGraphicFramePr>
            <p:nvPr/>
          </p:nvGraphicFramePr>
          <p:xfrm>
            <a:off x="3949" y="3748"/>
            <a:ext cx="903" cy="243"/>
          </p:xfrm>
          <a:graphic>
            <a:graphicData uri="http://schemas.openxmlformats.org/presentationml/2006/ole">
              <mc:AlternateContent xmlns:mc="http://schemas.openxmlformats.org/markup-compatibility/2006">
                <mc:Choice xmlns:v="urn:schemas-microsoft-com:vml" Requires="v">
                  <p:oleObj name="公式" r:id="rId13" imgW="660240" imgH="177480" progId="Equation.3">
                    <p:embed/>
                  </p:oleObj>
                </mc:Choice>
                <mc:Fallback>
                  <p:oleObj name="公式" r:id="rId13" imgW="660240" imgH="177480" progId="Equation.3">
                    <p:embed/>
                    <p:pic>
                      <p:nvPicPr>
                        <p:cNvPr id="0" name="Object 1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949" y="3748"/>
                          <a:ext cx="903" cy="2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78865" name="Picture 17">
              <a:extLst>
                <a:ext uri="{FF2B5EF4-FFF2-40B4-BE49-F238E27FC236}">
                  <a16:creationId xmlns:a16="http://schemas.microsoft.com/office/drawing/2014/main" id="{359A1F24-2CFD-0A78-AC2D-A8B491EF5B65}"/>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981" y="2166"/>
              <a:ext cx="1122" cy="1536"/>
            </a:xfrm>
            <a:prstGeom prst="rect">
              <a:avLst/>
            </a:prstGeom>
            <a:noFill/>
            <a:extLst>
              <a:ext uri="{909E8E84-426E-40DD-AFC4-6F175D3DCCD1}">
                <a14:hiddenFill xmlns:a14="http://schemas.microsoft.com/office/drawing/2010/main">
                  <a:solidFill>
                    <a:srgbClr val="FFFFFF"/>
                  </a:solidFill>
                </a14:hiddenFill>
              </a:ext>
            </a:extLst>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78851"/>
                                        </p:tgtEl>
                                        <p:attrNameLst>
                                          <p:attrName>style.visibility</p:attrName>
                                        </p:attrNameLst>
                                      </p:cBhvr>
                                      <p:to>
                                        <p:strVal val="visible"/>
                                      </p:to>
                                    </p:set>
                                    <p:anim calcmode="lin" valueType="num">
                                      <p:cBhvr additive="base">
                                        <p:cTn id="7" dur="500" fill="hold"/>
                                        <p:tgtEl>
                                          <p:spTgt spid="78851"/>
                                        </p:tgtEl>
                                        <p:attrNameLst>
                                          <p:attrName>ppt_x</p:attrName>
                                        </p:attrNameLst>
                                      </p:cBhvr>
                                      <p:tavLst>
                                        <p:tav tm="0">
                                          <p:val>
                                            <p:strVal val="0-#ppt_w/2"/>
                                          </p:val>
                                        </p:tav>
                                        <p:tav tm="100000">
                                          <p:val>
                                            <p:strVal val="#ppt_x"/>
                                          </p:val>
                                        </p:tav>
                                      </p:tavLst>
                                    </p:anim>
                                    <p:anim calcmode="lin" valueType="num">
                                      <p:cBhvr additive="base">
                                        <p:cTn id="8" dur="500" fill="hold"/>
                                        <p:tgtEl>
                                          <p:spTgt spid="7885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78856"/>
                                        </p:tgtEl>
                                        <p:attrNameLst>
                                          <p:attrName>style.visibility</p:attrName>
                                        </p:attrNameLst>
                                      </p:cBhvr>
                                      <p:to>
                                        <p:strVal val="visible"/>
                                      </p:to>
                                    </p:set>
                                    <p:anim calcmode="lin" valueType="num">
                                      <p:cBhvr additive="base">
                                        <p:cTn id="13" dur="500" fill="hold"/>
                                        <p:tgtEl>
                                          <p:spTgt spid="78856"/>
                                        </p:tgtEl>
                                        <p:attrNameLst>
                                          <p:attrName>ppt_x</p:attrName>
                                        </p:attrNameLst>
                                      </p:cBhvr>
                                      <p:tavLst>
                                        <p:tav tm="0">
                                          <p:val>
                                            <p:strVal val="0-#ppt_w/2"/>
                                          </p:val>
                                        </p:tav>
                                        <p:tav tm="100000">
                                          <p:val>
                                            <p:strVal val="#ppt_x"/>
                                          </p:val>
                                        </p:tav>
                                      </p:tavLst>
                                    </p:anim>
                                    <p:anim calcmode="lin" valueType="num">
                                      <p:cBhvr additive="base">
                                        <p:cTn id="14" dur="500" fill="hold"/>
                                        <p:tgtEl>
                                          <p:spTgt spid="78856"/>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78855"/>
                                        </p:tgtEl>
                                        <p:attrNameLst>
                                          <p:attrName>style.visibility</p:attrName>
                                        </p:attrNameLst>
                                      </p:cBhvr>
                                      <p:to>
                                        <p:strVal val="visible"/>
                                      </p:to>
                                    </p:set>
                                    <p:anim calcmode="lin" valueType="num">
                                      <p:cBhvr additive="base">
                                        <p:cTn id="19" dur="500" fill="hold"/>
                                        <p:tgtEl>
                                          <p:spTgt spid="78855"/>
                                        </p:tgtEl>
                                        <p:attrNameLst>
                                          <p:attrName>ppt_x</p:attrName>
                                        </p:attrNameLst>
                                      </p:cBhvr>
                                      <p:tavLst>
                                        <p:tav tm="0">
                                          <p:val>
                                            <p:strVal val="0-#ppt_w/2"/>
                                          </p:val>
                                        </p:tav>
                                        <p:tav tm="100000">
                                          <p:val>
                                            <p:strVal val="#ppt_x"/>
                                          </p:val>
                                        </p:tav>
                                      </p:tavLst>
                                    </p:anim>
                                    <p:anim calcmode="lin" valueType="num">
                                      <p:cBhvr additive="base">
                                        <p:cTn id="20" dur="500" fill="hold"/>
                                        <p:tgtEl>
                                          <p:spTgt spid="78855"/>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78860"/>
                                        </p:tgtEl>
                                        <p:attrNameLst>
                                          <p:attrName>style.visibility</p:attrName>
                                        </p:attrNameLst>
                                      </p:cBhvr>
                                      <p:to>
                                        <p:strVal val="visible"/>
                                      </p:to>
                                    </p:set>
                                    <p:anim calcmode="lin" valueType="num">
                                      <p:cBhvr additive="base">
                                        <p:cTn id="25" dur="500" fill="hold"/>
                                        <p:tgtEl>
                                          <p:spTgt spid="78860"/>
                                        </p:tgtEl>
                                        <p:attrNameLst>
                                          <p:attrName>ppt_x</p:attrName>
                                        </p:attrNameLst>
                                      </p:cBhvr>
                                      <p:tavLst>
                                        <p:tav tm="0">
                                          <p:val>
                                            <p:strVal val="#ppt_x"/>
                                          </p:val>
                                        </p:tav>
                                        <p:tav tm="100000">
                                          <p:val>
                                            <p:strVal val="#ppt_x"/>
                                          </p:val>
                                        </p:tav>
                                      </p:tavLst>
                                    </p:anim>
                                    <p:anim calcmode="lin" valueType="num">
                                      <p:cBhvr additive="base">
                                        <p:cTn id="26" dur="500" fill="hold"/>
                                        <p:tgtEl>
                                          <p:spTgt spid="78860"/>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nodeType="clickEffect">
                                  <p:stCondLst>
                                    <p:cond delay="0"/>
                                  </p:stCondLst>
                                  <p:childTnLst>
                                    <p:set>
                                      <p:cBhvr>
                                        <p:cTn id="30" dur="1" fill="hold">
                                          <p:stCondLst>
                                            <p:cond delay="0"/>
                                          </p:stCondLst>
                                        </p:cTn>
                                        <p:tgtEl>
                                          <p:spTgt spid="78863"/>
                                        </p:tgtEl>
                                        <p:attrNameLst>
                                          <p:attrName>style.visibility</p:attrName>
                                        </p:attrNameLst>
                                      </p:cBhvr>
                                      <p:to>
                                        <p:strVal val="visible"/>
                                      </p:to>
                                    </p:set>
                                    <p:anim calcmode="lin" valueType="num">
                                      <p:cBhvr additive="base">
                                        <p:cTn id="31" dur="500" fill="hold"/>
                                        <p:tgtEl>
                                          <p:spTgt spid="78863"/>
                                        </p:tgtEl>
                                        <p:attrNameLst>
                                          <p:attrName>ppt_x</p:attrName>
                                        </p:attrNameLst>
                                      </p:cBhvr>
                                      <p:tavLst>
                                        <p:tav tm="0">
                                          <p:val>
                                            <p:strVal val="1+#ppt_w/2"/>
                                          </p:val>
                                        </p:tav>
                                        <p:tav tm="100000">
                                          <p:val>
                                            <p:strVal val="#ppt_x"/>
                                          </p:val>
                                        </p:tav>
                                      </p:tavLst>
                                    </p:anim>
                                    <p:anim calcmode="lin" valueType="num">
                                      <p:cBhvr additive="base">
                                        <p:cTn id="32" dur="500" fill="hold"/>
                                        <p:tgtEl>
                                          <p:spTgt spid="7886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8" name="Text Box 4">
            <a:extLst>
              <a:ext uri="{FF2B5EF4-FFF2-40B4-BE49-F238E27FC236}">
                <a16:creationId xmlns:a16="http://schemas.microsoft.com/office/drawing/2014/main" id="{AAF8DCBC-5063-BF14-D7E6-B2281D1076B2}"/>
              </a:ext>
            </a:extLst>
          </p:cNvPr>
          <p:cNvSpPr txBox="1">
            <a:spLocks noChangeArrowheads="1"/>
          </p:cNvSpPr>
          <p:nvPr/>
        </p:nvSpPr>
        <p:spPr bwMode="auto">
          <a:xfrm>
            <a:off x="395288" y="176213"/>
            <a:ext cx="996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3600" b="1">
                <a:solidFill>
                  <a:srgbClr val="000066"/>
                </a:solidFill>
                <a:latin typeface="楷体_GB2312" pitchFamily="49" charset="-122"/>
                <a:ea typeface="楷体_GB2312" pitchFamily="49" charset="-122"/>
              </a:rPr>
              <a:t>例</a:t>
            </a:r>
            <a:r>
              <a:rPr lang="en-US" altLang="zh-CN" sz="3600" b="1">
                <a:solidFill>
                  <a:srgbClr val="000066"/>
                </a:solidFill>
                <a:latin typeface="楷体_GB2312" pitchFamily="49" charset="-122"/>
                <a:ea typeface="楷体_GB2312" pitchFamily="49" charset="-122"/>
              </a:rPr>
              <a:t>.</a:t>
            </a:r>
          </a:p>
        </p:txBody>
      </p:sp>
      <p:graphicFrame>
        <p:nvGraphicFramePr>
          <p:cNvPr id="77829" name="Object 5">
            <a:extLst>
              <a:ext uri="{FF2B5EF4-FFF2-40B4-BE49-F238E27FC236}">
                <a16:creationId xmlns:a16="http://schemas.microsoft.com/office/drawing/2014/main" id="{BD58937A-B398-7DE8-7697-098A083F0E4A}"/>
              </a:ext>
            </a:extLst>
          </p:cNvPr>
          <p:cNvGraphicFramePr>
            <a:graphicFrameLocks noChangeAspect="1"/>
          </p:cNvGraphicFramePr>
          <p:nvPr/>
        </p:nvGraphicFramePr>
        <p:xfrm>
          <a:off x="1333500" y="0"/>
          <a:ext cx="4702175" cy="1065213"/>
        </p:xfrm>
        <a:graphic>
          <a:graphicData uri="http://schemas.openxmlformats.org/presentationml/2006/ole">
            <mc:AlternateContent xmlns:mc="http://schemas.openxmlformats.org/markup-compatibility/2006">
              <mc:Choice xmlns:v="urn:schemas-microsoft-com:vml" Requires="v">
                <p:oleObj name="Equation" r:id="rId2" imgW="1866600" imgH="393480" progId="Equation.DSMT4">
                  <p:embed/>
                </p:oleObj>
              </mc:Choice>
              <mc:Fallback>
                <p:oleObj name="Equation" r:id="rId2" imgW="1866600" imgH="393480" progId="Equation.DSMT4">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3500" y="0"/>
                        <a:ext cx="4702175" cy="1065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7830" name="Object 6">
            <a:extLst>
              <a:ext uri="{FF2B5EF4-FFF2-40B4-BE49-F238E27FC236}">
                <a16:creationId xmlns:a16="http://schemas.microsoft.com/office/drawing/2014/main" id="{64F5CE72-7FF9-65FD-B54F-AFFEE5B2ABAE}"/>
              </a:ext>
            </a:extLst>
          </p:cNvPr>
          <p:cNvGraphicFramePr>
            <a:graphicFrameLocks noChangeAspect="1"/>
          </p:cNvGraphicFramePr>
          <p:nvPr/>
        </p:nvGraphicFramePr>
        <p:xfrm>
          <a:off x="6684963" y="280988"/>
          <a:ext cx="1293812" cy="539750"/>
        </p:xfrm>
        <a:graphic>
          <a:graphicData uri="http://schemas.openxmlformats.org/presentationml/2006/ole">
            <mc:AlternateContent xmlns:mc="http://schemas.openxmlformats.org/markup-compatibility/2006">
              <mc:Choice xmlns:v="urn:schemas-microsoft-com:vml" Requires="v">
                <p:oleObj name="Equation" r:id="rId4" imgW="457200" imgH="177480" progId="Equation.DSMT4">
                  <p:embed/>
                </p:oleObj>
              </mc:Choice>
              <mc:Fallback>
                <p:oleObj name="Equation" r:id="rId4" imgW="457200" imgH="177480" progId="Equation.DSMT4">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84963" y="280988"/>
                        <a:ext cx="1293812" cy="539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7831" name="Object 7">
            <a:extLst>
              <a:ext uri="{FF2B5EF4-FFF2-40B4-BE49-F238E27FC236}">
                <a16:creationId xmlns:a16="http://schemas.microsoft.com/office/drawing/2014/main" id="{F8D53DBF-FFD6-6A65-73F9-F2C6E1F1FD68}"/>
              </a:ext>
            </a:extLst>
          </p:cNvPr>
          <p:cNvGraphicFramePr>
            <a:graphicFrameLocks noChangeAspect="1"/>
          </p:cNvGraphicFramePr>
          <p:nvPr/>
        </p:nvGraphicFramePr>
        <p:xfrm>
          <a:off x="1768475" y="1063625"/>
          <a:ext cx="2755900" cy="1044575"/>
        </p:xfrm>
        <a:graphic>
          <a:graphicData uri="http://schemas.openxmlformats.org/presentationml/2006/ole">
            <mc:AlternateContent xmlns:mc="http://schemas.openxmlformats.org/markup-compatibility/2006">
              <mc:Choice xmlns:v="urn:schemas-microsoft-com:vml" Requires="v">
                <p:oleObj name="Equation" r:id="rId6" imgW="939600" imgH="419040" progId="Equation.DSMT4">
                  <p:embed/>
                </p:oleObj>
              </mc:Choice>
              <mc:Fallback>
                <p:oleObj name="Equation" r:id="rId6" imgW="939600" imgH="419040" progId="Equation.DSMT4">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68475" y="1063625"/>
                        <a:ext cx="2755900" cy="1044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7832" name="Text Box 8">
            <a:extLst>
              <a:ext uri="{FF2B5EF4-FFF2-40B4-BE49-F238E27FC236}">
                <a16:creationId xmlns:a16="http://schemas.microsoft.com/office/drawing/2014/main" id="{010A66C8-94A1-72EA-C3DF-F5F3FEC5968D}"/>
              </a:ext>
            </a:extLst>
          </p:cNvPr>
          <p:cNvSpPr txBox="1">
            <a:spLocks noChangeArrowheads="1"/>
          </p:cNvSpPr>
          <p:nvPr/>
        </p:nvSpPr>
        <p:spPr bwMode="auto">
          <a:xfrm>
            <a:off x="1127125" y="1358900"/>
            <a:ext cx="762158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3600" b="1">
                <a:solidFill>
                  <a:srgbClr val="000066"/>
                </a:solidFill>
                <a:latin typeface="Times New Roman" panose="02020603050405020304" pitchFamily="18" charset="0"/>
                <a:ea typeface="楷体_GB2312" pitchFamily="49" charset="-122"/>
              </a:rPr>
              <a:t>求                           的拉氏变换及</a:t>
            </a:r>
            <a:r>
              <a:rPr lang="en-US" altLang="zh-CN" sz="3600" b="1">
                <a:solidFill>
                  <a:srgbClr val="000066"/>
                </a:solidFill>
                <a:latin typeface="Times New Roman" panose="02020603050405020304" pitchFamily="18" charset="0"/>
                <a:ea typeface="楷体_GB2312" pitchFamily="49" charset="-122"/>
              </a:rPr>
              <a:t>ROC</a:t>
            </a:r>
          </a:p>
        </p:txBody>
      </p:sp>
      <p:grpSp>
        <p:nvGrpSpPr>
          <p:cNvPr id="77833" name="Group 9">
            <a:extLst>
              <a:ext uri="{FF2B5EF4-FFF2-40B4-BE49-F238E27FC236}">
                <a16:creationId xmlns:a16="http://schemas.microsoft.com/office/drawing/2014/main" id="{7FF137D9-AAB7-9417-E01F-91403FA301ED}"/>
              </a:ext>
            </a:extLst>
          </p:cNvPr>
          <p:cNvGrpSpPr>
            <a:grpSpLocks/>
          </p:cNvGrpSpPr>
          <p:nvPr/>
        </p:nvGrpSpPr>
        <p:grpSpPr bwMode="auto">
          <a:xfrm>
            <a:off x="684213" y="2205038"/>
            <a:ext cx="7775575" cy="1609725"/>
            <a:chOff x="1056" y="528"/>
            <a:chExt cx="3456" cy="742"/>
          </a:xfrm>
        </p:grpSpPr>
        <p:graphicFrame>
          <p:nvGraphicFramePr>
            <p:cNvPr id="77834" name="Object 10">
              <a:extLst>
                <a:ext uri="{FF2B5EF4-FFF2-40B4-BE49-F238E27FC236}">
                  <a16:creationId xmlns:a16="http://schemas.microsoft.com/office/drawing/2014/main" id="{7930F67C-9C46-9F9E-15DD-D27C4005355E}"/>
                </a:ext>
              </a:extLst>
            </p:cNvPr>
            <p:cNvGraphicFramePr>
              <a:graphicFrameLocks noChangeAspect="1"/>
            </p:cNvGraphicFramePr>
            <p:nvPr/>
          </p:nvGraphicFramePr>
          <p:xfrm>
            <a:off x="1056" y="528"/>
            <a:ext cx="1831" cy="742"/>
          </p:xfrm>
          <a:graphic>
            <a:graphicData uri="http://schemas.openxmlformats.org/presentationml/2006/ole">
              <mc:AlternateContent xmlns:mc="http://schemas.openxmlformats.org/markup-compatibility/2006">
                <mc:Choice xmlns:v="urn:schemas-microsoft-com:vml" Requires="v">
                  <p:oleObj name="Equation" r:id="rId8" imgW="1409400" imgH="571320" progId="Equation.DSMT4">
                    <p:embed/>
                  </p:oleObj>
                </mc:Choice>
                <mc:Fallback>
                  <p:oleObj name="Equation" r:id="rId8" imgW="1409400" imgH="571320" progId="Equation.DSMT4">
                    <p:embed/>
                    <p:pic>
                      <p:nvPicPr>
                        <p:cNvPr id="0"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56" y="528"/>
                          <a:ext cx="1831" cy="7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7835" name="Object 11">
              <a:extLst>
                <a:ext uri="{FF2B5EF4-FFF2-40B4-BE49-F238E27FC236}">
                  <a16:creationId xmlns:a16="http://schemas.microsoft.com/office/drawing/2014/main" id="{4AB2E13F-85F0-131F-5E8D-79F6485D4160}"/>
                </a:ext>
              </a:extLst>
            </p:cNvPr>
            <p:cNvGraphicFramePr>
              <a:graphicFrameLocks noChangeAspect="1"/>
            </p:cNvGraphicFramePr>
            <p:nvPr/>
          </p:nvGraphicFramePr>
          <p:xfrm>
            <a:off x="3360" y="566"/>
            <a:ext cx="1152" cy="496"/>
          </p:xfrm>
          <a:graphic>
            <a:graphicData uri="http://schemas.openxmlformats.org/presentationml/2006/ole">
              <mc:AlternateContent xmlns:mc="http://schemas.openxmlformats.org/markup-compatibility/2006">
                <mc:Choice xmlns:v="urn:schemas-microsoft-com:vml" Requires="v">
                  <p:oleObj name="Equation" r:id="rId10" imgW="914400" imgH="393480" progId="Equation.DSMT4">
                    <p:embed/>
                  </p:oleObj>
                </mc:Choice>
                <mc:Fallback>
                  <p:oleObj name="Equation" r:id="rId10" imgW="914400" imgH="393480" progId="Equation.DSMT4">
                    <p:embed/>
                    <p:pic>
                      <p:nvPicPr>
                        <p:cNvPr id="0" name="Object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360" y="566"/>
                          <a:ext cx="1152" cy="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77836" name="Rectangle 12">
            <a:extLst>
              <a:ext uri="{FF2B5EF4-FFF2-40B4-BE49-F238E27FC236}">
                <a16:creationId xmlns:a16="http://schemas.microsoft.com/office/drawing/2014/main" id="{9A60FF1F-D4D7-094D-EAE6-FC87FD6AAA85}"/>
              </a:ext>
            </a:extLst>
          </p:cNvPr>
          <p:cNvSpPr>
            <a:spLocks noChangeArrowheads="1"/>
          </p:cNvSpPr>
          <p:nvPr/>
        </p:nvSpPr>
        <p:spPr bwMode="auto">
          <a:xfrm>
            <a:off x="0" y="3860800"/>
            <a:ext cx="9144000"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spcBef>
                <a:spcPct val="50000"/>
              </a:spcBef>
            </a:pPr>
            <a:r>
              <a:rPr lang="en-US" altLang="zh-CN" sz="2800" b="1">
                <a:solidFill>
                  <a:srgbClr val="000066"/>
                </a:solidFill>
                <a:latin typeface="楷体_GB2312" pitchFamily="49" charset="-122"/>
                <a:ea typeface="楷体_GB2312" pitchFamily="49" charset="-122"/>
              </a:rPr>
              <a:t>  </a:t>
            </a:r>
            <a:r>
              <a:rPr lang="zh-CN" altLang="en-US" sz="3600" b="1">
                <a:solidFill>
                  <a:srgbClr val="000066"/>
                </a:solidFill>
                <a:latin typeface="楷体_GB2312" pitchFamily="49" charset="-122"/>
                <a:ea typeface="楷体_GB2312" pitchFamily="49" charset="-122"/>
              </a:rPr>
              <a:t>可见：</a:t>
            </a:r>
            <a:r>
              <a:rPr lang="zh-CN" altLang="en-US" sz="3600" b="1">
                <a:solidFill>
                  <a:srgbClr val="760C04"/>
                </a:solidFill>
                <a:latin typeface="楷体_GB2312" pitchFamily="49" charset="-122"/>
                <a:ea typeface="楷体_GB2312" pitchFamily="49" charset="-122"/>
              </a:rPr>
              <a:t>若信号在时域尺度变换，其拉氏变换的</a:t>
            </a:r>
            <a:r>
              <a:rPr lang="en-US" altLang="zh-CN" sz="3600" b="1">
                <a:solidFill>
                  <a:srgbClr val="760C04"/>
                </a:solidFill>
                <a:latin typeface="Times New Roman" panose="02020603050405020304" pitchFamily="18" charset="0"/>
                <a:ea typeface="楷体_GB2312" pitchFamily="49" charset="-122"/>
              </a:rPr>
              <a:t>ROC</a:t>
            </a:r>
            <a:r>
              <a:rPr lang="zh-CN" altLang="en-US" sz="3600" b="1">
                <a:solidFill>
                  <a:srgbClr val="760C04"/>
                </a:solidFill>
                <a:latin typeface="楷体_GB2312" pitchFamily="49" charset="-122"/>
                <a:ea typeface="楷体_GB2312" pitchFamily="49" charset="-122"/>
              </a:rPr>
              <a:t>在</a:t>
            </a:r>
            <a:r>
              <a:rPr lang="en-US" altLang="zh-CN" sz="3600" b="1">
                <a:solidFill>
                  <a:srgbClr val="760C04"/>
                </a:solidFill>
                <a:latin typeface="Times New Roman" panose="02020603050405020304" pitchFamily="18" charset="0"/>
                <a:ea typeface="楷体_GB2312" pitchFamily="49" charset="-122"/>
              </a:rPr>
              <a:t>S</a:t>
            </a:r>
            <a:r>
              <a:rPr lang="zh-CN" altLang="en-US" sz="3600" b="1">
                <a:solidFill>
                  <a:srgbClr val="760C04"/>
                </a:solidFill>
                <a:latin typeface="楷体_GB2312" pitchFamily="49" charset="-122"/>
                <a:ea typeface="楷体_GB2312" pitchFamily="49" charset="-122"/>
              </a:rPr>
              <a:t>平面上作相反的尺度变换。</a:t>
            </a:r>
          </a:p>
        </p:txBody>
      </p:sp>
      <p:grpSp>
        <p:nvGrpSpPr>
          <p:cNvPr id="77837" name="Group 13">
            <a:extLst>
              <a:ext uri="{FF2B5EF4-FFF2-40B4-BE49-F238E27FC236}">
                <a16:creationId xmlns:a16="http://schemas.microsoft.com/office/drawing/2014/main" id="{A7D64E28-B368-E2A5-24CB-EA15DB08E4DA}"/>
              </a:ext>
            </a:extLst>
          </p:cNvPr>
          <p:cNvGrpSpPr>
            <a:grpSpLocks/>
          </p:cNvGrpSpPr>
          <p:nvPr/>
        </p:nvGrpSpPr>
        <p:grpSpPr bwMode="auto">
          <a:xfrm>
            <a:off x="684213" y="5556250"/>
            <a:ext cx="7704137" cy="893763"/>
            <a:chOff x="720" y="2256"/>
            <a:chExt cx="3552" cy="409"/>
          </a:xfrm>
        </p:grpSpPr>
        <p:graphicFrame>
          <p:nvGraphicFramePr>
            <p:cNvPr id="77838" name="Object 14">
              <a:extLst>
                <a:ext uri="{FF2B5EF4-FFF2-40B4-BE49-F238E27FC236}">
                  <a16:creationId xmlns:a16="http://schemas.microsoft.com/office/drawing/2014/main" id="{F4F0E3C0-324E-C355-5C9B-B8B09A13E39B}"/>
                </a:ext>
              </a:extLst>
            </p:cNvPr>
            <p:cNvGraphicFramePr>
              <a:graphicFrameLocks noChangeAspect="1"/>
            </p:cNvGraphicFramePr>
            <p:nvPr/>
          </p:nvGraphicFramePr>
          <p:xfrm>
            <a:off x="1391" y="2339"/>
            <a:ext cx="1537" cy="326"/>
          </p:xfrm>
          <a:graphic>
            <a:graphicData uri="http://schemas.openxmlformats.org/presentationml/2006/ole">
              <mc:AlternateContent xmlns:mc="http://schemas.openxmlformats.org/markup-compatibility/2006">
                <mc:Choice xmlns:v="urn:schemas-microsoft-com:vml" Requires="v">
                  <p:oleObj name="Equation" r:id="rId12" imgW="1028520" imgH="203040" progId="Equation.DSMT4">
                    <p:embed/>
                  </p:oleObj>
                </mc:Choice>
                <mc:Fallback>
                  <p:oleObj name="Equation" r:id="rId12" imgW="1028520" imgH="203040" progId="Equation.DSMT4">
                    <p:embed/>
                    <p:pic>
                      <p:nvPicPr>
                        <p:cNvPr id="0" name="Object 1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391" y="2339"/>
                          <a:ext cx="1537"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7839" name="Object 15">
              <a:extLst>
                <a:ext uri="{FF2B5EF4-FFF2-40B4-BE49-F238E27FC236}">
                  <a16:creationId xmlns:a16="http://schemas.microsoft.com/office/drawing/2014/main" id="{2353195B-515A-6A8E-4344-7FF173E3E5C8}"/>
                </a:ext>
              </a:extLst>
            </p:cNvPr>
            <p:cNvGraphicFramePr>
              <a:graphicFrameLocks noChangeAspect="1"/>
            </p:cNvGraphicFramePr>
            <p:nvPr/>
          </p:nvGraphicFramePr>
          <p:xfrm>
            <a:off x="3216" y="2352"/>
            <a:ext cx="1056" cy="280"/>
          </p:xfrm>
          <a:graphic>
            <a:graphicData uri="http://schemas.openxmlformats.org/presentationml/2006/ole">
              <mc:AlternateContent xmlns:mc="http://schemas.openxmlformats.org/markup-compatibility/2006">
                <mc:Choice xmlns:v="urn:schemas-microsoft-com:vml" Requires="v">
                  <p:oleObj name="Equation" r:id="rId14" imgW="647640" imgH="177480" progId="Equation.DSMT4">
                    <p:embed/>
                  </p:oleObj>
                </mc:Choice>
                <mc:Fallback>
                  <p:oleObj name="Equation" r:id="rId14" imgW="647640" imgH="177480" progId="Equation.DSMT4">
                    <p:embed/>
                    <p:pic>
                      <p:nvPicPr>
                        <p:cNvPr id="0" name="Object 1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216" y="2352"/>
                          <a:ext cx="1056"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7840" name="Text Box 16">
              <a:extLst>
                <a:ext uri="{FF2B5EF4-FFF2-40B4-BE49-F238E27FC236}">
                  <a16:creationId xmlns:a16="http://schemas.microsoft.com/office/drawing/2014/main" id="{DB3EA961-CB8B-B46E-D5E9-8D48C0E64E2B}"/>
                </a:ext>
              </a:extLst>
            </p:cNvPr>
            <p:cNvSpPr txBox="1">
              <a:spLocks noChangeArrowheads="1"/>
            </p:cNvSpPr>
            <p:nvPr/>
          </p:nvSpPr>
          <p:spPr bwMode="auto">
            <a:xfrm>
              <a:off x="720" y="2256"/>
              <a:ext cx="508"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000066"/>
                  </a:solidFill>
                  <a:latin typeface="楷体_GB2312" pitchFamily="49" charset="-122"/>
                  <a:ea typeface="楷体_GB2312" pitchFamily="49" charset="-122"/>
                </a:rPr>
                <a:t>特例</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77833"/>
                                        </p:tgtEl>
                                        <p:attrNameLst>
                                          <p:attrName>style.visibility</p:attrName>
                                        </p:attrNameLst>
                                      </p:cBhvr>
                                      <p:to>
                                        <p:strVal val="visible"/>
                                      </p:to>
                                    </p:set>
                                    <p:anim calcmode="lin" valueType="num">
                                      <p:cBhvr additive="base">
                                        <p:cTn id="7" dur="500" fill="hold"/>
                                        <p:tgtEl>
                                          <p:spTgt spid="77833"/>
                                        </p:tgtEl>
                                        <p:attrNameLst>
                                          <p:attrName>ppt_x</p:attrName>
                                        </p:attrNameLst>
                                      </p:cBhvr>
                                      <p:tavLst>
                                        <p:tav tm="0">
                                          <p:val>
                                            <p:strVal val="0-#ppt_w/2"/>
                                          </p:val>
                                        </p:tav>
                                        <p:tav tm="100000">
                                          <p:val>
                                            <p:strVal val="#ppt_x"/>
                                          </p:val>
                                        </p:tav>
                                      </p:tavLst>
                                    </p:anim>
                                    <p:anim calcmode="lin" valueType="num">
                                      <p:cBhvr additive="base">
                                        <p:cTn id="8" dur="500" fill="hold"/>
                                        <p:tgtEl>
                                          <p:spTgt spid="7783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7836"/>
                                        </p:tgtEl>
                                        <p:attrNameLst>
                                          <p:attrName>style.visibility</p:attrName>
                                        </p:attrNameLst>
                                      </p:cBhvr>
                                      <p:to>
                                        <p:strVal val="visible"/>
                                      </p:to>
                                    </p:set>
                                    <p:anim calcmode="lin" valueType="num">
                                      <p:cBhvr additive="base">
                                        <p:cTn id="13" dur="500" fill="hold"/>
                                        <p:tgtEl>
                                          <p:spTgt spid="77836"/>
                                        </p:tgtEl>
                                        <p:attrNameLst>
                                          <p:attrName>ppt_x</p:attrName>
                                        </p:attrNameLst>
                                      </p:cBhvr>
                                      <p:tavLst>
                                        <p:tav tm="0">
                                          <p:val>
                                            <p:strVal val="0-#ppt_w/2"/>
                                          </p:val>
                                        </p:tav>
                                        <p:tav tm="100000">
                                          <p:val>
                                            <p:strVal val="#ppt_x"/>
                                          </p:val>
                                        </p:tav>
                                      </p:tavLst>
                                    </p:anim>
                                    <p:anim calcmode="lin" valueType="num">
                                      <p:cBhvr additive="base">
                                        <p:cTn id="14" dur="500" fill="hold"/>
                                        <p:tgtEl>
                                          <p:spTgt spid="77836"/>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77837"/>
                                        </p:tgtEl>
                                        <p:attrNameLst>
                                          <p:attrName>style.visibility</p:attrName>
                                        </p:attrNameLst>
                                      </p:cBhvr>
                                      <p:to>
                                        <p:strVal val="visible"/>
                                      </p:to>
                                    </p:set>
                                    <p:anim calcmode="lin" valueType="num">
                                      <p:cBhvr additive="base">
                                        <p:cTn id="19" dur="500" fill="hold"/>
                                        <p:tgtEl>
                                          <p:spTgt spid="77837"/>
                                        </p:tgtEl>
                                        <p:attrNameLst>
                                          <p:attrName>ppt_x</p:attrName>
                                        </p:attrNameLst>
                                      </p:cBhvr>
                                      <p:tavLst>
                                        <p:tav tm="0">
                                          <p:val>
                                            <p:strVal val="#ppt_x"/>
                                          </p:val>
                                        </p:tav>
                                        <p:tav tm="100000">
                                          <p:val>
                                            <p:strVal val="#ppt_x"/>
                                          </p:val>
                                        </p:tav>
                                      </p:tavLst>
                                    </p:anim>
                                    <p:anim calcmode="lin" valueType="num">
                                      <p:cBhvr additive="base">
                                        <p:cTn id="20" dur="500" fill="hold"/>
                                        <p:tgtEl>
                                          <p:spTgt spid="7783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3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0D35A0D2-13EA-FD70-15E7-16E24A2EB56F}"/>
              </a:ext>
            </a:extLst>
          </p:cNvPr>
          <p:cNvSpPr>
            <a:spLocks noChangeArrowheads="1"/>
          </p:cNvSpPr>
          <p:nvPr/>
        </p:nvSpPr>
        <p:spPr bwMode="auto">
          <a:xfrm>
            <a:off x="250825" y="0"/>
            <a:ext cx="81375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800100" indent="-342900">
              <a:defRPr>
                <a:solidFill>
                  <a:schemeClr val="tx1"/>
                </a:solidFill>
                <a:latin typeface="Arial" panose="020B0604020202020204" pitchFamily="34" charset="0"/>
                <a:ea typeface="宋体" panose="02010600030101010101" pitchFamily="2" charset="-122"/>
              </a:defRPr>
            </a:lvl2pPr>
            <a:lvl3pPr marL="1257300" indent="-342900">
              <a:defRPr>
                <a:solidFill>
                  <a:schemeClr val="tx1"/>
                </a:solidFill>
                <a:latin typeface="Arial" panose="020B0604020202020204" pitchFamily="34" charset="0"/>
                <a:ea typeface="宋体" panose="02010600030101010101" pitchFamily="2" charset="-122"/>
              </a:defRPr>
            </a:lvl3pPr>
            <a:lvl4pPr marL="1714500" indent="-342900">
              <a:defRPr>
                <a:solidFill>
                  <a:schemeClr val="tx1"/>
                </a:solidFill>
                <a:latin typeface="Arial" panose="020B0604020202020204" pitchFamily="34" charset="0"/>
                <a:ea typeface="宋体" panose="02010600030101010101" pitchFamily="2" charset="-122"/>
              </a:defRPr>
            </a:lvl4pPr>
            <a:lvl5pPr marL="2171700" indent="-342900">
              <a:defRPr>
                <a:solidFill>
                  <a:schemeClr val="tx1"/>
                </a:solidFill>
                <a:latin typeface="Arial" panose="020B0604020202020204" pitchFamily="34" charset="0"/>
                <a:ea typeface="宋体" panose="02010600030101010101" pitchFamily="2" charset="-122"/>
              </a:defRPr>
            </a:lvl5pPr>
            <a:lvl6pPr marL="26289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0861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5433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0005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Clr>
                <a:schemeClr val="tx2"/>
              </a:buClr>
            </a:pPr>
            <a:r>
              <a:rPr lang="en-US" altLang="zh-CN" sz="3600" b="1">
                <a:solidFill>
                  <a:srgbClr val="760C04"/>
                </a:solidFill>
                <a:latin typeface="Times New Roman" panose="02020603050405020304" pitchFamily="18" charset="0"/>
                <a:ea typeface="楷体_GB2312" pitchFamily="49" charset="-122"/>
              </a:rPr>
              <a:t>5.  </a:t>
            </a:r>
            <a:r>
              <a:rPr lang="zh-CN" altLang="en-US" sz="3600" b="1">
                <a:solidFill>
                  <a:srgbClr val="760C04"/>
                </a:solidFill>
                <a:latin typeface="Times New Roman" panose="02020603050405020304" pitchFamily="18" charset="0"/>
                <a:ea typeface="楷体_GB2312" pitchFamily="49" charset="-122"/>
              </a:rPr>
              <a:t>共轭对称（</a:t>
            </a:r>
            <a:r>
              <a:rPr lang="en-US" altLang="zh-CN" sz="3600" b="1">
                <a:solidFill>
                  <a:srgbClr val="760C04"/>
                </a:solidFill>
                <a:latin typeface="Times New Roman" panose="02020603050405020304" pitchFamily="18" charset="0"/>
                <a:ea typeface="楷体_GB2312" pitchFamily="49" charset="-122"/>
              </a:rPr>
              <a:t>Conjugation</a:t>
            </a:r>
            <a:r>
              <a:rPr lang="zh-CN" altLang="en-US" sz="3600" b="1">
                <a:solidFill>
                  <a:srgbClr val="760C04"/>
                </a:solidFill>
                <a:latin typeface="Times New Roman" panose="02020603050405020304" pitchFamily="18" charset="0"/>
                <a:ea typeface="楷体_GB2312" pitchFamily="49" charset="-122"/>
              </a:rPr>
              <a:t>）性</a:t>
            </a:r>
            <a:r>
              <a:rPr lang="zh-CN" altLang="en-US" sz="2800" b="1">
                <a:solidFill>
                  <a:srgbClr val="760C04"/>
                </a:solidFill>
                <a:latin typeface="Times New Roman" panose="02020603050405020304" pitchFamily="18" charset="0"/>
                <a:ea typeface="楷体_GB2312" pitchFamily="49" charset="-122"/>
              </a:rPr>
              <a:t>：</a:t>
            </a:r>
          </a:p>
        </p:txBody>
      </p:sp>
      <p:graphicFrame>
        <p:nvGraphicFramePr>
          <p:cNvPr id="22532" name="Object 4">
            <a:extLst>
              <a:ext uri="{FF2B5EF4-FFF2-40B4-BE49-F238E27FC236}">
                <a16:creationId xmlns:a16="http://schemas.microsoft.com/office/drawing/2014/main" id="{8129E24C-4CB9-C7C2-71C9-DF905B52AE84}"/>
              </a:ext>
            </a:extLst>
          </p:cNvPr>
          <p:cNvGraphicFramePr>
            <a:graphicFrameLocks noChangeAspect="1"/>
          </p:cNvGraphicFramePr>
          <p:nvPr/>
        </p:nvGraphicFramePr>
        <p:xfrm>
          <a:off x="1258888" y="692150"/>
          <a:ext cx="3646487" cy="792163"/>
        </p:xfrm>
        <a:graphic>
          <a:graphicData uri="http://schemas.openxmlformats.org/presentationml/2006/ole">
            <mc:AlternateContent xmlns:mc="http://schemas.openxmlformats.org/markup-compatibility/2006">
              <mc:Choice xmlns:v="urn:schemas-microsoft-com:vml" Requires="v">
                <p:oleObj name="Equation" r:id="rId2" imgW="850680" imgH="203040" progId="Equation.DSMT4">
                  <p:embed/>
                </p:oleObj>
              </mc:Choice>
              <mc:Fallback>
                <p:oleObj name="Equation" r:id="rId2" imgW="850680" imgH="203040" progId="Equation.DSMT4">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8888" y="692150"/>
                        <a:ext cx="3646487" cy="792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533" name="Object 5">
            <a:extLst>
              <a:ext uri="{FF2B5EF4-FFF2-40B4-BE49-F238E27FC236}">
                <a16:creationId xmlns:a16="http://schemas.microsoft.com/office/drawing/2014/main" id="{5B4D408B-3965-2D36-5E7E-0F69BEA57497}"/>
              </a:ext>
            </a:extLst>
          </p:cNvPr>
          <p:cNvGraphicFramePr>
            <a:graphicFrameLocks noChangeAspect="1"/>
          </p:cNvGraphicFramePr>
          <p:nvPr/>
        </p:nvGraphicFramePr>
        <p:xfrm>
          <a:off x="5364163" y="836613"/>
          <a:ext cx="1728787" cy="576262"/>
        </p:xfrm>
        <a:graphic>
          <a:graphicData uri="http://schemas.openxmlformats.org/presentationml/2006/ole">
            <mc:AlternateContent xmlns:mc="http://schemas.openxmlformats.org/markup-compatibility/2006">
              <mc:Choice xmlns:v="urn:schemas-microsoft-com:vml" Requires="v">
                <p:oleObj name="Equation" r:id="rId4" imgW="545760" imgH="177480" progId="Equation.DSMT4">
                  <p:embed/>
                </p:oleObj>
              </mc:Choice>
              <mc:Fallback>
                <p:oleObj name="Equation" r:id="rId4" imgW="545760" imgH="177480"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64163" y="836613"/>
                        <a:ext cx="1728787" cy="576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2534" name="Text Box 6">
            <a:extLst>
              <a:ext uri="{FF2B5EF4-FFF2-40B4-BE49-F238E27FC236}">
                <a16:creationId xmlns:a16="http://schemas.microsoft.com/office/drawing/2014/main" id="{182F8945-D689-A226-871C-EA1766172F60}"/>
              </a:ext>
            </a:extLst>
          </p:cNvPr>
          <p:cNvSpPr txBox="1">
            <a:spLocks noChangeArrowheads="1"/>
          </p:cNvSpPr>
          <p:nvPr/>
        </p:nvSpPr>
        <p:spPr bwMode="auto">
          <a:xfrm>
            <a:off x="539750" y="803275"/>
            <a:ext cx="64293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000066"/>
                </a:solidFill>
                <a:latin typeface="楷体_GB2312" pitchFamily="49" charset="-122"/>
                <a:ea typeface="楷体_GB2312" pitchFamily="49" charset="-122"/>
              </a:rPr>
              <a:t>若</a:t>
            </a:r>
          </a:p>
        </p:txBody>
      </p:sp>
      <p:grpSp>
        <p:nvGrpSpPr>
          <p:cNvPr id="22536" name="Group 8">
            <a:extLst>
              <a:ext uri="{FF2B5EF4-FFF2-40B4-BE49-F238E27FC236}">
                <a16:creationId xmlns:a16="http://schemas.microsoft.com/office/drawing/2014/main" id="{FF7E8AF3-5202-6800-4A07-101D80404BB5}"/>
              </a:ext>
            </a:extLst>
          </p:cNvPr>
          <p:cNvGrpSpPr>
            <a:grpSpLocks/>
          </p:cNvGrpSpPr>
          <p:nvPr/>
        </p:nvGrpSpPr>
        <p:grpSpPr bwMode="auto">
          <a:xfrm>
            <a:off x="1403350" y="1557338"/>
            <a:ext cx="5688013" cy="712787"/>
            <a:chOff x="1248" y="3660"/>
            <a:chExt cx="2640" cy="373"/>
          </a:xfrm>
        </p:grpSpPr>
        <p:graphicFrame>
          <p:nvGraphicFramePr>
            <p:cNvPr id="22537" name="Object 9">
              <a:extLst>
                <a:ext uri="{FF2B5EF4-FFF2-40B4-BE49-F238E27FC236}">
                  <a16:creationId xmlns:a16="http://schemas.microsoft.com/office/drawing/2014/main" id="{0C38C8AB-D612-690D-1C54-7ABD79B506BF}"/>
                </a:ext>
              </a:extLst>
            </p:cNvPr>
            <p:cNvGraphicFramePr>
              <a:graphicFrameLocks noChangeAspect="1"/>
            </p:cNvGraphicFramePr>
            <p:nvPr/>
          </p:nvGraphicFramePr>
          <p:xfrm>
            <a:off x="1248" y="3660"/>
            <a:ext cx="1680" cy="373"/>
          </p:xfrm>
          <a:graphic>
            <a:graphicData uri="http://schemas.openxmlformats.org/presentationml/2006/ole">
              <mc:AlternateContent xmlns:mc="http://schemas.openxmlformats.org/markup-compatibility/2006">
                <mc:Choice xmlns:v="urn:schemas-microsoft-com:vml" Requires="v">
                  <p:oleObj name="Equation" r:id="rId6" imgW="1028520" imgH="228600" progId="Equation.DSMT4">
                    <p:embed/>
                  </p:oleObj>
                </mc:Choice>
                <mc:Fallback>
                  <p:oleObj name="Equation" r:id="rId6" imgW="1028520" imgH="228600" progId="Equation.DSMT4">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48" y="3660"/>
                          <a:ext cx="1680" cy="3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538" name="Object 10">
              <a:extLst>
                <a:ext uri="{FF2B5EF4-FFF2-40B4-BE49-F238E27FC236}">
                  <a16:creationId xmlns:a16="http://schemas.microsoft.com/office/drawing/2014/main" id="{23D65A08-20FA-3DAE-CC39-CC8ECD058601}"/>
                </a:ext>
              </a:extLst>
            </p:cNvPr>
            <p:cNvGraphicFramePr>
              <a:graphicFrameLocks noChangeAspect="1"/>
            </p:cNvGraphicFramePr>
            <p:nvPr/>
          </p:nvGraphicFramePr>
          <p:xfrm>
            <a:off x="3072" y="3696"/>
            <a:ext cx="816" cy="266"/>
          </p:xfrm>
          <a:graphic>
            <a:graphicData uri="http://schemas.openxmlformats.org/presentationml/2006/ole">
              <mc:AlternateContent xmlns:mc="http://schemas.openxmlformats.org/markup-compatibility/2006">
                <mc:Choice xmlns:v="urn:schemas-microsoft-com:vml" Requires="v">
                  <p:oleObj name="Equation" r:id="rId8" imgW="545760" imgH="177480" progId="Equation.DSMT4">
                    <p:embed/>
                  </p:oleObj>
                </mc:Choice>
                <mc:Fallback>
                  <p:oleObj name="Equation" r:id="rId8" imgW="545760" imgH="177480" progId="Equation.DSMT4">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72" y="3696"/>
                          <a:ext cx="816" cy="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22539" name="Text Box 11">
            <a:extLst>
              <a:ext uri="{FF2B5EF4-FFF2-40B4-BE49-F238E27FC236}">
                <a16:creationId xmlns:a16="http://schemas.microsoft.com/office/drawing/2014/main" id="{EB03B27F-B763-7AEA-4474-9E548AC41719}"/>
              </a:ext>
            </a:extLst>
          </p:cNvPr>
          <p:cNvSpPr txBox="1">
            <a:spLocks noChangeArrowheads="1"/>
          </p:cNvSpPr>
          <p:nvPr/>
        </p:nvSpPr>
        <p:spPr bwMode="auto">
          <a:xfrm>
            <a:off x="539750" y="1557338"/>
            <a:ext cx="64293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000066"/>
                </a:solidFill>
                <a:latin typeface="楷体_GB2312" pitchFamily="49" charset="-122"/>
                <a:ea typeface="楷体_GB2312" pitchFamily="49" charset="-122"/>
              </a:rPr>
              <a:t>则</a:t>
            </a:r>
          </a:p>
        </p:txBody>
      </p:sp>
      <p:graphicFrame>
        <p:nvGraphicFramePr>
          <p:cNvPr id="22540" name="Object 12">
            <a:extLst>
              <a:ext uri="{FF2B5EF4-FFF2-40B4-BE49-F238E27FC236}">
                <a16:creationId xmlns:a16="http://schemas.microsoft.com/office/drawing/2014/main" id="{34EF9652-52D9-9B69-024A-54AE55C8A162}"/>
              </a:ext>
            </a:extLst>
          </p:cNvPr>
          <p:cNvGraphicFramePr>
            <a:graphicFrameLocks noChangeAspect="1"/>
          </p:cNvGraphicFramePr>
          <p:nvPr/>
        </p:nvGraphicFramePr>
        <p:xfrm>
          <a:off x="2268538" y="2924175"/>
          <a:ext cx="2944812" cy="658813"/>
        </p:xfrm>
        <a:graphic>
          <a:graphicData uri="http://schemas.openxmlformats.org/presentationml/2006/ole">
            <mc:AlternateContent xmlns:mc="http://schemas.openxmlformats.org/markup-compatibility/2006">
              <mc:Choice xmlns:v="urn:schemas-microsoft-com:vml" Requires="v">
                <p:oleObj name="Equation" r:id="rId9" imgW="1155600" imgH="228600" progId="Equation.DSMT4">
                  <p:embed/>
                </p:oleObj>
              </mc:Choice>
              <mc:Fallback>
                <p:oleObj name="Equation" r:id="rId9" imgW="1155600" imgH="228600" progId="Equation.DSMT4">
                  <p:embed/>
                  <p:pic>
                    <p:nvPicPr>
                      <p:cNvPr id="0" name="Object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68538" y="2924175"/>
                        <a:ext cx="2944812" cy="658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2542" name="Text Box 14">
            <a:extLst>
              <a:ext uri="{FF2B5EF4-FFF2-40B4-BE49-F238E27FC236}">
                <a16:creationId xmlns:a16="http://schemas.microsoft.com/office/drawing/2014/main" id="{C34A28BA-A4C8-C734-4B7A-746C95316EE6}"/>
              </a:ext>
            </a:extLst>
          </p:cNvPr>
          <p:cNvSpPr txBox="1">
            <a:spLocks noChangeArrowheads="1"/>
          </p:cNvSpPr>
          <p:nvPr/>
        </p:nvSpPr>
        <p:spPr bwMode="auto">
          <a:xfrm>
            <a:off x="0" y="3860800"/>
            <a:ext cx="9144000" cy="272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lang="en-US" altLang="zh-CN" sz="3600">
                <a:latin typeface="楷体_GB2312" pitchFamily="49" charset="-122"/>
                <a:ea typeface="楷体_GB2312" pitchFamily="49" charset="-122"/>
              </a:rPr>
              <a:t>  </a:t>
            </a:r>
            <a:r>
              <a:rPr lang="zh-CN" altLang="en-US" sz="3600" b="1">
                <a:solidFill>
                  <a:srgbClr val="000066"/>
                </a:solidFill>
                <a:latin typeface="楷体_GB2312" pitchFamily="49" charset="-122"/>
                <a:ea typeface="楷体_GB2312" pitchFamily="49" charset="-122"/>
              </a:rPr>
              <a:t>如果    是实信号，且    在  有极点（或零点），则    一定在    也有极点或零点。这表明：</a:t>
            </a:r>
            <a:r>
              <a:rPr lang="zh-CN" altLang="en-US" sz="3600" b="1">
                <a:solidFill>
                  <a:srgbClr val="760C04"/>
                </a:solidFill>
                <a:latin typeface="楷体_GB2312" pitchFamily="49" charset="-122"/>
                <a:ea typeface="楷体_GB2312" pitchFamily="49" charset="-122"/>
              </a:rPr>
              <a:t>实信号的拉氏变换其复数零、极点必共轭成对出现。</a:t>
            </a:r>
          </a:p>
        </p:txBody>
      </p:sp>
      <p:graphicFrame>
        <p:nvGraphicFramePr>
          <p:cNvPr id="22543" name="Object 15">
            <a:extLst>
              <a:ext uri="{FF2B5EF4-FFF2-40B4-BE49-F238E27FC236}">
                <a16:creationId xmlns:a16="http://schemas.microsoft.com/office/drawing/2014/main" id="{259F8427-974D-EEAC-5A84-EF2E10E17B85}"/>
              </a:ext>
            </a:extLst>
          </p:cNvPr>
          <p:cNvGraphicFramePr>
            <a:graphicFrameLocks noChangeAspect="1"/>
          </p:cNvGraphicFramePr>
          <p:nvPr/>
        </p:nvGraphicFramePr>
        <p:xfrm>
          <a:off x="1476375" y="3933825"/>
          <a:ext cx="809625" cy="774700"/>
        </p:xfrm>
        <a:graphic>
          <a:graphicData uri="http://schemas.openxmlformats.org/presentationml/2006/ole">
            <mc:AlternateContent xmlns:mc="http://schemas.openxmlformats.org/markup-compatibility/2006">
              <mc:Choice xmlns:v="urn:schemas-microsoft-com:vml" Requires="v">
                <p:oleObj name="Equation" r:id="rId11" imgW="279360" imgH="203040" progId="Equation.DSMT4">
                  <p:embed/>
                </p:oleObj>
              </mc:Choice>
              <mc:Fallback>
                <p:oleObj name="Equation" r:id="rId11" imgW="279360" imgH="203040" progId="Equation.DSMT4">
                  <p:embed/>
                  <p:pic>
                    <p:nvPicPr>
                      <p:cNvPr id="0" name="Object 1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476375" y="3933825"/>
                        <a:ext cx="809625" cy="77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544" name="Object 16">
            <a:extLst>
              <a:ext uri="{FF2B5EF4-FFF2-40B4-BE49-F238E27FC236}">
                <a16:creationId xmlns:a16="http://schemas.microsoft.com/office/drawing/2014/main" id="{0A4F51E7-36F4-0764-9FC0-FDF223AFE992}"/>
              </a:ext>
            </a:extLst>
          </p:cNvPr>
          <p:cNvGraphicFramePr>
            <a:graphicFrameLocks noChangeAspect="1"/>
          </p:cNvGraphicFramePr>
          <p:nvPr/>
        </p:nvGraphicFramePr>
        <p:xfrm>
          <a:off x="5148263" y="3933825"/>
          <a:ext cx="989012" cy="741363"/>
        </p:xfrm>
        <a:graphic>
          <a:graphicData uri="http://schemas.openxmlformats.org/presentationml/2006/ole">
            <mc:AlternateContent xmlns:mc="http://schemas.openxmlformats.org/markup-compatibility/2006">
              <mc:Choice xmlns:v="urn:schemas-microsoft-com:vml" Requires="v">
                <p:oleObj name="Equation" r:id="rId13" imgW="355320" imgH="203040" progId="Equation.DSMT4">
                  <p:embed/>
                </p:oleObj>
              </mc:Choice>
              <mc:Fallback>
                <p:oleObj name="Equation" r:id="rId13" imgW="355320" imgH="203040" progId="Equation.DSMT4">
                  <p:embed/>
                  <p:pic>
                    <p:nvPicPr>
                      <p:cNvPr id="0" name="Object 1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148263" y="3933825"/>
                        <a:ext cx="989012" cy="741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545" name="Object 17">
            <a:extLst>
              <a:ext uri="{FF2B5EF4-FFF2-40B4-BE49-F238E27FC236}">
                <a16:creationId xmlns:a16="http://schemas.microsoft.com/office/drawing/2014/main" id="{D3D94AA6-4AD0-2B84-17D0-CC8258F02714}"/>
              </a:ext>
            </a:extLst>
          </p:cNvPr>
          <p:cNvGraphicFramePr>
            <a:graphicFrameLocks noChangeAspect="1"/>
          </p:cNvGraphicFramePr>
          <p:nvPr/>
        </p:nvGraphicFramePr>
        <p:xfrm>
          <a:off x="6516688" y="3789363"/>
          <a:ext cx="450850" cy="887412"/>
        </p:xfrm>
        <a:graphic>
          <a:graphicData uri="http://schemas.openxmlformats.org/presentationml/2006/ole">
            <mc:AlternateContent xmlns:mc="http://schemas.openxmlformats.org/markup-compatibility/2006">
              <mc:Choice xmlns:v="urn:schemas-microsoft-com:vml" Requires="v">
                <p:oleObj name="Equation" r:id="rId15" imgW="152280" imgH="228600" progId="Equation.DSMT4">
                  <p:embed/>
                </p:oleObj>
              </mc:Choice>
              <mc:Fallback>
                <p:oleObj name="Equation" r:id="rId15" imgW="152280" imgH="228600" progId="Equation.DSMT4">
                  <p:embed/>
                  <p:pic>
                    <p:nvPicPr>
                      <p:cNvPr id="0" name="Object 1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516688" y="3789363"/>
                        <a:ext cx="450850" cy="887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546" name="Object 18">
            <a:extLst>
              <a:ext uri="{FF2B5EF4-FFF2-40B4-BE49-F238E27FC236}">
                <a16:creationId xmlns:a16="http://schemas.microsoft.com/office/drawing/2014/main" id="{0098C23C-0B7E-5A1E-B49E-DF945B13F4E9}"/>
              </a:ext>
            </a:extLst>
          </p:cNvPr>
          <p:cNvGraphicFramePr>
            <a:graphicFrameLocks noChangeAspect="1"/>
          </p:cNvGraphicFramePr>
          <p:nvPr/>
        </p:nvGraphicFramePr>
        <p:xfrm>
          <a:off x="3348038" y="4581525"/>
          <a:ext cx="900112" cy="741363"/>
        </p:xfrm>
        <a:graphic>
          <a:graphicData uri="http://schemas.openxmlformats.org/presentationml/2006/ole">
            <mc:AlternateContent xmlns:mc="http://schemas.openxmlformats.org/markup-compatibility/2006">
              <mc:Choice xmlns:v="urn:schemas-microsoft-com:vml" Requires="v">
                <p:oleObj name="Equation" r:id="rId13" imgW="355320" imgH="203040" progId="Equation.DSMT4">
                  <p:embed/>
                </p:oleObj>
              </mc:Choice>
              <mc:Fallback>
                <p:oleObj name="Equation" r:id="rId13" imgW="355320" imgH="203040" progId="Equation.DSMT4">
                  <p:embed/>
                  <p:pic>
                    <p:nvPicPr>
                      <p:cNvPr id="0" name="Object 1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348038" y="4581525"/>
                        <a:ext cx="900112" cy="741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547" name="Object 19">
            <a:extLst>
              <a:ext uri="{FF2B5EF4-FFF2-40B4-BE49-F238E27FC236}">
                <a16:creationId xmlns:a16="http://schemas.microsoft.com/office/drawing/2014/main" id="{EB67E105-B01F-572A-C55D-71812A1A0C0A}"/>
              </a:ext>
            </a:extLst>
          </p:cNvPr>
          <p:cNvGraphicFramePr>
            <a:graphicFrameLocks noChangeAspect="1"/>
          </p:cNvGraphicFramePr>
          <p:nvPr/>
        </p:nvGraphicFramePr>
        <p:xfrm>
          <a:off x="5651500" y="4365625"/>
          <a:ext cx="644525" cy="1016000"/>
        </p:xfrm>
        <a:graphic>
          <a:graphicData uri="http://schemas.openxmlformats.org/presentationml/2006/ole">
            <mc:AlternateContent xmlns:mc="http://schemas.openxmlformats.org/markup-compatibility/2006">
              <mc:Choice xmlns:v="urn:schemas-microsoft-com:vml" Requires="v">
                <p:oleObj name="Equation" r:id="rId17" imgW="152280" imgH="241200" progId="Equation.DSMT4">
                  <p:embed/>
                </p:oleObj>
              </mc:Choice>
              <mc:Fallback>
                <p:oleObj name="Equation" r:id="rId17" imgW="152280" imgH="241200" progId="Equation.DSMT4">
                  <p:embed/>
                  <p:pic>
                    <p:nvPicPr>
                      <p:cNvPr id="0" name="Object 1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651500" y="4365625"/>
                        <a:ext cx="644525" cy="101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2548" name="Group 20">
            <a:extLst>
              <a:ext uri="{FF2B5EF4-FFF2-40B4-BE49-F238E27FC236}">
                <a16:creationId xmlns:a16="http://schemas.microsoft.com/office/drawing/2014/main" id="{5B227F47-64F7-1C07-53DA-8175117123B1}"/>
              </a:ext>
            </a:extLst>
          </p:cNvPr>
          <p:cNvGrpSpPr>
            <a:grpSpLocks/>
          </p:cNvGrpSpPr>
          <p:nvPr/>
        </p:nvGrpSpPr>
        <p:grpSpPr bwMode="auto">
          <a:xfrm>
            <a:off x="395288" y="2276475"/>
            <a:ext cx="7991475" cy="663575"/>
            <a:chOff x="720" y="610"/>
            <a:chExt cx="3648" cy="418"/>
          </a:xfrm>
        </p:grpSpPr>
        <p:sp>
          <p:nvSpPr>
            <p:cNvPr id="22549" name="Text Box 21">
              <a:extLst>
                <a:ext uri="{FF2B5EF4-FFF2-40B4-BE49-F238E27FC236}">
                  <a16:creationId xmlns:a16="http://schemas.microsoft.com/office/drawing/2014/main" id="{0027F38F-7CF2-5F25-9F50-B925B4A42FD3}"/>
                </a:ext>
              </a:extLst>
            </p:cNvPr>
            <p:cNvSpPr txBox="1">
              <a:spLocks noChangeArrowheads="1"/>
            </p:cNvSpPr>
            <p:nvPr/>
          </p:nvSpPr>
          <p:spPr bwMode="auto">
            <a:xfrm>
              <a:off x="720" y="624"/>
              <a:ext cx="2784"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3600" b="1">
                  <a:solidFill>
                    <a:srgbClr val="000066"/>
                  </a:solidFill>
                  <a:latin typeface="楷体_GB2312" pitchFamily="49" charset="-122"/>
                  <a:ea typeface="楷体_GB2312" pitchFamily="49" charset="-122"/>
                </a:rPr>
                <a:t>当    为实信号时，有：</a:t>
              </a:r>
            </a:p>
          </p:txBody>
        </p:sp>
        <p:graphicFrame>
          <p:nvGraphicFramePr>
            <p:cNvPr id="22550" name="Object 22">
              <a:extLst>
                <a:ext uri="{FF2B5EF4-FFF2-40B4-BE49-F238E27FC236}">
                  <a16:creationId xmlns:a16="http://schemas.microsoft.com/office/drawing/2014/main" id="{69D2661C-FA14-0A85-C0B3-568A6CCF12E9}"/>
                </a:ext>
              </a:extLst>
            </p:cNvPr>
            <p:cNvGraphicFramePr>
              <a:graphicFrameLocks noChangeAspect="1"/>
            </p:cNvGraphicFramePr>
            <p:nvPr/>
          </p:nvGraphicFramePr>
          <p:xfrm>
            <a:off x="1000" y="662"/>
            <a:ext cx="440" cy="320"/>
          </p:xfrm>
          <a:graphic>
            <a:graphicData uri="http://schemas.openxmlformats.org/presentationml/2006/ole">
              <mc:AlternateContent xmlns:mc="http://schemas.openxmlformats.org/markup-compatibility/2006">
                <mc:Choice xmlns:v="urn:schemas-microsoft-com:vml" Requires="v">
                  <p:oleObj name="Equation" r:id="rId11" imgW="279360" imgH="203040" progId="Equation.DSMT4">
                    <p:embed/>
                  </p:oleObj>
                </mc:Choice>
                <mc:Fallback>
                  <p:oleObj name="Equation" r:id="rId11" imgW="279360" imgH="203040" progId="Equation.DSMT4">
                    <p:embed/>
                    <p:pic>
                      <p:nvPicPr>
                        <p:cNvPr id="0" name="Object 2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00" y="662"/>
                          <a:ext cx="440" cy="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551" name="Object 23">
              <a:extLst>
                <a:ext uri="{FF2B5EF4-FFF2-40B4-BE49-F238E27FC236}">
                  <a16:creationId xmlns:a16="http://schemas.microsoft.com/office/drawing/2014/main" id="{DDC730D5-3BA2-AC1C-15A8-79EB00B24B81}"/>
                </a:ext>
              </a:extLst>
            </p:cNvPr>
            <p:cNvGraphicFramePr>
              <a:graphicFrameLocks noChangeAspect="1"/>
            </p:cNvGraphicFramePr>
            <p:nvPr/>
          </p:nvGraphicFramePr>
          <p:xfrm>
            <a:off x="3168" y="610"/>
            <a:ext cx="1200" cy="372"/>
          </p:xfrm>
          <a:graphic>
            <a:graphicData uri="http://schemas.openxmlformats.org/presentationml/2006/ole">
              <mc:AlternateContent xmlns:mc="http://schemas.openxmlformats.org/markup-compatibility/2006">
                <mc:Choice xmlns:v="urn:schemas-microsoft-com:vml" Requires="v">
                  <p:oleObj name="Equation" r:id="rId19" imgW="736560" imgH="228600" progId="Equation.DSMT4">
                    <p:embed/>
                  </p:oleObj>
                </mc:Choice>
                <mc:Fallback>
                  <p:oleObj name="Equation" r:id="rId19" imgW="736560" imgH="228600" progId="Equation.DSMT4">
                    <p:embed/>
                    <p:pic>
                      <p:nvPicPr>
                        <p:cNvPr id="0" name="Object 23"/>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168" y="610"/>
                          <a:ext cx="1200" cy="3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22552" name="Text Box 24">
            <a:extLst>
              <a:ext uri="{FF2B5EF4-FFF2-40B4-BE49-F238E27FC236}">
                <a16:creationId xmlns:a16="http://schemas.microsoft.com/office/drawing/2014/main" id="{9EC410E4-7B77-26F3-0FCB-A2FAA07FB863}"/>
              </a:ext>
            </a:extLst>
          </p:cNvPr>
          <p:cNvSpPr txBox="1">
            <a:spLocks noChangeArrowheads="1"/>
          </p:cNvSpPr>
          <p:nvPr/>
        </p:nvSpPr>
        <p:spPr bwMode="auto">
          <a:xfrm>
            <a:off x="0" y="3429000"/>
            <a:ext cx="431323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000066"/>
                </a:solidFill>
                <a:ea typeface="楷体_GB2312" pitchFamily="49" charset="-122"/>
              </a:rPr>
              <a:t>由此可得以下结论：</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2540"/>
                                        </p:tgtEl>
                                        <p:attrNameLst>
                                          <p:attrName>style.visibility</p:attrName>
                                        </p:attrNameLst>
                                      </p:cBhvr>
                                      <p:to>
                                        <p:strVal val="visible"/>
                                      </p:to>
                                    </p:set>
                                    <p:anim calcmode="lin" valueType="num">
                                      <p:cBhvr additive="base">
                                        <p:cTn id="7" dur="500" fill="hold"/>
                                        <p:tgtEl>
                                          <p:spTgt spid="22540"/>
                                        </p:tgtEl>
                                        <p:attrNameLst>
                                          <p:attrName>ppt_x</p:attrName>
                                        </p:attrNameLst>
                                      </p:cBhvr>
                                      <p:tavLst>
                                        <p:tav tm="0">
                                          <p:val>
                                            <p:strVal val="0-#ppt_w/2"/>
                                          </p:val>
                                        </p:tav>
                                        <p:tav tm="100000">
                                          <p:val>
                                            <p:strVal val="#ppt_x"/>
                                          </p:val>
                                        </p:tav>
                                      </p:tavLst>
                                    </p:anim>
                                    <p:anim calcmode="lin" valueType="num">
                                      <p:cBhvr additive="base">
                                        <p:cTn id="8" dur="500" fill="hold"/>
                                        <p:tgtEl>
                                          <p:spTgt spid="2254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2552"/>
                                        </p:tgtEl>
                                        <p:attrNameLst>
                                          <p:attrName>style.visibility</p:attrName>
                                        </p:attrNameLst>
                                      </p:cBhvr>
                                      <p:to>
                                        <p:strVal val="visible"/>
                                      </p:to>
                                    </p:set>
                                    <p:anim calcmode="lin" valueType="num">
                                      <p:cBhvr additive="base">
                                        <p:cTn id="13" dur="500" fill="hold"/>
                                        <p:tgtEl>
                                          <p:spTgt spid="22552"/>
                                        </p:tgtEl>
                                        <p:attrNameLst>
                                          <p:attrName>ppt_x</p:attrName>
                                        </p:attrNameLst>
                                      </p:cBhvr>
                                      <p:tavLst>
                                        <p:tav tm="0">
                                          <p:val>
                                            <p:strVal val="0-#ppt_w/2"/>
                                          </p:val>
                                        </p:tav>
                                        <p:tav tm="100000">
                                          <p:val>
                                            <p:strVal val="#ppt_x"/>
                                          </p:val>
                                        </p:tav>
                                      </p:tavLst>
                                    </p:anim>
                                    <p:anim calcmode="lin" valueType="num">
                                      <p:cBhvr additive="base">
                                        <p:cTn id="14" dur="500" fill="hold"/>
                                        <p:tgtEl>
                                          <p:spTgt spid="2255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52" grpId="0"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AA9CC082-97EE-4C3F-98E6-E3EE3E3B1ECD}"/>
              </a:ext>
            </a:extLst>
          </p:cNvPr>
          <p:cNvSpPr>
            <a:spLocks noChangeArrowheads="1"/>
          </p:cNvSpPr>
          <p:nvPr/>
        </p:nvSpPr>
        <p:spPr bwMode="auto">
          <a:xfrm>
            <a:off x="250825" y="333375"/>
            <a:ext cx="696753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800100" indent="-342900">
              <a:defRPr>
                <a:solidFill>
                  <a:schemeClr val="tx1"/>
                </a:solidFill>
                <a:latin typeface="Arial" panose="020B0604020202020204" pitchFamily="34" charset="0"/>
                <a:ea typeface="宋体" panose="02010600030101010101" pitchFamily="2" charset="-122"/>
              </a:defRPr>
            </a:lvl2pPr>
            <a:lvl3pPr marL="1257300" indent="-342900">
              <a:defRPr>
                <a:solidFill>
                  <a:schemeClr val="tx1"/>
                </a:solidFill>
                <a:latin typeface="Arial" panose="020B0604020202020204" pitchFamily="34" charset="0"/>
                <a:ea typeface="宋体" panose="02010600030101010101" pitchFamily="2" charset="-122"/>
              </a:defRPr>
            </a:lvl3pPr>
            <a:lvl4pPr marL="1714500" indent="-342900">
              <a:defRPr>
                <a:solidFill>
                  <a:schemeClr val="tx1"/>
                </a:solidFill>
                <a:latin typeface="Arial" panose="020B0604020202020204" pitchFamily="34" charset="0"/>
                <a:ea typeface="宋体" panose="02010600030101010101" pitchFamily="2" charset="-122"/>
              </a:defRPr>
            </a:lvl4pPr>
            <a:lvl5pPr marL="2171700" indent="-342900">
              <a:defRPr>
                <a:solidFill>
                  <a:schemeClr val="tx1"/>
                </a:solidFill>
                <a:latin typeface="Arial" panose="020B0604020202020204" pitchFamily="34" charset="0"/>
                <a:ea typeface="宋体" panose="02010600030101010101" pitchFamily="2" charset="-122"/>
              </a:defRPr>
            </a:lvl5pPr>
            <a:lvl6pPr marL="26289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0861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5433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0005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Clr>
                <a:schemeClr val="tx2"/>
              </a:buClr>
            </a:pPr>
            <a:r>
              <a:rPr lang="en-US" altLang="zh-CN" sz="2800" b="1">
                <a:solidFill>
                  <a:schemeClr val="tx2"/>
                </a:solidFill>
                <a:latin typeface="楷体_GB2312" pitchFamily="49" charset="-122"/>
                <a:ea typeface="楷体_GB2312" pitchFamily="49" charset="-122"/>
              </a:rPr>
              <a:t> </a:t>
            </a:r>
            <a:r>
              <a:rPr lang="en-US" altLang="zh-CN" sz="3600" b="1">
                <a:solidFill>
                  <a:srgbClr val="760C04"/>
                </a:solidFill>
                <a:latin typeface="Times New Roman" panose="02020603050405020304" pitchFamily="18" charset="0"/>
                <a:ea typeface="楷体_GB2312" pitchFamily="49" charset="-122"/>
              </a:rPr>
              <a:t>6.  </a:t>
            </a:r>
            <a:r>
              <a:rPr lang="zh-CN" altLang="en-US" sz="3600" b="1">
                <a:solidFill>
                  <a:srgbClr val="760C04"/>
                </a:solidFill>
                <a:latin typeface="Times New Roman" panose="02020603050405020304" pitchFamily="18" charset="0"/>
                <a:ea typeface="楷体_GB2312" pitchFamily="49" charset="-122"/>
              </a:rPr>
              <a:t>卷积性质</a:t>
            </a:r>
            <a:r>
              <a:rPr lang="en-US" altLang="zh-CN" sz="3600" b="1">
                <a:solidFill>
                  <a:srgbClr val="760C04"/>
                </a:solidFill>
                <a:latin typeface="Times New Roman" panose="02020603050405020304" pitchFamily="18" charset="0"/>
                <a:ea typeface="楷体_GB2312" pitchFamily="49" charset="-122"/>
              </a:rPr>
              <a:t>:</a:t>
            </a:r>
            <a:r>
              <a:rPr lang="zh-CN" altLang="en-US" sz="2800" b="1">
                <a:solidFill>
                  <a:srgbClr val="760C04"/>
                </a:solidFill>
                <a:latin typeface="Times New Roman" panose="02020603050405020304" pitchFamily="18" charset="0"/>
                <a:ea typeface="楷体_GB2312" pitchFamily="49" charset="-122"/>
              </a:rPr>
              <a:t>（</a:t>
            </a:r>
            <a:r>
              <a:rPr lang="en-US" altLang="zh-CN" sz="2800" b="1">
                <a:solidFill>
                  <a:srgbClr val="760C04"/>
                </a:solidFill>
                <a:latin typeface="Times New Roman" panose="02020603050405020304" pitchFamily="18" charset="0"/>
                <a:ea typeface="楷体_GB2312" pitchFamily="49" charset="-122"/>
              </a:rPr>
              <a:t>Convolution Property</a:t>
            </a:r>
            <a:r>
              <a:rPr lang="zh-CN" altLang="en-US" sz="2800" b="1">
                <a:solidFill>
                  <a:srgbClr val="760C04"/>
                </a:solidFill>
                <a:latin typeface="Times New Roman" panose="02020603050405020304" pitchFamily="18" charset="0"/>
                <a:ea typeface="楷体_GB2312" pitchFamily="49" charset="-122"/>
              </a:rPr>
              <a:t>）</a:t>
            </a:r>
          </a:p>
        </p:txBody>
      </p:sp>
      <p:grpSp>
        <p:nvGrpSpPr>
          <p:cNvPr id="76803" name="Group 3">
            <a:extLst>
              <a:ext uri="{FF2B5EF4-FFF2-40B4-BE49-F238E27FC236}">
                <a16:creationId xmlns:a16="http://schemas.microsoft.com/office/drawing/2014/main" id="{FD9F3F1C-4443-82DE-99E3-3872EA58B82F}"/>
              </a:ext>
            </a:extLst>
          </p:cNvPr>
          <p:cNvGrpSpPr>
            <a:grpSpLocks/>
          </p:cNvGrpSpPr>
          <p:nvPr/>
        </p:nvGrpSpPr>
        <p:grpSpPr bwMode="auto">
          <a:xfrm>
            <a:off x="1187450" y="1052513"/>
            <a:ext cx="6048375" cy="1728787"/>
            <a:chOff x="748" y="942"/>
            <a:chExt cx="3005" cy="818"/>
          </a:xfrm>
        </p:grpSpPr>
        <p:graphicFrame>
          <p:nvGraphicFramePr>
            <p:cNvPr id="76804" name="Object 4">
              <a:extLst>
                <a:ext uri="{FF2B5EF4-FFF2-40B4-BE49-F238E27FC236}">
                  <a16:creationId xmlns:a16="http://schemas.microsoft.com/office/drawing/2014/main" id="{8022516E-8AB2-2BF0-3167-F6FC098949C7}"/>
                </a:ext>
              </a:extLst>
            </p:cNvPr>
            <p:cNvGraphicFramePr>
              <a:graphicFrameLocks noChangeAspect="1"/>
            </p:cNvGraphicFramePr>
            <p:nvPr/>
          </p:nvGraphicFramePr>
          <p:xfrm>
            <a:off x="1200" y="1008"/>
            <a:ext cx="1435" cy="308"/>
          </p:xfrm>
          <a:graphic>
            <a:graphicData uri="http://schemas.openxmlformats.org/presentationml/2006/ole">
              <mc:AlternateContent xmlns:mc="http://schemas.openxmlformats.org/markup-compatibility/2006">
                <mc:Choice xmlns:v="urn:schemas-microsoft-com:vml" Requires="v">
                  <p:oleObj name="Equation" r:id="rId2" imgW="927000" imgH="215640" progId="Equation.DSMT4">
                    <p:embed/>
                  </p:oleObj>
                </mc:Choice>
                <mc:Fallback>
                  <p:oleObj name="Equation" r:id="rId2" imgW="927000" imgH="215640" progId="Equation.DSMT4">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008"/>
                          <a:ext cx="1435"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6805" name="Object 5">
              <a:extLst>
                <a:ext uri="{FF2B5EF4-FFF2-40B4-BE49-F238E27FC236}">
                  <a16:creationId xmlns:a16="http://schemas.microsoft.com/office/drawing/2014/main" id="{982098BF-69C9-E8F4-FE17-87050F9B214D}"/>
                </a:ext>
              </a:extLst>
            </p:cNvPr>
            <p:cNvGraphicFramePr>
              <a:graphicFrameLocks noChangeAspect="1"/>
            </p:cNvGraphicFramePr>
            <p:nvPr/>
          </p:nvGraphicFramePr>
          <p:xfrm>
            <a:off x="2832" y="1028"/>
            <a:ext cx="921" cy="297"/>
          </p:xfrm>
          <a:graphic>
            <a:graphicData uri="http://schemas.openxmlformats.org/presentationml/2006/ole">
              <mc:AlternateContent xmlns:mc="http://schemas.openxmlformats.org/markup-compatibility/2006">
                <mc:Choice xmlns:v="urn:schemas-microsoft-com:vml" Requires="v">
                  <p:oleObj name="Equation" r:id="rId4" imgW="571320" imgH="215640" progId="Equation.DSMT4">
                    <p:embed/>
                  </p:oleObj>
                </mc:Choice>
                <mc:Fallback>
                  <p:oleObj name="Equation" r:id="rId4" imgW="571320" imgH="215640"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32" y="1028"/>
                          <a:ext cx="921" cy="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6806" name="Object 6">
              <a:extLst>
                <a:ext uri="{FF2B5EF4-FFF2-40B4-BE49-F238E27FC236}">
                  <a16:creationId xmlns:a16="http://schemas.microsoft.com/office/drawing/2014/main" id="{294E1A4A-6001-6BA3-7B35-28D8ABF6F4CC}"/>
                </a:ext>
              </a:extLst>
            </p:cNvPr>
            <p:cNvGraphicFramePr>
              <a:graphicFrameLocks noChangeAspect="1"/>
            </p:cNvGraphicFramePr>
            <p:nvPr/>
          </p:nvGraphicFramePr>
          <p:xfrm>
            <a:off x="1248" y="1440"/>
            <a:ext cx="1393" cy="320"/>
          </p:xfrm>
          <a:graphic>
            <a:graphicData uri="http://schemas.openxmlformats.org/presentationml/2006/ole">
              <mc:AlternateContent xmlns:mc="http://schemas.openxmlformats.org/markup-compatibility/2006">
                <mc:Choice xmlns:v="urn:schemas-microsoft-com:vml" Requires="v">
                  <p:oleObj name="Equation" r:id="rId6" imgW="952200" imgH="215640" progId="Equation.DSMT4">
                    <p:embed/>
                  </p:oleObj>
                </mc:Choice>
                <mc:Fallback>
                  <p:oleObj name="Equation" r:id="rId6" imgW="952200" imgH="215640" progId="Equation.DSMT4">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48" y="1440"/>
                          <a:ext cx="1393" cy="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6807" name="Object 7">
              <a:extLst>
                <a:ext uri="{FF2B5EF4-FFF2-40B4-BE49-F238E27FC236}">
                  <a16:creationId xmlns:a16="http://schemas.microsoft.com/office/drawing/2014/main" id="{A67F4E7B-023B-4337-4840-CE8BE5064BA0}"/>
                </a:ext>
              </a:extLst>
            </p:cNvPr>
            <p:cNvGraphicFramePr>
              <a:graphicFrameLocks noChangeAspect="1"/>
            </p:cNvGraphicFramePr>
            <p:nvPr/>
          </p:nvGraphicFramePr>
          <p:xfrm>
            <a:off x="2832" y="1440"/>
            <a:ext cx="858" cy="313"/>
          </p:xfrm>
          <a:graphic>
            <a:graphicData uri="http://schemas.openxmlformats.org/presentationml/2006/ole">
              <mc:AlternateContent xmlns:mc="http://schemas.openxmlformats.org/markup-compatibility/2006">
                <mc:Choice xmlns:v="urn:schemas-microsoft-com:vml" Requires="v">
                  <p:oleObj name="Equation" r:id="rId8" imgW="583920" imgH="215640" progId="Equation.DSMT4">
                    <p:embed/>
                  </p:oleObj>
                </mc:Choice>
                <mc:Fallback>
                  <p:oleObj name="Equation" r:id="rId8" imgW="583920" imgH="215640" progId="Equation.DSMT4">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32" y="1440"/>
                          <a:ext cx="858" cy="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6808" name="Text Box 8">
              <a:extLst>
                <a:ext uri="{FF2B5EF4-FFF2-40B4-BE49-F238E27FC236}">
                  <a16:creationId xmlns:a16="http://schemas.microsoft.com/office/drawing/2014/main" id="{623A36DE-859C-437A-D759-7B70D8C2490F}"/>
                </a:ext>
              </a:extLst>
            </p:cNvPr>
            <p:cNvSpPr txBox="1">
              <a:spLocks noChangeArrowheads="1"/>
            </p:cNvSpPr>
            <p:nvPr/>
          </p:nvSpPr>
          <p:spPr bwMode="auto">
            <a:xfrm>
              <a:off x="748" y="942"/>
              <a:ext cx="405" cy="3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3600" b="1">
                  <a:solidFill>
                    <a:srgbClr val="000066"/>
                  </a:solidFill>
                  <a:latin typeface="楷体_GB2312" pitchFamily="49" charset="-122"/>
                  <a:ea typeface="楷体_GB2312" pitchFamily="49" charset="-122"/>
                </a:rPr>
                <a:t>若</a:t>
              </a:r>
            </a:p>
          </p:txBody>
        </p:sp>
      </p:grpSp>
      <p:graphicFrame>
        <p:nvGraphicFramePr>
          <p:cNvPr id="76811" name="Object 11">
            <a:extLst>
              <a:ext uri="{FF2B5EF4-FFF2-40B4-BE49-F238E27FC236}">
                <a16:creationId xmlns:a16="http://schemas.microsoft.com/office/drawing/2014/main" id="{03FB45CB-7586-4897-ECCD-82D06F1150F8}"/>
              </a:ext>
            </a:extLst>
          </p:cNvPr>
          <p:cNvGraphicFramePr>
            <a:graphicFrameLocks noChangeAspect="1"/>
          </p:cNvGraphicFramePr>
          <p:nvPr/>
        </p:nvGraphicFramePr>
        <p:xfrm>
          <a:off x="1042988" y="2886075"/>
          <a:ext cx="4394200" cy="622300"/>
        </p:xfrm>
        <a:graphic>
          <a:graphicData uri="http://schemas.openxmlformats.org/presentationml/2006/ole">
            <mc:AlternateContent xmlns:mc="http://schemas.openxmlformats.org/markup-compatibility/2006">
              <mc:Choice xmlns:v="urn:schemas-microsoft-com:vml" Requires="v">
                <p:oleObj name="Equation" r:id="rId10" imgW="1650960" imgH="215640" progId="Equation.DSMT4">
                  <p:embed/>
                </p:oleObj>
              </mc:Choice>
              <mc:Fallback>
                <p:oleObj name="Equation" r:id="rId10" imgW="1650960" imgH="215640" progId="Equation.DSMT4">
                  <p:embed/>
                  <p:pic>
                    <p:nvPicPr>
                      <p:cNvPr id="0" name="Object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42988" y="2886075"/>
                        <a:ext cx="4394200" cy="622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6813" name="Object 13">
            <a:extLst>
              <a:ext uri="{FF2B5EF4-FFF2-40B4-BE49-F238E27FC236}">
                <a16:creationId xmlns:a16="http://schemas.microsoft.com/office/drawing/2014/main" id="{DF50381B-FD54-E73B-4836-B371992E3E7F}"/>
              </a:ext>
            </a:extLst>
          </p:cNvPr>
          <p:cNvGraphicFramePr>
            <a:graphicFrameLocks noChangeAspect="1"/>
          </p:cNvGraphicFramePr>
          <p:nvPr/>
        </p:nvGraphicFramePr>
        <p:xfrm>
          <a:off x="5730875" y="2994025"/>
          <a:ext cx="1008063" cy="461963"/>
        </p:xfrm>
        <a:graphic>
          <a:graphicData uri="http://schemas.openxmlformats.org/presentationml/2006/ole">
            <mc:AlternateContent xmlns:mc="http://schemas.openxmlformats.org/markup-compatibility/2006">
              <mc:Choice xmlns:v="urn:schemas-microsoft-com:vml" Requires="v">
                <p:oleObj name="Equation" r:id="rId12" imgW="419040" imgH="177480" progId="Equation.DSMT4">
                  <p:embed/>
                </p:oleObj>
              </mc:Choice>
              <mc:Fallback>
                <p:oleObj name="Equation" r:id="rId12" imgW="419040" imgH="177480" progId="Equation.DSMT4">
                  <p:embed/>
                  <p:pic>
                    <p:nvPicPr>
                      <p:cNvPr id="0" name="Object 1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730875" y="2994025"/>
                        <a:ext cx="1008063"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6814" name="Object 14">
            <a:extLst>
              <a:ext uri="{FF2B5EF4-FFF2-40B4-BE49-F238E27FC236}">
                <a16:creationId xmlns:a16="http://schemas.microsoft.com/office/drawing/2014/main" id="{D7D717CD-7806-83D0-E843-264398E8F544}"/>
              </a:ext>
            </a:extLst>
          </p:cNvPr>
          <p:cNvGraphicFramePr>
            <a:graphicFrameLocks noChangeAspect="1"/>
          </p:cNvGraphicFramePr>
          <p:nvPr/>
        </p:nvGraphicFramePr>
        <p:xfrm>
          <a:off x="7667625" y="2924175"/>
          <a:ext cx="1257300" cy="608013"/>
        </p:xfrm>
        <a:graphic>
          <a:graphicData uri="http://schemas.openxmlformats.org/presentationml/2006/ole">
            <mc:AlternateContent xmlns:mc="http://schemas.openxmlformats.org/markup-compatibility/2006">
              <mc:Choice xmlns:v="urn:schemas-microsoft-com:vml" Requires="v">
                <p:oleObj name="Equation" r:id="rId14" imgW="482400" imgH="215640" progId="Equation.DSMT4">
                  <p:embed/>
                </p:oleObj>
              </mc:Choice>
              <mc:Fallback>
                <p:oleObj name="Equation" r:id="rId14" imgW="482400" imgH="215640" progId="Equation.DSMT4">
                  <p:embed/>
                  <p:pic>
                    <p:nvPicPr>
                      <p:cNvPr id="0" name="Object 1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667625" y="2924175"/>
                        <a:ext cx="1257300" cy="608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6815" name="Text Box 15">
            <a:extLst>
              <a:ext uri="{FF2B5EF4-FFF2-40B4-BE49-F238E27FC236}">
                <a16:creationId xmlns:a16="http://schemas.microsoft.com/office/drawing/2014/main" id="{F9A83A54-3C63-7498-A0EB-1BA4F1E31EED}"/>
              </a:ext>
            </a:extLst>
          </p:cNvPr>
          <p:cNvSpPr txBox="1">
            <a:spLocks noChangeArrowheads="1"/>
          </p:cNvSpPr>
          <p:nvPr/>
        </p:nvSpPr>
        <p:spPr bwMode="auto">
          <a:xfrm>
            <a:off x="6632575" y="2871788"/>
            <a:ext cx="11461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3600" b="1">
                <a:solidFill>
                  <a:srgbClr val="760C04"/>
                </a:solidFill>
                <a:latin typeface="楷体_GB2312" pitchFamily="49" charset="-122"/>
                <a:ea typeface="楷体_GB2312" pitchFamily="49" charset="-122"/>
              </a:rPr>
              <a:t>包括</a:t>
            </a:r>
          </a:p>
        </p:txBody>
      </p:sp>
      <p:sp>
        <p:nvSpPr>
          <p:cNvPr id="76816" name="Text Box 16">
            <a:extLst>
              <a:ext uri="{FF2B5EF4-FFF2-40B4-BE49-F238E27FC236}">
                <a16:creationId xmlns:a16="http://schemas.microsoft.com/office/drawing/2014/main" id="{A42257F6-A1D2-5EB6-917F-3980DECEC103}"/>
              </a:ext>
            </a:extLst>
          </p:cNvPr>
          <p:cNvSpPr txBox="1">
            <a:spLocks noChangeArrowheads="1"/>
          </p:cNvSpPr>
          <p:nvPr/>
        </p:nvSpPr>
        <p:spPr bwMode="auto">
          <a:xfrm>
            <a:off x="250825" y="2708275"/>
            <a:ext cx="69056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3600" b="1">
                <a:solidFill>
                  <a:srgbClr val="000066"/>
                </a:solidFill>
                <a:latin typeface="楷体_GB2312" pitchFamily="49" charset="-122"/>
                <a:ea typeface="楷体_GB2312" pitchFamily="49" charset="-122"/>
              </a:rPr>
              <a:t>则</a:t>
            </a:r>
          </a:p>
        </p:txBody>
      </p:sp>
      <p:graphicFrame>
        <p:nvGraphicFramePr>
          <p:cNvPr id="76818" name="Object 18">
            <a:extLst>
              <a:ext uri="{FF2B5EF4-FFF2-40B4-BE49-F238E27FC236}">
                <a16:creationId xmlns:a16="http://schemas.microsoft.com/office/drawing/2014/main" id="{630CC1C0-71D2-A662-0FED-004E859D1FB8}"/>
              </a:ext>
            </a:extLst>
          </p:cNvPr>
          <p:cNvGraphicFramePr>
            <a:graphicFrameLocks noChangeAspect="1"/>
          </p:cNvGraphicFramePr>
          <p:nvPr/>
        </p:nvGraphicFramePr>
        <p:xfrm>
          <a:off x="3132138" y="6229350"/>
          <a:ext cx="2808287" cy="628650"/>
        </p:xfrm>
        <a:graphic>
          <a:graphicData uri="http://schemas.openxmlformats.org/presentationml/2006/ole">
            <mc:AlternateContent xmlns:mc="http://schemas.openxmlformats.org/markup-compatibility/2006">
              <mc:Choice xmlns:v="urn:schemas-microsoft-com:vml" Requires="v">
                <p:oleObj name="Equation" r:id="rId16" imgW="1041120" imgH="215640" progId="Equation.DSMT4">
                  <p:embed/>
                </p:oleObj>
              </mc:Choice>
              <mc:Fallback>
                <p:oleObj name="Equation" r:id="rId16" imgW="1041120" imgH="215640" progId="Equation.DSMT4">
                  <p:embed/>
                  <p:pic>
                    <p:nvPicPr>
                      <p:cNvPr id="0" name="Object 1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132138" y="6229350"/>
                        <a:ext cx="2808287"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6819" name="Text Box 19">
            <a:extLst>
              <a:ext uri="{FF2B5EF4-FFF2-40B4-BE49-F238E27FC236}">
                <a16:creationId xmlns:a16="http://schemas.microsoft.com/office/drawing/2014/main" id="{B937732D-690D-26CE-4677-B1C8556B2FC3}"/>
              </a:ext>
            </a:extLst>
          </p:cNvPr>
          <p:cNvSpPr txBox="1">
            <a:spLocks noChangeArrowheads="1"/>
          </p:cNvSpPr>
          <p:nvPr/>
        </p:nvSpPr>
        <p:spPr bwMode="auto">
          <a:xfrm>
            <a:off x="1331913" y="6216650"/>
            <a:ext cx="16795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000066"/>
                </a:solidFill>
                <a:ea typeface="楷体_GB2312" pitchFamily="49" charset="-122"/>
              </a:rPr>
              <a:t>显然有</a:t>
            </a:r>
            <a:r>
              <a:rPr lang="en-US" altLang="zh-CN" sz="2800" b="1">
                <a:solidFill>
                  <a:srgbClr val="000066"/>
                </a:solidFill>
                <a:ea typeface="楷体_GB2312" pitchFamily="49" charset="-122"/>
              </a:rPr>
              <a:t>:</a:t>
            </a:r>
          </a:p>
        </p:txBody>
      </p:sp>
      <p:grpSp>
        <p:nvGrpSpPr>
          <p:cNvPr id="76820" name="Group 20">
            <a:extLst>
              <a:ext uri="{FF2B5EF4-FFF2-40B4-BE49-F238E27FC236}">
                <a16:creationId xmlns:a16="http://schemas.microsoft.com/office/drawing/2014/main" id="{C9DA235E-7894-5A41-D080-7242777C2D4C}"/>
              </a:ext>
            </a:extLst>
          </p:cNvPr>
          <p:cNvGrpSpPr>
            <a:grpSpLocks/>
          </p:cNvGrpSpPr>
          <p:nvPr/>
        </p:nvGrpSpPr>
        <p:grpSpPr bwMode="auto">
          <a:xfrm>
            <a:off x="1219200" y="3775075"/>
            <a:ext cx="7529513" cy="2174875"/>
            <a:chOff x="768" y="2378"/>
            <a:chExt cx="4280" cy="1238"/>
          </a:xfrm>
        </p:grpSpPr>
        <p:sp>
          <p:nvSpPr>
            <p:cNvPr id="76821" name="Text Box 21">
              <a:extLst>
                <a:ext uri="{FF2B5EF4-FFF2-40B4-BE49-F238E27FC236}">
                  <a16:creationId xmlns:a16="http://schemas.microsoft.com/office/drawing/2014/main" id="{E530D891-5E16-0A5C-B522-02CE0DD66F8B}"/>
                </a:ext>
              </a:extLst>
            </p:cNvPr>
            <p:cNvSpPr txBox="1">
              <a:spLocks noChangeArrowheads="1"/>
            </p:cNvSpPr>
            <p:nvPr/>
          </p:nvSpPr>
          <p:spPr bwMode="auto">
            <a:xfrm>
              <a:off x="768" y="2474"/>
              <a:ext cx="46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3600" b="1">
                  <a:solidFill>
                    <a:srgbClr val="000066"/>
                  </a:solidFill>
                  <a:latin typeface="楷体_GB2312" pitchFamily="49" charset="-122"/>
                  <a:ea typeface="楷体_GB2312" pitchFamily="49" charset="-122"/>
                </a:rPr>
                <a:t>例</a:t>
              </a:r>
              <a:r>
                <a:rPr lang="en-US" altLang="zh-CN" sz="3600" b="1">
                  <a:solidFill>
                    <a:srgbClr val="000066"/>
                  </a:solidFill>
                  <a:latin typeface="楷体_GB2312" pitchFamily="49" charset="-122"/>
                  <a:ea typeface="楷体_GB2312" pitchFamily="49" charset="-122"/>
                </a:rPr>
                <a:t>.</a:t>
              </a:r>
            </a:p>
          </p:txBody>
        </p:sp>
        <p:graphicFrame>
          <p:nvGraphicFramePr>
            <p:cNvPr id="76822" name="Object 22">
              <a:extLst>
                <a:ext uri="{FF2B5EF4-FFF2-40B4-BE49-F238E27FC236}">
                  <a16:creationId xmlns:a16="http://schemas.microsoft.com/office/drawing/2014/main" id="{EEF3CB44-302A-9956-AACE-A3DE15CCE41A}"/>
                </a:ext>
              </a:extLst>
            </p:cNvPr>
            <p:cNvGraphicFramePr>
              <a:graphicFrameLocks noChangeAspect="1"/>
            </p:cNvGraphicFramePr>
            <p:nvPr/>
          </p:nvGraphicFramePr>
          <p:xfrm>
            <a:off x="1296" y="2378"/>
            <a:ext cx="1140" cy="551"/>
          </p:xfrm>
          <a:graphic>
            <a:graphicData uri="http://schemas.openxmlformats.org/presentationml/2006/ole">
              <mc:AlternateContent xmlns:mc="http://schemas.openxmlformats.org/markup-compatibility/2006">
                <mc:Choice xmlns:v="urn:schemas-microsoft-com:vml" Requires="v">
                  <p:oleObj name="Equation" r:id="rId18" imgW="863280" imgH="393480" progId="Equation.DSMT4">
                    <p:embed/>
                  </p:oleObj>
                </mc:Choice>
                <mc:Fallback>
                  <p:oleObj name="Equation" r:id="rId18" imgW="863280" imgH="393480" progId="Equation.DSMT4">
                    <p:embed/>
                    <p:pic>
                      <p:nvPicPr>
                        <p:cNvPr id="0" name="Object 22"/>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296" y="2378"/>
                          <a:ext cx="1140" cy="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6823" name="Object 23">
              <a:extLst>
                <a:ext uri="{FF2B5EF4-FFF2-40B4-BE49-F238E27FC236}">
                  <a16:creationId xmlns:a16="http://schemas.microsoft.com/office/drawing/2014/main" id="{9A4D030F-4115-12B3-3198-431ACA7CD984}"/>
                </a:ext>
              </a:extLst>
            </p:cNvPr>
            <p:cNvGraphicFramePr>
              <a:graphicFrameLocks noChangeAspect="1"/>
            </p:cNvGraphicFramePr>
            <p:nvPr/>
          </p:nvGraphicFramePr>
          <p:xfrm>
            <a:off x="1248" y="3010"/>
            <a:ext cx="1824" cy="606"/>
          </p:xfrm>
          <a:graphic>
            <a:graphicData uri="http://schemas.openxmlformats.org/presentationml/2006/ole">
              <mc:AlternateContent xmlns:mc="http://schemas.openxmlformats.org/markup-compatibility/2006">
                <mc:Choice xmlns:v="urn:schemas-microsoft-com:vml" Requires="v">
                  <p:oleObj name="Equation" r:id="rId20" imgW="1434960" imgH="444240" progId="Equation.DSMT4">
                    <p:embed/>
                  </p:oleObj>
                </mc:Choice>
                <mc:Fallback>
                  <p:oleObj name="Equation" r:id="rId20" imgW="1434960" imgH="444240" progId="Equation.DSMT4">
                    <p:embed/>
                    <p:pic>
                      <p:nvPicPr>
                        <p:cNvPr id="0" name="Object 23"/>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248" y="3010"/>
                          <a:ext cx="1824" cy="6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6824" name="Object 24">
              <a:extLst>
                <a:ext uri="{FF2B5EF4-FFF2-40B4-BE49-F238E27FC236}">
                  <a16:creationId xmlns:a16="http://schemas.microsoft.com/office/drawing/2014/main" id="{762D81F6-A648-E5AF-8964-40A05AD9BD07}"/>
                </a:ext>
              </a:extLst>
            </p:cNvPr>
            <p:cNvGraphicFramePr>
              <a:graphicFrameLocks noChangeAspect="1"/>
            </p:cNvGraphicFramePr>
            <p:nvPr/>
          </p:nvGraphicFramePr>
          <p:xfrm>
            <a:off x="2736" y="2514"/>
            <a:ext cx="1680" cy="314"/>
          </p:xfrm>
          <a:graphic>
            <a:graphicData uri="http://schemas.openxmlformats.org/presentationml/2006/ole">
              <mc:AlternateContent xmlns:mc="http://schemas.openxmlformats.org/markup-compatibility/2006">
                <mc:Choice xmlns:v="urn:schemas-microsoft-com:vml" Requires="v">
                  <p:oleObj name="Equation" r:id="rId22" imgW="1155600" imgH="215640" progId="Equation.DSMT4">
                    <p:embed/>
                  </p:oleObj>
                </mc:Choice>
                <mc:Fallback>
                  <p:oleObj name="Equation" r:id="rId22" imgW="1155600" imgH="215640" progId="Equation.DSMT4">
                    <p:embed/>
                    <p:pic>
                      <p:nvPicPr>
                        <p:cNvPr id="0" name="Object 24"/>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736" y="2514"/>
                          <a:ext cx="1680" cy="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6825" name="Object 25">
              <a:extLst>
                <a:ext uri="{FF2B5EF4-FFF2-40B4-BE49-F238E27FC236}">
                  <a16:creationId xmlns:a16="http://schemas.microsoft.com/office/drawing/2014/main" id="{AC185068-EF39-9452-AB84-5E820AF22064}"/>
                </a:ext>
              </a:extLst>
            </p:cNvPr>
            <p:cNvGraphicFramePr>
              <a:graphicFrameLocks noChangeAspect="1"/>
            </p:cNvGraphicFramePr>
            <p:nvPr/>
          </p:nvGraphicFramePr>
          <p:xfrm>
            <a:off x="3312" y="3138"/>
            <a:ext cx="1736" cy="314"/>
          </p:xfrm>
          <a:graphic>
            <a:graphicData uri="http://schemas.openxmlformats.org/presentationml/2006/ole">
              <mc:AlternateContent xmlns:mc="http://schemas.openxmlformats.org/markup-compatibility/2006">
                <mc:Choice xmlns:v="urn:schemas-microsoft-com:vml" Requires="v">
                  <p:oleObj name="Equation" r:id="rId24" imgW="1193760" imgH="215640" progId="Equation.DSMT4">
                    <p:embed/>
                  </p:oleObj>
                </mc:Choice>
                <mc:Fallback>
                  <p:oleObj name="Equation" r:id="rId24" imgW="1193760" imgH="215640" progId="Equation.DSMT4">
                    <p:embed/>
                    <p:pic>
                      <p:nvPicPr>
                        <p:cNvPr id="0" name="Object 25"/>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312" y="3138"/>
                          <a:ext cx="1736" cy="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76803"/>
                                        </p:tgtEl>
                                        <p:attrNameLst>
                                          <p:attrName>style.visibility</p:attrName>
                                        </p:attrNameLst>
                                      </p:cBhvr>
                                      <p:to>
                                        <p:strVal val="visible"/>
                                      </p:to>
                                    </p:set>
                                    <p:anim calcmode="lin" valueType="num">
                                      <p:cBhvr additive="base">
                                        <p:cTn id="7" dur="500" fill="hold"/>
                                        <p:tgtEl>
                                          <p:spTgt spid="76803"/>
                                        </p:tgtEl>
                                        <p:attrNameLst>
                                          <p:attrName>ppt_x</p:attrName>
                                        </p:attrNameLst>
                                      </p:cBhvr>
                                      <p:tavLst>
                                        <p:tav tm="0">
                                          <p:val>
                                            <p:strVal val="0-#ppt_w/2"/>
                                          </p:val>
                                        </p:tav>
                                        <p:tav tm="100000">
                                          <p:val>
                                            <p:strVal val="#ppt_x"/>
                                          </p:val>
                                        </p:tav>
                                      </p:tavLst>
                                    </p:anim>
                                    <p:anim calcmode="lin" valueType="num">
                                      <p:cBhvr additive="base">
                                        <p:cTn id="8" dur="500" fill="hold"/>
                                        <p:tgtEl>
                                          <p:spTgt spid="7680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76820"/>
                                        </p:tgtEl>
                                        <p:attrNameLst>
                                          <p:attrName>style.visibility</p:attrName>
                                        </p:attrNameLst>
                                      </p:cBhvr>
                                      <p:to>
                                        <p:strVal val="visible"/>
                                      </p:to>
                                    </p:set>
                                    <p:anim calcmode="lin" valueType="num">
                                      <p:cBhvr additive="base">
                                        <p:cTn id="13" dur="500" fill="hold"/>
                                        <p:tgtEl>
                                          <p:spTgt spid="76820"/>
                                        </p:tgtEl>
                                        <p:attrNameLst>
                                          <p:attrName>ppt_x</p:attrName>
                                        </p:attrNameLst>
                                      </p:cBhvr>
                                      <p:tavLst>
                                        <p:tav tm="0">
                                          <p:val>
                                            <p:strVal val="0-#ppt_w/2"/>
                                          </p:val>
                                        </p:tav>
                                        <p:tav tm="100000">
                                          <p:val>
                                            <p:strVal val="#ppt_x"/>
                                          </p:val>
                                        </p:tav>
                                      </p:tavLst>
                                    </p:anim>
                                    <p:anim calcmode="lin" valueType="num">
                                      <p:cBhvr additive="base">
                                        <p:cTn id="14" dur="500" fill="hold"/>
                                        <p:tgtEl>
                                          <p:spTgt spid="7682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5778" name="Object 2">
            <a:extLst>
              <a:ext uri="{FF2B5EF4-FFF2-40B4-BE49-F238E27FC236}">
                <a16:creationId xmlns:a16="http://schemas.microsoft.com/office/drawing/2014/main" id="{1AA39067-3C41-062E-DB83-6D25D9C6DFBF}"/>
              </a:ext>
            </a:extLst>
          </p:cNvPr>
          <p:cNvGraphicFramePr>
            <a:graphicFrameLocks noChangeAspect="1"/>
          </p:cNvGraphicFramePr>
          <p:nvPr/>
        </p:nvGraphicFramePr>
        <p:xfrm>
          <a:off x="250825" y="333375"/>
          <a:ext cx="4152900" cy="1038225"/>
        </p:xfrm>
        <a:graphic>
          <a:graphicData uri="http://schemas.openxmlformats.org/presentationml/2006/ole">
            <mc:AlternateContent xmlns:mc="http://schemas.openxmlformats.org/markup-compatibility/2006">
              <mc:Choice xmlns:v="urn:schemas-microsoft-com:vml" Requires="v">
                <p:oleObj name="Equation" r:id="rId2" imgW="1777680" imgH="444240" progId="Equation.DSMT4">
                  <p:embed/>
                </p:oleObj>
              </mc:Choice>
              <mc:Fallback>
                <p:oleObj name="Equation" r:id="rId2" imgW="1777680" imgH="444240" progId="Equation.DSMT4">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25" y="333375"/>
                        <a:ext cx="4152900" cy="1038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5779" name="Object 3">
            <a:extLst>
              <a:ext uri="{FF2B5EF4-FFF2-40B4-BE49-F238E27FC236}">
                <a16:creationId xmlns:a16="http://schemas.microsoft.com/office/drawing/2014/main" id="{A455DC12-5F12-48AD-3845-8CC04D9994A6}"/>
              </a:ext>
            </a:extLst>
          </p:cNvPr>
          <p:cNvGraphicFramePr>
            <a:graphicFrameLocks noChangeAspect="1"/>
          </p:cNvGraphicFramePr>
          <p:nvPr/>
        </p:nvGraphicFramePr>
        <p:xfrm>
          <a:off x="4643438" y="620713"/>
          <a:ext cx="1087437" cy="446087"/>
        </p:xfrm>
        <a:graphic>
          <a:graphicData uri="http://schemas.openxmlformats.org/presentationml/2006/ole">
            <mc:AlternateContent xmlns:mc="http://schemas.openxmlformats.org/markup-compatibility/2006">
              <mc:Choice xmlns:v="urn:schemas-microsoft-com:vml" Requires="v">
                <p:oleObj name="Equation" r:id="rId4" imgW="495000" imgH="203040" progId="Equation.DSMT4">
                  <p:embed/>
                </p:oleObj>
              </mc:Choice>
              <mc:Fallback>
                <p:oleObj name="Equation" r:id="rId4" imgW="495000" imgH="203040"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43438" y="620713"/>
                        <a:ext cx="1087437" cy="446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5780" name="Text Box 4">
            <a:extLst>
              <a:ext uri="{FF2B5EF4-FFF2-40B4-BE49-F238E27FC236}">
                <a16:creationId xmlns:a16="http://schemas.microsoft.com/office/drawing/2014/main" id="{C45AA9D8-5290-4E0F-C56A-F80B02D2226A}"/>
              </a:ext>
            </a:extLst>
          </p:cNvPr>
          <p:cNvSpPr txBox="1">
            <a:spLocks noChangeArrowheads="1"/>
          </p:cNvSpPr>
          <p:nvPr/>
        </p:nvSpPr>
        <p:spPr bwMode="auto">
          <a:xfrm>
            <a:off x="6084888" y="450850"/>
            <a:ext cx="21177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b="1">
                <a:solidFill>
                  <a:srgbClr val="760C04"/>
                </a:solidFill>
                <a:latin typeface="Times New Roman" panose="02020603050405020304" pitchFamily="18" charset="0"/>
                <a:ea typeface="楷体_GB2312" pitchFamily="49" charset="-122"/>
              </a:rPr>
              <a:t>ROC</a:t>
            </a:r>
            <a:r>
              <a:rPr lang="zh-CN" altLang="en-US" sz="3600" b="1">
                <a:solidFill>
                  <a:srgbClr val="760C04"/>
                </a:solidFill>
                <a:latin typeface="Times New Roman" panose="02020603050405020304" pitchFamily="18" charset="0"/>
                <a:ea typeface="楷体_GB2312" pitchFamily="49" charset="-122"/>
              </a:rPr>
              <a:t>扩大</a:t>
            </a:r>
          </a:p>
        </p:txBody>
      </p:sp>
      <p:sp>
        <p:nvSpPr>
          <p:cNvPr id="75782" name="Text Box 6">
            <a:extLst>
              <a:ext uri="{FF2B5EF4-FFF2-40B4-BE49-F238E27FC236}">
                <a16:creationId xmlns:a16="http://schemas.microsoft.com/office/drawing/2014/main" id="{B9B6CE08-8B78-A63C-7D8A-7ECA92939095}"/>
              </a:ext>
            </a:extLst>
          </p:cNvPr>
          <p:cNvSpPr txBox="1">
            <a:spLocks noChangeArrowheads="1"/>
          </p:cNvSpPr>
          <p:nvPr/>
        </p:nvSpPr>
        <p:spPr bwMode="auto">
          <a:xfrm>
            <a:off x="0" y="1484313"/>
            <a:ext cx="9144000" cy="2563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en-US" altLang="zh-CN" sz="3600" b="1">
                <a:ea typeface="楷体_GB2312" pitchFamily="49" charset="-122"/>
              </a:rPr>
              <a:t>    </a:t>
            </a:r>
            <a:r>
              <a:rPr lang="zh-CN" altLang="en-US" sz="3600" b="1">
                <a:solidFill>
                  <a:srgbClr val="000066"/>
                </a:solidFill>
                <a:ea typeface="楷体_GB2312" pitchFamily="49" charset="-122"/>
              </a:rPr>
              <a:t>原因是       与       相乘时，发生了零极点相抵消的现象。当被抵消的极点恰好在</a:t>
            </a:r>
            <a:r>
              <a:rPr lang="en-US" altLang="zh-CN" sz="3600" b="1">
                <a:solidFill>
                  <a:srgbClr val="000066"/>
                </a:solidFill>
                <a:latin typeface="Times New Roman" panose="02020603050405020304" pitchFamily="18" charset="0"/>
                <a:ea typeface="楷体_GB2312" pitchFamily="49" charset="-122"/>
              </a:rPr>
              <a:t>ROC</a:t>
            </a:r>
            <a:r>
              <a:rPr lang="zh-CN" altLang="en-US" sz="3600" b="1">
                <a:solidFill>
                  <a:srgbClr val="000066"/>
                </a:solidFill>
                <a:ea typeface="楷体_GB2312" pitchFamily="49" charset="-122"/>
              </a:rPr>
              <a:t>的边界上时，就会使收敛域扩大</a:t>
            </a:r>
            <a:r>
              <a:rPr lang="zh-CN" altLang="en-US" sz="2800" b="1">
                <a:solidFill>
                  <a:srgbClr val="000066"/>
                </a:solidFill>
                <a:ea typeface="楷体_GB2312" pitchFamily="49" charset="-122"/>
              </a:rPr>
              <a:t>。</a:t>
            </a:r>
          </a:p>
        </p:txBody>
      </p:sp>
      <p:graphicFrame>
        <p:nvGraphicFramePr>
          <p:cNvPr id="75783" name="Object 7">
            <a:extLst>
              <a:ext uri="{FF2B5EF4-FFF2-40B4-BE49-F238E27FC236}">
                <a16:creationId xmlns:a16="http://schemas.microsoft.com/office/drawing/2014/main" id="{ECE064CA-5051-481C-D570-FAD8D47C0E32}"/>
              </a:ext>
            </a:extLst>
          </p:cNvPr>
          <p:cNvGraphicFramePr>
            <a:graphicFrameLocks noChangeAspect="1"/>
          </p:cNvGraphicFramePr>
          <p:nvPr/>
        </p:nvGraphicFramePr>
        <p:xfrm>
          <a:off x="3348038" y="1700213"/>
          <a:ext cx="854075" cy="603250"/>
        </p:xfrm>
        <a:graphic>
          <a:graphicData uri="http://schemas.openxmlformats.org/presentationml/2006/ole">
            <mc:AlternateContent xmlns:mc="http://schemas.openxmlformats.org/markup-compatibility/2006">
              <mc:Choice xmlns:v="urn:schemas-microsoft-com:vml" Requires="v">
                <p:oleObj name="Equation" r:id="rId6" imgW="406080" imgH="215640" progId="Equation.DSMT4">
                  <p:embed/>
                </p:oleObj>
              </mc:Choice>
              <mc:Fallback>
                <p:oleObj name="Equation" r:id="rId6" imgW="406080" imgH="215640" progId="Equation.DSMT4">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48038" y="1700213"/>
                        <a:ext cx="854075" cy="603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784" name="Object 8">
            <a:extLst>
              <a:ext uri="{FF2B5EF4-FFF2-40B4-BE49-F238E27FC236}">
                <a16:creationId xmlns:a16="http://schemas.microsoft.com/office/drawing/2014/main" id="{5E2C74AC-FC42-6197-1571-C8AE7BECEA1F}"/>
              </a:ext>
            </a:extLst>
          </p:cNvPr>
          <p:cNvGraphicFramePr>
            <a:graphicFrameLocks noChangeAspect="1"/>
          </p:cNvGraphicFramePr>
          <p:nvPr/>
        </p:nvGraphicFramePr>
        <p:xfrm>
          <a:off x="2051050" y="1773238"/>
          <a:ext cx="827088" cy="603250"/>
        </p:xfrm>
        <a:graphic>
          <a:graphicData uri="http://schemas.openxmlformats.org/presentationml/2006/ole">
            <mc:AlternateContent xmlns:mc="http://schemas.openxmlformats.org/markup-compatibility/2006">
              <mc:Choice xmlns:v="urn:schemas-microsoft-com:vml" Requires="v">
                <p:oleObj name="Equation" r:id="rId8" imgW="393480" imgH="215640" progId="Equation.DSMT4">
                  <p:embed/>
                </p:oleObj>
              </mc:Choice>
              <mc:Fallback>
                <p:oleObj name="Equation" r:id="rId8" imgW="393480" imgH="215640" progId="Equation.DSMT4">
                  <p:embed/>
                  <p:pic>
                    <p:nvPicPr>
                      <p:cNvPr id="0"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51050" y="1773238"/>
                        <a:ext cx="827088" cy="603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5785" name="Text Box 9">
            <a:extLst>
              <a:ext uri="{FF2B5EF4-FFF2-40B4-BE49-F238E27FC236}">
                <a16:creationId xmlns:a16="http://schemas.microsoft.com/office/drawing/2014/main" id="{F01AAF37-A621-B501-BE61-4A03EA7E0063}"/>
              </a:ext>
            </a:extLst>
          </p:cNvPr>
          <p:cNvSpPr txBox="1">
            <a:spLocks noChangeArrowheads="1"/>
          </p:cNvSpPr>
          <p:nvPr/>
        </p:nvSpPr>
        <p:spPr bwMode="auto">
          <a:xfrm>
            <a:off x="0" y="4005263"/>
            <a:ext cx="870743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b="1">
                <a:solidFill>
                  <a:srgbClr val="760C04"/>
                </a:solidFill>
                <a:latin typeface="Times New Roman" panose="02020603050405020304" pitchFamily="18" charset="0"/>
                <a:ea typeface="楷体_GB2312" pitchFamily="49" charset="-122"/>
              </a:rPr>
              <a:t>7. </a:t>
            </a:r>
            <a:r>
              <a:rPr lang="zh-CN" altLang="en-US" sz="3600" b="1">
                <a:solidFill>
                  <a:srgbClr val="760C04"/>
                </a:solidFill>
                <a:latin typeface="楷体_GB2312" pitchFamily="49" charset="-122"/>
                <a:ea typeface="楷体_GB2312" pitchFamily="49" charset="-122"/>
              </a:rPr>
              <a:t>时域微分</a:t>
            </a:r>
            <a:r>
              <a:rPr lang="en-US" altLang="zh-CN" sz="3600" b="1">
                <a:solidFill>
                  <a:srgbClr val="760C04"/>
                </a:solidFill>
                <a:latin typeface="楷体_GB2312" pitchFamily="49" charset="-122"/>
                <a:ea typeface="楷体_GB2312" pitchFamily="49" charset="-122"/>
              </a:rPr>
              <a:t>:</a:t>
            </a:r>
            <a:r>
              <a:rPr lang="zh-CN" altLang="en-US" sz="2800" b="1">
                <a:solidFill>
                  <a:srgbClr val="760C04"/>
                </a:solidFill>
                <a:latin typeface="Times New Roman" panose="02020603050405020304" pitchFamily="18" charset="0"/>
                <a:ea typeface="楷体_GB2312" pitchFamily="49" charset="-122"/>
              </a:rPr>
              <a:t>（</a:t>
            </a:r>
            <a:r>
              <a:rPr lang="en-US" altLang="zh-CN" sz="2800" b="1">
                <a:solidFill>
                  <a:srgbClr val="760C04"/>
                </a:solidFill>
                <a:latin typeface="Times New Roman" panose="02020603050405020304" pitchFamily="18" charset="0"/>
                <a:ea typeface="楷体_GB2312" pitchFamily="49" charset="-122"/>
              </a:rPr>
              <a:t>Differentiation in theTime Domain</a:t>
            </a:r>
            <a:r>
              <a:rPr lang="zh-CN" altLang="en-US" sz="2800" b="1">
                <a:solidFill>
                  <a:srgbClr val="760C04"/>
                </a:solidFill>
                <a:latin typeface="Times New Roman" panose="02020603050405020304" pitchFamily="18" charset="0"/>
                <a:ea typeface="楷体_GB2312" pitchFamily="49" charset="-122"/>
              </a:rPr>
              <a:t>）</a:t>
            </a:r>
          </a:p>
        </p:txBody>
      </p:sp>
      <p:graphicFrame>
        <p:nvGraphicFramePr>
          <p:cNvPr id="75787" name="Object 11">
            <a:extLst>
              <a:ext uri="{FF2B5EF4-FFF2-40B4-BE49-F238E27FC236}">
                <a16:creationId xmlns:a16="http://schemas.microsoft.com/office/drawing/2014/main" id="{3BBDE5A9-0443-02A3-63D4-CB0DB7337168}"/>
              </a:ext>
            </a:extLst>
          </p:cNvPr>
          <p:cNvGraphicFramePr>
            <a:graphicFrameLocks noChangeAspect="1"/>
          </p:cNvGraphicFramePr>
          <p:nvPr/>
        </p:nvGraphicFramePr>
        <p:xfrm>
          <a:off x="5795963" y="4652963"/>
          <a:ext cx="2206625" cy="876300"/>
        </p:xfrm>
        <a:graphic>
          <a:graphicData uri="http://schemas.openxmlformats.org/presentationml/2006/ole">
            <mc:AlternateContent xmlns:mc="http://schemas.openxmlformats.org/markup-compatibility/2006">
              <mc:Choice xmlns:v="urn:schemas-microsoft-com:vml" Requires="v">
                <p:oleObj name="Equation" r:id="rId10" imgW="990360" imgH="393480" progId="Equation.DSMT4">
                  <p:embed/>
                </p:oleObj>
              </mc:Choice>
              <mc:Fallback>
                <p:oleObj name="Equation" r:id="rId10" imgW="990360" imgH="393480" progId="Equation.DSMT4">
                  <p:embed/>
                  <p:pic>
                    <p:nvPicPr>
                      <p:cNvPr id="0" name="Object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795963" y="4652963"/>
                        <a:ext cx="2206625" cy="876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5788" name="Object 12">
            <a:extLst>
              <a:ext uri="{FF2B5EF4-FFF2-40B4-BE49-F238E27FC236}">
                <a16:creationId xmlns:a16="http://schemas.microsoft.com/office/drawing/2014/main" id="{D8E41313-E396-17E5-9B55-F4AFFDE01AE0}"/>
              </a:ext>
            </a:extLst>
          </p:cNvPr>
          <p:cNvGraphicFramePr>
            <a:graphicFrameLocks noChangeAspect="1"/>
          </p:cNvGraphicFramePr>
          <p:nvPr/>
        </p:nvGraphicFramePr>
        <p:xfrm>
          <a:off x="1042988" y="4797425"/>
          <a:ext cx="2133600" cy="509588"/>
        </p:xfrm>
        <a:graphic>
          <a:graphicData uri="http://schemas.openxmlformats.org/presentationml/2006/ole">
            <mc:AlternateContent xmlns:mc="http://schemas.openxmlformats.org/markup-compatibility/2006">
              <mc:Choice xmlns:v="urn:schemas-microsoft-com:vml" Requires="v">
                <p:oleObj name="Equation" r:id="rId12" imgW="850680" imgH="203040" progId="Equation.DSMT4">
                  <p:embed/>
                </p:oleObj>
              </mc:Choice>
              <mc:Fallback>
                <p:oleObj name="Equation" r:id="rId12" imgW="850680" imgH="203040" progId="Equation.DSMT4">
                  <p:embed/>
                  <p:pic>
                    <p:nvPicPr>
                      <p:cNvPr id="0" name="Object 1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42988" y="4797425"/>
                        <a:ext cx="2133600" cy="509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5789" name="Object 13">
            <a:extLst>
              <a:ext uri="{FF2B5EF4-FFF2-40B4-BE49-F238E27FC236}">
                <a16:creationId xmlns:a16="http://schemas.microsoft.com/office/drawing/2014/main" id="{4C958A4D-4FD7-0276-F9B8-7BD4B39B75E7}"/>
              </a:ext>
            </a:extLst>
          </p:cNvPr>
          <p:cNvGraphicFramePr>
            <a:graphicFrameLocks noChangeAspect="1"/>
          </p:cNvGraphicFramePr>
          <p:nvPr/>
        </p:nvGraphicFramePr>
        <p:xfrm>
          <a:off x="3276600" y="4797425"/>
          <a:ext cx="1292225" cy="422275"/>
        </p:xfrm>
        <a:graphic>
          <a:graphicData uri="http://schemas.openxmlformats.org/presentationml/2006/ole">
            <mc:AlternateContent xmlns:mc="http://schemas.openxmlformats.org/markup-compatibility/2006">
              <mc:Choice xmlns:v="urn:schemas-microsoft-com:vml" Requires="v">
                <p:oleObj name="Equation" r:id="rId14" imgW="545760" imgH="177480" progId="Equation.DSMT4">
                  <p:embed/>
                </p:oleObj>
              </mc:Choice>
              <mc:Fallback>
                <p:oleObj name="Equation" r:id="rId14" imgW="545760" imgH="177480" progId="Equation.DSMT4">
                  <p:embed/>
                  <p:pic>
                    <p:nvPicPr>
                      <p:cNvPr id="0" name="Object 1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276600" y="4797425"/>
                        <a:ext cx="1292225" cy="422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5790" name="Rectangle 14">
            <a:extLst>
              <a:ext uri="{FF2B5EF4-FFF2-40B4-BE49-F238E27FC236}">
                <a16:creationId xmlns:a16="http://schemas.microsoft.com/office/drawing/2014/main" id="{C068D7AB-430F-0ABE-FE69-05CD80F8C7E5}"/>
              </a:ext>
            </a:extLst>
          </p:cNvPr>
          <p:cNvSpPr>
            <a:spLocks noChangeArrowheads="1"/>
          </p:cNvSpPr>
          <p:nvPr/>
        </p:nvSpPr>
        <p:spPr bwMode="auto">
          <a:xfrm>
            <a:off x="468313" y="5734050"/>
            <a:ext cx="2159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3600" b="1">
                <a:solidFill>
                  <a:srgbClr val="760C04"/>
                </a:solidFill>
                <a:latin typeface="Times New Roman" panose="02020603050405020304" pitchFamily="18" charset="0"/>
                <a:ea typeface="楷体_GB2312" pitchFamily="49" charset="-122"/>
              </a:rPr>
              <a:t>ROC</a:t>
            </a:r>
            <a:r>
              <a:rPr lang="zh-CN" altLang="en-US" sz="3600" b="1">
                <a:solidFill>
                  <a:srgbClr val="760C04"/>
                </a:solidFill>
                <a:latin typeface="Times New Roman" panose="02020603050405020304" pitchFamily="18" charset="0"/>
                <a:ea typeface="楷体_GB2312" pitchFamily="49" charset="-122"/>
              </a:rPr>
              <a:t>包括</a:t>
            </a:r>
          </a:p>
        </p:txBody>
      </p:sp>
      <p:graphicFrame>
        <p:nvGraphicFramePr>
          <p:cNvPr id="75791" name="Object 15">
            <a:extLst>
              <a:ext uri="{FF2B5EF4-FFF2-40B4-BE49-F238E27FC236}">
                <a16:creationId xmlns:a16="http://schemas.microsoft.com/office/drawing/2014/main" id="{AC96D711-73A9-BA5D-967B-B16A8F84F76B}"/>
              </a:ext>
            </a:extLst>
          </p:cNvPr>
          <p:cNvGraphicFramePr>
            <a:graphicFrameLocks noChangeAspect="1"/>
          </p:cNvGraphicFramePr>
          <p:nvPr/>
        </p:nvGraphicFramePr>
        <p:xfrm>
          <a:off x="2700338" y="5805488"/>
          <a:ext cx="387350" cy="385762"/>
        </p:xfrm>
        <a:graphic>
          <a:graphicData uri="http://schemas.openxmlformats.org/presentationml/2006/ole">
            <mc:AlternateContent xmlns:mc="http://schemas.openxmlformats.org/markup-compatibility/2006">
              <mc:Choice xmlns:v="urn:schemas-microsoft-com:vml" Requires="v">
                <p:oleObj name="Equation" r:id="rId16" imgW="152280" imgH="152280" progId="Equation.DSMT4">
                  <p:embed/>
                </p:oleObj>
              </mc:Choice>
              <mc:Fallback>
                <p:oleObj name="Equation" r:id="rId16" imgW="152280" imgH="152280" progId="Equation.DSMT4">
                  <p:embed/>
                  <p:pic>
                    <p:nvPicPr>
                      <p:cNvPr id="0" name="Object 1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700338" y="5805488"/>
                        <a:ext cx="387350"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5792" name="Rectangle 16">
            <a:extLst>
              <a:ext uri="{FF2B5EF4-FFF2-40B4-BE49-F238E27FC236}">
                <a16:creationId xmlns:a16="http://schemas.microsoft.com/office/drawing/2014/main" id="{7C34CB13-732B-E61F-F62A-CF989B6D495A}"/>
              </a:ext>
            </a:extLst>
          </p:cNvPr>
          <p:cNvSpPr>
            <a:spLocks noChangeArrowheads="1"/>
          </p:cNvSpPr>
          <p:nvPr/>
        </p:nvSpPr>
        <p:spPr bwMode="auto">
          <a:xfrm>
            <a:off x="3276600" y="5734050"/>
            <a:ext cx="301466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1">
                <a:solidFill>
                  <a:srgbClr val="760C04"/>
                </a:solidFill>
                <a:latin typeface="楷体_GB2312" pitchFamily="49" charset="-122"/>
                <a:ea typeface="楷体_GB2312" pitchFamily="49" charset="-122"/>
              </a:rPr>
              <a:t>,</a:t>
            </a:r>
            <a:r>
              <a:rPr lang="zh-CN" altLang="en-US" sz="3600" b="1">
                <a:solidFill>
                  <a:srgbClr val="760C04"/>
                </a:solidFill>
                <a:latin typeface="楷体_GB2312" pitchFamily="49" charset="-122"/>
                <a:ea typeface="楷体_GB2312" pitchFamily="49" charset="-122"/>
              </a:rPr>
              <a:t>有可能扩大</a:t>
            </a:r>
            <a:r>
              <a:rPr lang="zh-CN" altLang="en-US" sz="2800" b="1">
                <a:solidFill>
                  <a:srgbClr val="760C04"/>
                </a:solidFill>
                <a:latin typeface="楷体_GB2312" pitchFamily="49" charset="-122"/>
                <a:ea typeface="楷体_GB2312" pitchFamily="49" charset="-122"/>
              </a:rPr>
              <a:t>。</a:t>
            </a:r>
          </a:p>
        </p:txBody>
      </p:sp>
      <p:sp>
        <p:nvSpPr>
          <p:cNvPr id="75793" name="Text Box 17">
            <a:extLst>
              <a:ext uri="{FF2B5EF4-FFF2-40B4-BE49-F238E27FC236}">
                <a16:creationId xmlns:a16="http://schemas.microsoft.com/office/drawing/2014/main" id="{DE7B8829-4708-D52A-731C-F723D99A5C4F}"/>
              </a:ext>
            </a:extLst>
          </p:cNvPr>
          <p:cNvSpPr txBox="1">
            <a:spLocks noChangeArrowheads="1"/>
          </p:cNvSpPr>
          <p:nvPr/>
        </p:nvSpPr>
        <p:spPr bwMode="auto">
          <a:xfrm>
            <a:off x="323850" y="4724400"/>
            <a:ext cx="64293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000066"/>
                </a:solidFill>
                <a:latin typeface="楷体_GB2312" pitchFamily="49" charset="-122"/>
                <a:ea typeface="楷体_GB2312" pitchFamily="49" charset="-122"/>
              </a:rPr>
              <a:t>若</a:t>
            </a:r>
          </a:p>
        </p:txBody>
      </p:sp>
      <p:sp>
        <p:nvSpPr>
          <p:cNvPr id="75794" name="Text Box 18">
            <a:extLst>
              <a:ext uri="{FF2B5EF4-FFF2-40B4-BE49-F238E27FC236}">
                <a16:creationId xmlns:a16="http://schemas.microsoft.com/office/drawing/2014/main" id="{54DB4071-FA3F-CC1B-00AE-03AC0E32336D}"/>
              </a:ext>
            </a:extLst>
          </p:cNvPr>
          <p:cNvSpPr txBox="1">
            <a:spLocks noChangeArrowheads="1"/>
          </p:cNvSpPr>
          <p:nvPr/>
        </p:nvSpPr>
        <p:spPr bwMode="auto">
          <a:xfrm>
            <a:off x="4716463" y="4724400"/>
            <a:ext cx="642937"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000066"/>
                </a:solidFill>
                <a:latin typeface="楷体_GB2312" pitchFamily="49" charset="-122"/>
                <a:ea typeface="楷体_GB2312" pitchFamily="49" charset="-122"/>
              </a:rPr>
              <a:t>则</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5785"/>
                                        </p:tgtEl>
                                        <p:attrNameLst>
                                          <p:attrName>style.visibility</p:attrName>
                                        </p:attrNameLst>
                                      </p:cBhvr>
                                      <p:to>
                                        <p:strVal val="visible"/>
                                      </p:to>
                                    </p:set>
                                    <p:anim calcmode="lin" valueType="num">
                                      <p:cBhvr additive="base">
                                        <p:cTn id="7" dur="500" fill="hold"/>
                                        <p:tgtEl>
                                          <p:spTgt spid="75785"/>
                                        </p:tgtEl>
                                        <p:attrNameLst>
                                          <p:attrName>ppt_x</p:attrName>
                                        </p:attrNameLst>
                                      </p:cBhvr>
                                      <p:tavLst>
                                        <p:tav tm="0">
                                          <p:val>
                                            <p:strVal val="0-#ppt_w/2"/>
                                          </p:val>
                                        </p:tav>
                                        <p:tav tm="100000">
                                          <p:val>
                                            <p:strVal val="#ppt_x"/>
                                          </p:val>
                                        </p:tav>
                                      </p:tavLst>
                                    </p:anim>
                                    <p:anim calcmode="lin" valueType="num">
                                      <p:cBhvr additive="base">
                                        <p:cTn id="8" dur="500" fill="hold"/>
                                        <p:tgtEl>
                                          <p:spTgt spid="7578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85" grpId="0"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5BD39AD4-E574-5048-1F13-AE105D0EEFD4}"/>
              </a:ext>
            </a:extLst>
          </p:cNvPr>
          <p:cNvSpPr>
            <a:spLocks noChangeArrowheads="1"/>
          </p:cNvSpPr>
          <p:nvPr/>
        </p:nvSpPr>
        <p:spPr bwMode="auto">
          <a:xfrm>
            <a:off x="250825" y="260350"/>
            <a:ext cx="85693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800100" indent="-342900">
              <a:defRPr>
                <a:solidFill>
                  <a:schemeClr val="tx1"/>
                </a:solidFill>
                <a:latin typeface="Arial" panose="020B0604020202020204" pitchFamily="34" charset="0"/>
                <a:ea typeface="宋体" panose="02010600030101010101" pitchFamily="2" charset="-122"/>
              </a:defRPr>
            </a:lvl2pPr>
            <a:lvl3pPr marL="1257300" indent="-342900">
              <a:defRPr>
                <a:solidFill>
                  <a:schemeClr val="tx1"/>
                </a:solidFill>
                <a:latin typeface="Arial" panose="020B0604020202020204" pitchFamily="34" charset="0"/>
                <a:ea typeface="宋体" panose="02010600030101010101" pitchFamily="2" charset="-122"/>
              </a:defRPr>
            </a:lvl3pPr>
            <a:lvl4pPr marL="1714500" indent="-342900">
              <a:defRPr>
                <a:solidFill>
                  <a:schemeClr val="tx1"/>
                </a:solidFill>
                <a:latin typeface="Arial" panose="020B0604020202020204" pitchFamily="34" charset="0"/>
                <a:ea typeface="宋体" panose="02010600030101010101" pitchFamily="2" charset="-122"/>
              </a:defRPr>
            </a:lvl4pPr>
            <a:lvl5pPr marL="2171700" indent="-342900">
              <a:defRPr>
                <a:solidFill>
                  <a:schemeClr val="tx1"/>
                </a:solidFill>
                <a:latin typeface="Arial" panose="020B0604020202020204" pitchFamily="34" charset="0"/>
                <a:ea typeface="宋体" panose="02010600030101010101" pitchFamily="2" charset="-122"/>
              </a:defRPr>
            </a:lvl5pPr>
            <a:lvl6pPr marL="26289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0861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5433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0005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Clr>
                <a:schemeClr val="tx2"/>
              </a:buClr>
            </a:pPr>
            <a:r>
              <a:rPr lang="en-US" altLang="zh-CN" sz="3600" b="1">
                <a:solidFill>
                  <a:srgbClr val="760C04"/>
                </a:solidFill>
                <a:latin typeface="Times New Roman" panose="02020603050405020304" pitchFamily="18" charset="0"/>
                <a:ea typeface="楷体_GB2312" pitchFamily="49" charset="-122"/>
              </a:rPr>
              <a:t>8.  S</a:t>
            </a:r>
            <a:r>
              <a:rPr lang="zh-CN" altLang="en-US" sz="3600" b="1">
                <a:solidFill>
                  <a:srgbClr val="760C04"/>
                </a:solidFill>
                <a:latin typeface="Times New Roman" panose="02020603050405020304" pitchFamily="18" charset="0"/>
                <a:ea typeface="楷体_GB2312" pitchFamily="49" charset="-122"/>
              </a:rPr>
              <a:t>域微分</a:t>
            </a:r>
            <a:r>
              <a:rPr lang="en-US" altLang="zh-CN" sz="3600" b="1">
                <a:solidFill>
                  <a:srgbClr val="760C04"/>
                </a:solidFill>
                <a:latin typeface="Times New Roman" panose="02020603050405020304" pitchFamily="18" charset="0"/>
                <a:ea typeface="楷体_GB2312" pitchFamily="49" charset="-122"/>
              </a:rPr>
              <a:t>:</a:t>
            </a:r>
            <a:r>
              <a:rPr lang="zh-CN" altLang="en-US" sz="2800" b="1">
                <a:solidFill>
                  <a:srgbClr val="760C04"/>
                </a:solidFill>
                <a:latin typeface="Times New Roman" panose="02020603050405020304" pitchFamily="18" charset="0"/>
                <a:ea typeface="楷体_GB2312" pitchFamily="49" charset="-122"/>
              </a:rPr>
              <a:t>（</a:t>
            </a:r>
            <a:r>
              <a:rPr lang="en-US" altLang="zh-CN" sz="2800" b="1">
                <a:solidFill>
                  <a:srgbClr val="760C04"/>
                </a:solidFill>
                <a:latin typeface="Times New Roman" panose="02020603050405020304" pitchFamily="18" charset="0"/>
                <a:ea typeface="楷体_GB2312" pitchFamily="49" charset="-122"/>
              </a:rPr>
              <a:t>Differentiation in the s-Domain</a:t>
            </a:r>
            <a:r>
              <a:rPr lang="zh-CN" altLang="en-US" sz="2800" b="1">
                <a:solidFill>
                  <a:srgbClr val="760C04"/>
                </a:solidFill>
                <a:latin typeface="Times New Roman" panose="02020603050405020304" pitchFamily="18" charset="0"/>
                <a:ea typeface="楷体_GB2312" pitchFamily="49" charset="-122"/>
              </a:rPr>
              <a:t>）</a:t>
            </a:r>
          </a:p>
        </p:txBody>
      </p:sp>
      <p:graphicFrame>
        <p:nvGraphicFramePr>
          <p:cNvPr id="74756" name="Object 4">
            <a:extLst>
              <a:ext uri="{FF2B5EF4-FFF2-40B4-BE49-F238E27FC236}">
                <a16:creationId xmlns:a16="http://schemas.microsoft.com/office/drawing/2014/main" id="{24B7D6F5-28DB-D701-D58C-4F17C0FAECE3}"/>
              </a:ext>
            </a:extLst>
          </p:cNvPr>
          <p:cNvGraphicFramePr>
            <a:graphicFrameLocks noChangeAspect="1"/>
          </p:cNvGraphicFramePr>
          <p:nvPr/>
        </p:nvGraphicFramePr>
        <p:xfrm>
          <a:off x="1441450" y="974725"/>
          <a:ext cx="2625725" cy="627063"/>
        </p:xfrm>
        <a:graphic>
          <a:graphicData uri="http://schemas.openxmlformats.org/presentationml/2006/ole">
            <mc:AlternateContent xmlns:mc="http://schemas.openxmlformats.org/markup-compatibility/2006">
              <mc:Choice xmlns:v="urn:schemas-microsoft-com:vml" Requires="v">
                <p:oleObj name="Equation" r:id="rId2" imgW="850680" imgH="203040" progId="Equation.DSMT4">
                  <p:embed/>
                </p:oleObj>
              </mc:Choice>
              <mc:Fallback>
                <p:oleObj name="Equation" r:id="rId2" imgW="850680" imgH="203040" progId="Equation.DSMT4">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1450" y="974725"/>
                        <a:ext cx="2625725" cy="627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4757" name="Object 5">
            <a:extLst>
              <a:ext uri="{FF2B5EF4-FFF2-40B4-BE49-F238E27FC236}">
                <a16:creationId xmlns:a16="http://schemas.microsoft.com/office/drawing/2014/main" id="{A17B9761-786E-6DD9-75B8-53EFDAEE24A1}"/>
              </a:ext>
            </a:extLst>
          </p:cNvPr>
          <p:cNvGraphicFramePr>
            <a:graphicFrameLocks noChangeAspect="1"/>
          </p:cNvGraphicFramePr>
          <p:nvPr/>
        </p:nvGraphicFramePr>
        <p:xfrm>
          <a:off x="1403350" y="1700213"/>
          <a:ext cx="2952750" cy="1077912"/>
        </p:xfrm>
        <a:graphic>
          <a:graphicData uri="http://schemas.openxmlformats.org/presentationml/2006/ole">
            <mc:AlternateContent xmlns:mc="http://schemas.openxmlformats.org/markup-compatibility/2006">
              <mc:Choice xmlns:v="urn:schemas-microsoft-com:vml" Requires="v">
                <p:oleObj name="Equation" r:id="rId4" imgW="1079280" imgH="393480" progId="Equation.DSMT4">
                  <p:embed/>
                </p:oleObj>
              </mc:Choice>
              <mc:Fallback>
                <p:oleObj name="Equation" r:id="rId4" imgW="1079280" imgH="393480"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03350" y="1700213"/>
                        <a:ext cx="2952750" cy="1077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4758" name="Rectangle 6">
            <a:extLst>
              <a:ext uri="{FF2B5EF4-FFF2-40B4-BE49-F238E27FC236}">
                <a16:creationId xmlns:a16="http://schemas.microsoft.com/office/drawing/2014/main" id="{81C43D44-E0A6-F25B-C548-3C9A7CF31894}"/>
              </a:ext>
            </a:extLst>
          </p:cNvPr>
          <p:cNvSpPr>
            <a:spLocks noChangeArrowheads="1"/>
          </p:cNvSpPr>
          <p:nvPr/>
        </p:nvSpPr>
        <p:spPr bwMode="auto">
          <a:xfrm>
            <a:off x="755650" y="981075"/>
            <a:ext cx="64293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000066"/>
                </a:solidFill>
                <a:latin typeface="楷体_GB2312" pitchFamily="49" charset="-122"/>
                <a:ea typeface="楷体_GB2312" pitchFamily="49" charset="-122"/>
              </a:rPr>
              <a:t>若</a:t>
            </a:r>
          </a:p>
        </p:txBody>
      </p:sp>
      <p:sp>
        <p:nvSpPr>
          <p:cNvPr id="74759" name="Rectangle 7">
            <a:extLst>
              <a:ext uri="{FF2B5EF4-FFF2-40B4-BE49-F238E27FC236}">
                <a16:creationId xmlns:a16="http://schemas.microsoft.com/office/drawing/2014/main" id="{101FACD2-586B-6D35-6F59-A6B4D67F76D0}"/>
              </a:ext>
            </a:extLst>
          </p:cNvPr>
          <p:cNvSpPr>
            <a:spLocks noChangeArrowheads="1"/>
          </p:cNvSpPr>
          <p:nvPr/>
        </p:nvSpPr>
        <p:spPr bwMode="auto">
          <a:xfrm>
            <a:off x="755650" y="1838325"/>
            <a:ext cx="64293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000066"/>
                </a:solidFill>
                <a:latin typeface="楷体_GB2312" pitchFamily="49" charset="-122"/>
                <a:ea typeface="楷体_GB2312" pitchFamily="49" charset="-122"/>
              </a:rPr>
              <a:t>则</a:t>
            </a:r>
          </a:p>
        </p:txBody>
      </p:sp>
      <p:graphicFrame>
        <p:nvGraphicFramePr>
          <p:cNvPr id="74760" name="Object 8">
            <a:extLst>
              <a:ext uri="{FF2B5EF4-FFF2-40B4-BE49-F238E27FC236}">
                <a16:creationId xmlns:a16="http://schemas.microsoft.com/office/drawing/2014/main" id="{A2C910DF-2361-6902-1086-C86E27336947}"/>
              </a:ext>
            </a:extLst>
          </p:cNvPr>
          <p:cNvGraphicFramePr>
            <a:graphicFrameLocks noChangeAspect="1"/>
          </p:cNvGraphicFramePr>
          <p:nvPr/>
        </p:nvGraphicFramePr>
        <p:xfrm>
          <a:off x="4427538" y="1062038"/>
          <a:ext cx="1657350" cy="527050"/>
        </p:xfrm>
        <a:graphic>
          <a:graphicData uri="http://schemas.openxmlformats.org/presentationml/2006/ole">
            <mc:AlternateContent xmlns:mc="http://schemas.openxmlformats.org/markup-compatibility/2006">
              <mc:Choice xmlns:v="urn:schemas-microsoft-com:vml" Requires="v">
                <p:oleObj name="Equation" r:id="rId6" imgW="558720" imgH="177480" progId="Equation.DSMT4">
                  <p:embed/>
                </p:oleObj>
              </mc:Choice>
              <mc:Fallback>
                <p:oleObj name="Equation" r:id="rId6" imgW="558720" imgH="177480" progId="Equation.DSMT4">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27538" y="1062038"/>
                        <a:ext cx="1657350" cy="527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4761" name="Object 9">
            <a:extLst>
              <a:ext uri="{FF2B5EF4-FFF2-40B4-BE49-F238E27FC236}">
                <a16:creationId xmlns:a16="http://schemas.microsoft.com/office/drawing/2014/main" id="{31A9B285-BCEA-D101-1A42-47554FE14926}"/>
              </a:ext>
            </a:extLst>
          </p:cNvPr>
          <p:cNvGraphicFramePr>
            <a:graphicFrameLocks noChangeAspect="1"/>
          </p:cNvGraphicFramePr>
          <p:nvPr/>
        </p:nvGraphicFramePr>
        <p:xfrm>
          <a:off x="4500563" y="1989138"/>
          <a:ext cx="1655762" cy="527050"/>
        </p:xfrm>
        <a:graphic>
          <a:graphicData uri="http://schemas.openxmlformats.org/presentationml/2006/ole">
            <mc:AlternateContent xmlns:mc="http://schemas.openxmlformats.org/markup-compatibility/2006">
              <mc:Choice xmlns:v="urn:schemas-microsoft-com:vml" Requires="v">
                <p:oleObj name="Equation" r:id="rId8" imgW="558720" imgH="177480" progId="Equation.DSMT4">
                  <p:embed/>
                </p:oleObj>
              </mc:Choice>
              <mc:Fallback>
                <p:oleObj name="Equation" r:id="rId8" imgW="558720" imgH="177480" progId="Equation.DSMT4">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00563" y="1989138"/>
                        <a:ext cx="1655762" cy="527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4763" name="Text Box 11">
            <a:extLst>
              <a:ext uri="{FF2B5EF4-FFF2-40B4-BE49-F238E27FC236}">
                <a16:creationId xmlns:a16="http://schemas.microsoft.com/office/drawing/2014/main" id="{B9548BA0-1628-5F3A-FA40-8D9A47CC7993}"/>
              </a:ext>
            </a:extLst>
          </p:cNvPr>
          <p:cNvSpPr txBox="1">
            <a:spLocks noChangeArrowheads="1"/>
          </p:cNvSpPr>
          <p:nvPr/>
        </p:nvSpPr>
        <p:spPr bwMode="auto">
          <a:xfrm>
            <a:off x="250825" y="2924175"/>
            <a:ext cx="756126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3600" b="1">
                <a:solidFill>
                  <a:srgbClr val="000066"/>
                </a:solidFill>
                <a:latin typeface="楷体_GB2312" pitchFamily="49" charset="-122"/>
                <a:ea typeface="楷体_GB2312" pitchFamily="49" charset="-122"/>
              </a:rPr>
              <a:t>例</a:t>
            </a:r>
            <a:r>
              <a:rPr lang="en-US" altLang="zh-CN" sz="3600" b="1">
                <a:solidFill>
                  <a:srgbClr val="000066"/>
                </a:solidFill>
                <a:latin typeface="楷体_GB2312" pitchFamily="49" charset="-122"/>
                <a:ea typeface="楷体_GB2312" pitchFamily="49" charset="-122"/>
              </a:rPr>
              <a:t>.</a:t>
            </a:r>
            <a:r>
              <a:rPr lang="zh-CN" altLang="en-US" sz="3600" b="1">
                <a:solidFill>
                  <a:srgbClr val="000066"/>
                </a:solidFill>
                <a:latin typeface="楷体_GB2312" pitchFamily="49" charset="-122"/>
                <a:ea typeface="楷体_GB2312" pitchFamily="49" charset="-122"/>
              </a:rPr>
              <a:t>求                的拉氏变换</a:t>
            </a:r>
          </a:p>
        </p:txBody>
      </p:sp>
      <p:pic>
        <p:nvPicPr>
          <p:cNvPr id="74764" name="Picture 12">
            <a:extLst>
              <a:ext uri="{FF2B5EF4-FFF2-40B4-BE49-F238E27FC236}">
                <a16:creationId xmlns:a16="http://schemas.microsoft.com/office/drawing/2014/main" id="{BC9548B6-AF2C-404B-3F87-48C08273A64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47813" y="2852738"/>
            <a:ext cx="3163887" cy="827087"/>
          </a:xfrm>
          <a:prstGeom prst="rect">
            <a:avLst/>
          </a:prstGeom>
          <a:noFill/>
          <a:extLst>
            <a:ext uri="{909E8E84-426E-40DD-AFC4-6F175D3DCCD1}">
              <a14:hiddenFill xmlns:a14="http://schemas.microsoft.com/office/drawing/2010/main">
                <a:solidFill>
                  <a:srgbClr val="FFFFFF"/>
                </a:solidFill>
              </a14:hiddenFill>
            </a:ext>
          </a:extLst>
        </p:spPr>
      </p:pic>
      <p:grpSp>
        <p:nvGrpSpPr>
          <p:cNvPr id="74765" name="Group 13">
            <a:extLst>
              <a:ext uri="{FF2B5EF4-FFF2-40B4-BE49-F238E27FC236}">
                <a16:creationId xmlns:a16="http://schemas.microsoft.com/office/drawing/2014/main" id="{5C271124-9CCF-31C1-0943-CC0959A11BD8}"/>
              </a:ext>
            </a:extLst>
          </p:cNvPr>
          <p:cNvGrpSpPr>
            <a:grpSpLocks/>
          </p:cNvGrpSpPr>
          <p:nvPr/>
        </p:nvGrpSpPr>
        <p:grpSpPr bwMode="auto">
          <a:xfrm>
            <a:off x="539750" y="3933825"/>
            <a:ext cx="7848600" cy="1008063"/>
            <a:chOff x="703" y="2750"/>
            <a:chExt cx="4103" cy="528"/>
          </a:xfrm>
        </p:grpSpPr>
        <p:pic>
          <p:nvPicPr>
            <p:cNvPr id="74766" name="Picture 14">
              <a:extLst>
                <a:ext uri="{FF2B5EF4-FFF2-40B4-BE49-F238E27FC236}">
                  <a16:creationId xmlns:a16="http://schemas.microsoft.com/office/drawing/2014/main" id="{61BCF7D3-B8A8-5DA1-2679-25010D8E463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03" y="2750"/>
              <a:ext cx="2208" cy="528"/>
            </a:xfrm>
            <a:prstGeom prst="rect">
              <a:avLst/>
            </a:prstGeom>
            <a:noFill/>
            <a:extLst>
              <a:ext uri="{909E8E84-426E-40DD-AFC4-6F175D3DCCD1}">
                <a14:hiddenFill xmlns:a14="http://schemas.microsoft.com/office/drawing/2010/main">
                  <a:solidFill>
                    <a:srgbClr val="FFFFFF"/>
                  </a:solidFill>
                </a14:hiddenFill>
              </a:ext>
            </a:extLst>
          </p:spPr>
        </p:pic>
        <p:pic>
          <p:nvPicPr>
            <p:cNvPr id="74767" name="Picture 15">
              <a:extLst>
                <a:ext uri="{FF2B5EF4-FFF2-40B4-BE49-F238E27FC236}">
                  <a16:creationId xmlns:a16="http://schemas.microsoft.com/office/drawing/2014/main" id="{F77B6E58-E752-691F-D721-CF8C7DB1B8EC}"/>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606" y="2886"/>
              <a:ext cx="1200" cy="28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74768" name="Group 16">
            <a:extLst>
              <a:ext uri="{FF2B5EF4-FFF2-40B4-BE49-F238E27FC236}">
                <a16:creationId xmlns:a16="http://schemas.microsoft.com/office/drawing/2014/main" id="{67389364-639B-EA4B-6F47-0F0FEC49703B}"/>
              </a:ext>
            </a:extLst>
          </p:cNvPr>
          <p:cNvGrpSpPr>
            <a:grpSpLocks/>
          </p:cNvGrpSpPr>
          <p:nvPr/>
        </p:nvGrpSpPr>
        <p:grpSpPr bwMode="auto">
          <a:xfrm>
            <a:off x="250825" y="5229225"/>
            <a:ext cx="8642350" cy="1152525"/>
            <a:chOff x="385" y="3430"/>
            <a:chExt cx="5307" cy="564"/>
          </a:xfrm>
        </p:grpSpPr>
        <p:pic>
          <p:nvPicPr>
            <p:cNvPr id="74769" name="Picture 17">
              <a:extLst>
                <a:ext uri="{FF2B5EF4-FFF2-40B4-BE49-F238E27FC236}">
                  <a16:creationId xmlns:a16="http://schemas.microsoft.com/office/drawing/2014/main" id="{188FFFFD-0A44-EA7E-E20B-0EE440DAECA7}"/>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85" y="3430"/>
              <a:ext cx="3937" cy="564"/>
            </a:xfrm>
            <a:prstGeom prst="rect">
              <a:avLst/>
            </a:prstGeom>
            <a:noFill/>
            <a:extLst>
              <a:ext uri="{909E8E84-426E-40DD-AFC4-6F175D3DCCD1}">
                <a14:hiddenFill xmlns:a14="http://schemas.microsoft.com/office/drawing/2010/main">
                  <a:solidFill>
                    <a:srgbClr val="FFFFFF"/>
                  </a:solidFill>
                </a14:hiddenFill>
              </a:ext>
            </a:extLst>
          </p:spPr>
        </p:pic>
        <p:pic>
          <p:nvPicPr>
            <p:cNvPr id="74770" name="Picture 18">
              <a:extLst>
                <a:ext uri="{FF2B5EF4-FFF2-40B4-BE49-F238E27FC236}">
                  <a16:creationId xmlns:a16="http://schemas.microsoft.com/office/drawing/2014/main" id="{5A326094-2710-73CC-C33F-25872213CA61}"/>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492" y="3521"/>
              <a:ext cx="1200" cy="282"/>
            </a:xfrm>
            <a:prstGeom prst="rect">
              <a:avLst/>
            </a:prstGeom>
            <a:noFill/>
            <a:extLst>
              <a:ext uri="{909E8E84-426E-40DD-AFC4-6F175D3DCCD1}">
                <a14:hiddenFill xmlns:a14="http://schemas.microsoft.com/office/drawing/2010/main">
                  <a:solidFill>
                    <a:srgbClr val="FFFFFF"/>
                  </a:solidFill>
                </a14:hiddenFill>
              </a:ext>
            </a:extLst>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74765"/>
                                        </p:tgtEl>
                                        <p:attrNameLst>
                                          <p:attrName>style.visibility</p:attrName>
                                        </p:attrNameLst>
                                      </p:cBhvr>
                                      <p:to>
                                        <p:strVal val="visible"/>
                                      </p:to>
                                    </p:set>
                                    <p:anim calcmode="lin" valueType="num">
                                      <p:cBhvr additive="base">
                                        <p:cTn id="7" dur="500" fill="hold"/>
                                        <p:tgtEl>
                                          <p:spTgt spid="74765"/>
                                        </p:tgtEl>
                                        <p:attrNameLst>
                                          <p:attrName>ppt_x</p:attrName>
                                        </p:attrNameLst>
                                      </p:cBhvr>
                                      <p:tavLst>
                                        <p:tav tm="0">
                                          <p:val>
                                            <p:strVal val="0-#ppt_w/2"/>
                                          </p:val>
                                        </p:tav>
                                        <p:tav tm="100000">
                                          <p:val>
                                            <p:strVal val="#ppt_x"/>
                                          </p:val>
                                        </p:tav>
                                      </p:tavLst>
                                    </p:anim>
                                    <p:anim calcmode="lin" valueType="num">
                                      <p:cBhvr additive="base">
                                        <p:cTn id="8" dur="500" fill="hold"/>
                                        <p:tgtEl>
                                          <p:spTgt spid="74765"/>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74768"/>
                                        </p:tgtEl>
                                        <p:attrNameLst>
                                          <p:attrName>style.visibility</p:attrName>
                                        </p:attrNameLst>
                                      </p:cBhvr>
                                      <p:to>
                                        <p:strVal val="visible"/>
                                      </p:to>
                                    </p:set>
                                    <p:anim calcmode="lin" valueType="num">
                                      <p:cBhvr additive="base">
                                        <p:cTn id="13" dur="500" fill="hold"/>
                                        <p:tgtEl>
                                          <p:spTgt spid="74768"/>
                                        </p:tgtEl>
                                        <p:attrNameLst>
                                          <p:attrName>ppt_x</p:attrName>
                                        </p:attrNameLst>
                                      </p:cBhvr>
                                      <p:tavLst>
                                        <p:tav tm="0">
                                          <p:val>
                                            <p:strVal val="0-#ppt_w/2"/>
                                          </p:val>
                                        </p:tav>
                                        <p:tav tm="100000">
                                          <p:val>
                                            <p:strVal val="#ppt_x"/>
                                          </p:val>
                                        </p:tav>
                                      </p:tavLst>
                                    </p:anim>
                                    <p:anim calcmode="lin" valueType="num">
                                      <p:cBhvr additive="base">
                                        <p:cTn id="14" dur="500" fill="hold"/>
                                        <p:tgtEl>
                                          <p:spTgt spid="7476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FBF805E7-6688-A9AC-C735-A483DDB4AF28}"/>
              </a:ext>
            </a:extLst>
          </p:cNvPr>
          <p:cNvSpPr>
            <a:spLocks noChangeArrowheads="1"/>
          </p:cNvSpPr>
          <p:nvPr/>
        </p:nvSpPr>
        <p:spPr bwMode="auto">
          <a:xfrm>
            <a:off x="250825" y="260350"/>
            <a:ext cx="8642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800100" indent="-342900">
              <a:defRPr>
                <a:solidFill>
                  <a:schemeClr val="tx1"/>
                </a:solidFill>
                <a:latin typeface="Arial" panose="020B0604020202020204" pitchFamily="34" charset="0"/>
                <a:ea typeface="宋体" panose="02010600030101010101" pitchFamily="2" charset="-122"/>
              </a:defRPr>
            </a:lvl2pPr>
            <a:lvl3pPr marL="1257300" indent="-342900">
              <a:defRPr>
                <a:solidFill>
                  <a:schemeClr val="tx1"/>
                </a:solidFill>
                <a:latin typeface="Arial" panose="020B0604020202020204" pitchFamily="34" charset="0"/>
                <a:ea typeface="宋体" panose="02010600030101010101" pitchFamily="2" charset="-122"/>
              </a:defRPr>
            </a:lvl3pPr>
            <a:lvl4pPr marL="1714500" indent="-342900">
              <a:defRPr>
                <a:solidFill>
                  <a:schemeClr val="tx1"/>
                </a:solidFill>
                <a:latin typeface="Arial" panose="020B0604020202020204" pitchFamily="34" charset="0"/>
                <a:ea typeface="宋体" panose="02010600030101010101" pitchFamily="2" charset="-122"/>
              </a:defRPr>
            </a:lvl4pPr>
            <a:lvl5pPr marL="2171700" indent="-342900">
              <a:defRPr>
                <a:solidFill>
                  <a:schemeClr val="tx1"/>
                </a:solidFill>
                <a:latin typeface="Arial" panose="020B0604020202020204" pitchFamily="34" charset="0"/>
                <a:ea typeface="宋体" panose="02010600030101010101" pitchFamily="2" charset="-122"/>
              </a:defRPr>
            </a:lvl5pPr>
            <a:lvl6pPr marL="26289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0861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5433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0005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Clr>
                <a:schemeClr val="tx2"/>
              </a:buClr>
            </a:pPr>
            <a:r>
              <a:rPr lang="en-US" altLang="zh-CN" sz="3600" b="1">
                <a:solidFill>
                  <a:schemeClr val="tx2"/>
                </a:solidFill>
                <a:latin typeface="楷体_GB2312" pitchFamily="49" charset="-122"/>
                <a:ea typeface="楷体_GB2312" pitchFamily="49" charset="-122"/>
              </a:rPr>
              <a:t> </a:t>
            </a:r>
            <a:r>
              <a:rPr lang="en-US" altLang="zh-CN" sz="3600" b="1">
                <a:solidFill>
                  <a:srgbClr val="760C04"/>
                </a:solidFill>
                <a:latin typeface="Times New Roman" panose="02020603050405020304" pitchFamily="18" charset="0"/>
                <a:ea typeface="楷体_GB2312" pitchFamily="49" charset="-122"/>
              </a:rPr>
              <a:t>9.  </a:t>
            </a:r>
            <a:r>
              <a:rPr lang="zh-CN" altLang="en-US" sz="3600" b="1">
                <a:solidFill>
                  <a:srgbClr val="760C04"/>
                </a:solidFill>
                <a:latin typeface="Times New Roman" panose="02020603050405020304" pitchFamily="18" charset="0"/>
                <a:ea typeface="楷体_GB2312" pitchFamily="49" charset="-122"/>
              </a:rPr>
              <a:t>时域积分</a:t>
            </a:r>
            <a:r>
              <a:rPr lang="en-US" altLang="zh-CN" sz="3600" b="1">
                <a:solidFill>
                  <a:srgbClr val="760C04"/>
                </a:solidFill>
                <a:latin typeface="Times New Roman" panose="02020603050405020304" pitchFamily="18" charset="0"/>
                <a:ea typeface="楷体_GB2312" pitchFamily="49" charset="-122"/>
              </a:rPr>
              <a:t>:</a:t>
            </a:r>
            <a:r>
              <a:rPr lang="zh-CN" altLang="en-US" sz="2800" b="1">
                <a:solidFill>
                  <a:srgbClr val="760C04"/>
                </a:solidFill>
                <a:latin typeface="Times New Roman" panose="02020603050405020304" pitchFamily="18" charset="0"/>
                <a:ea typeface="楷体_GB2312" pitchFamily="49" charset="-122"/>
              </a:rPr>
              <a:t>（</a:t>
            </a:r>
            <a:r>
              <a:rPr lang="en-US" altLang="zh-CN" sz="2800" b="1">
                <a:solidFill>
                  <a:srgbClr val="760C04"/>
                </a:solidFill>
                <a:latin typeface="Times New Roman" panose="02020603050405020304" pitchFamily="18" charset="0"/>
                <a:ea typeface="楷体_GB2312" pitchFamily="49" charset="-122"/>
              </a:rPr>
              <a:t>Integration in the Time Domain </a:t>
            </a:r>
            <a:r>
              <a:rPr lang="zh-CN" altLang="en-US" sz="2800" b="1">
                <a:solidFill>
                  <a:srgbClr val="760C04"/>
                </a:solidFill>
                <a:latin typeface="Times New Roman" panose="02020603050405020304" pitchFamily="18" charset="0"/>
                <a:ea typeface="楷体_GB2312" pitchFamily="49" charset="-122"/>
              </a:rPr>
              <a:t>）</a:t>
            </a:r>
          </a:p>
        </p:txBody>
      </p:sp>
      <p:graphicFrame>
        <p:nvGraphicFramePr>
          <p:cNvPr id="73732" name="Object 4">
            <a:extLst>
              <a:ext uri="{FF2B5EF4-FFF2-40B4-BE49-F238E27FC236}">
                <a16:creationId xmlns:a16="http://schemas.microsoft.com/office/drawing/2014/main" id="{C3780B52-1A05-C19D-B18F-D192B04F83C3}"/>
              </a:ext>
            </a:extLst>
          </p:cNvPr>
          <p:cNvGraphicFramePr>
            <a:graphicFrameLocks noChangeAspect="1"/>
          </p:cNvGraphicFramePr>
          <p:nvPr/>
        </p:nvGraphicFramePr>
        <p:xfrm>
          <a:off x="1403350" y="1196975"/>
          <a:ext cx="2486025" cy="647700"/>
        </p:xfrm>
        <a:graphic>
          <a:graphicData uri="http://schemas.openxmlformats.org/presentationml/2006/ole">
            <mc:AlternateContent xmlns:mc="http://schemas.openxmlformats.org/markup-compatibility/2006">
              <mc:Choice xmlns:v="urn:schemas-microsoft-com:vml" Requires="v">
                <p:oleObj name="Equation" r:id="rId2" imgW="850680" imgH="203040" progId="Equation.DSMT4">
                  <p:embed/>
                </p:oleObj>
              </mc:Choice>
              <mc:Fallback>
                <p:oleObj name="Equation" r:id="rId2" imgW="850680" imgH="203040" progId="Equation.DSMT4">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350" y="1196975"/>
                        <a:ext cx="2486025"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3733" name="Object 5">
            <a:extLst>
              <a:ext uri="{FF2B5EF4-FFF2-40B4-BE49-F238E27FC236}">
                <a16:creationId xmlns:a16="http://schemas.microsoft.com/office/drawing/2014/main" id="{11A7B429-5AA7-F003-FCB2-096B1FE7C855}"/>
              </a:ext>
            </a:extLst>
          </p:cNvPr>
          <p:cNvGraphicFramePr>
            <a:graphicFrameLocks noChangeAspect="1"/>
          </p:cNvGraphicFramePr>
          <p:nvPr/>
        </p:nvGraphicFramePr>
        <p:xfrm>
          <a:off x="4067175" y="1196975"/>
          <a:ext cx="1657350" cy="609600"/>
        </p:xfrm>
        <a:graphic>
          <a:graphicData uri="http://schemas.openxmlformats.org/presentationml/2006/ole">
            <mc:AlternateContent xmlns:mc="http://schemas.openxmlformats.org/markup-compatibility/2006">
              <mc:Choice xmlns:v="urn:schemas-microsoft-com:vml" Requires="v">
                <p:oleObj name="Equation" r:id="rId4" imgW="545760" imgH="177480" progId="Equation.DSMT4">
                  <p:embed/>
                </p:oleObj>
              </mc:Choice>
              <mc:Fallback>
                <p:oleObj name="Equation" r:id="rId4" imgW="545760" imgH="177480"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67175" y="1196975"/>
                        <a:ext cx="165735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3734" name="Rectangle 6">
            <a:extLst>
              <a:ext uri="{FF2B5EF4-FFF2-40B4-BE49-F238E27FC236}">
                <a16:creationId xmlns:a16="http://schemas.microsoft.com/office/drawing/2014/main" id="{2AC3FC23-7D09-8E8F-B790-E47C36D578E7}"/>
              </a:ext>
            </a:extLst>
          </p:cNvPr>
          <p:cNvSpPr>
            <a:spLocks noChangeArrowheads="1"/>
          </p:cNvSpPr>
          <p:nvPr/>
        </p:nvSpPr>
        <p:spPr bwMode="auto">
          <a:xfrm>
            <a:off x="539750" y="1196975"/>
            <a:ext cx="64293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000066"/>
                </a:solidFill>
                <a:latin typeface="楷体_GB2312" pitchFamily="49" charset="-122"/>
                <a:ea typeface="楷体_GB2312" pitchFamily="49" charset="-122"/>
              </a:rPr>
              <a:t>若</a:t>
            </a:r>
          </a:p>
        </p:txBody>
      </p:sp>
      <p:graphicFrame>
        <p:nvGraphicFramePr>
          <p:cNvPr id="73735" name="Object 7">
            <a:extLst>
              <a:ext uri="{FF2B5EF4-FFF2-40B4-BE49-F238E27FC236}">
                <a16:creationId xmlns:a16="http://schemas.microsoft.com/office/drawing/2014/main" id="{8820840E-63AF-FAC8-90F0-3C2533B48558}"/>
              </a:ext>
            </a:extLst>
          </p:cNvPr>
          <p:cNvGraphicFramePr>
            <a:graphicFrameLocks noChangeAspect="1"/>
          </p:cNvGraphicFramePr>
          <p:nvPr/>
        </p:nvGraphicFramePr>
        <p:xfrm>
          <a:off x="1619250" y="3933825"/>
          <a:ext cx="5832475" cy="1042988"/>
        </p:xfrm>
        <a:graphic>
          <a:graphicData uri="http://schemas.openxmlformats.org/presentationml/2006/ole">
            <mc:AlternateContent xmlns:mc="http://schemas.openxmlformats.org/markup-compatibility/2006">
              <mc:Choice xmlns:v="urn:schemas-microsoft-com:vml" Requires="v">
                <p:oleObj name="Equation" r:id="rId6" imgW="1549080" imgH="330120" progId="Equation.DSMT4">
                  <p:embed/>
                </p:oleObj>
              </mc:Choice>
              <mc:Fallback>
                <p:oleObj name="Equation" r:id="rId6" imgW="1549080" imgH="330120" progId="Equation.DSMT4">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19250" y="3933825"/>
                        <a:ext cx="5832475" cy="1042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737" name="Object 9">
            <a:extLst>
              <a:ext uri="{FF2B5EF4-FFF2-40B4-BE49-F238E27FC236}">
                <a16:creationId xmlns:a16="http://schemas.microsoft.com/office/drawing/2014/main" id="{615AE050-3479-104D-C321-4529FFF671AE}"/>
              </a:ext>
            </a:extLst>
          </p:cNvPr>
          <p:cNvGraphicFramePr>
            <a:graphicFrameLocks noChangeAspect="1"/>
          </p:cNvGraphicFramePr>
          <p:nvPr/>
        </p:nvGraphicFramePr>
        <p:xfrm>
          <a:off x="1116013" y="1916113"/>
          <a:ext cx="4392612" cy="1173162"/>
        </p:xfrm>
        <a:graphic>
          <a:graphicData uri="http://schemas.openxmlformats.org/presentationml/2006/ole">
            <mc:AlternateContent xmlns:mc="http://schemas.openxmlformats.org/markup-compatibility/2006">
              <mc:Choice xmlns:v="urn:schemas-microsoft-com:vml" Requires="v">
                <p:oleObj name="Equation" r:id="rId8" imgW="1307880" imgH="393480" progId="Equation.DSMT4">
                  <p:embed/>
                </p:oleObj>
              </mc:Choice>
              <mc:Fallback>
                <p:oleObj name="Equation" r:id="rId8" imgW="1307880" imgH="393480" progId="Equation.DSMT4">
                  <p:embed/>
                  <p:pic>
                    <p:nvPicPr>
                      <p:cNvPr id="0"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16013" y="1916113"/>
                        <a:ext cx="4392612" cy="1173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3738" name="Rectangle 10">
            <a:extLst>
              <a:ext uri="{FF2B5EF4-FFF2-40B4-BE49-F238E27FC236}">
                <a16:creationId xmlns:a16="http://schemas.microsoft.com/office/drawing/2014/main" id="{B372E1C3-EBEE-F002-ECA5-C283BCE30CA6}"/>
              </a:ext>
            </a:extLst>
          </p:cNvPr>
          <p:cNvSpPr>
            <a:spLocks noChangeArrowheads="1"/>
          </p:cNvSpPr>
          <p:nvPr/>
        </p:nvSpPr>
        <p:spPr bwMode="auto">
          <a:xfrm>
            <a:off x="468313" y="2252663"/>
            <a:ext cx="642937"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000066"/>
                </a:solidFill>
                <a:latin typeface="楷体_GB2312" pitchFamily="49" charset="-122"/>
                <a:ea typeface="楷体_GB2312" pitchFamily="49" charset="-122"/>
              </a:rPr>
              <a:t>则</a:t>
            </a:r>
          </a:p>
        </p:txBody>
      </p:sp>
      <p:pic>
        <p:nvPicPr>
          <p:cNvPr id="73739" name="Picture 11">
            <a:extLst>
              <a:ext uri="{FF2B5EF4-FFF2-40B4-BE49-F238E27FC236}">
                <a16:creationId xmlns:a16="http://schemas.microsoft.com/office/drawing/2014/main" id="{59F31AFD-216D-87B0-CB85-B619F60E5EB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5288" y="3068638"/>
            <a:ext cx="5905500" cy="720725"/>
          </a:xfrm>
          <a:prstGeom prst="rect">
            <a:avLst/>
          </a:prstGeom>
          <a:noFill/>
          <a:extLst>
            <a:ext uri="{909E8E84-426E-40DD-AFC4-6F175D3DCCD1}">
              <a14:hiddenFill xmlns:a14="http://schemas.microsoft.com/office/drawing/2010/main">
                <a:solidFill>
                  <a:srgbClr val="FFFFFF"/>
                </a:solidFill>
              </a14:hiddenFill>
            </a:ext>
          </a:extLst>
        </p:spPr>
      </p:pic>
      <p:sp>
        <p:nvSpPr>
          <p:cNvPr id="73740" name="Rectangle 12">
            <a:extLst>
              <a:ext uri="{FF2B5EF4-FFF2-40B4-BE49-F238E27FC236}">
                <a16:creationId xmlns:a16="http://schemas.microsoft.com/office/drawing/2014/main" id="{861BF36F-5D30-A0D8-11C5-FC8FE7532656}"/>
              </a:ext>
            </a:extLst>
          </p:cNvPr>
          <p:cNvSpPr>
            <a:spLocks noChangeArrowheads="1"/>
          </p:cNvSpPr>
          <p:nvPr/>
        </p:nvSpPr>
        <p:spPr bwMode="auto">
          <a:xfrm>
            <a:off x="323850" y="3933825"/>
            <a:ext cx="18002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800100" indent="-342900">
              <a:defRPr>
                <a:solidFill>
                  <a:schemeClr val="tx1"/>
                </a:solidFill>
                <a:latin typeface="Arial" panose="020B0604020202020204" pitchFamily="34" charset="0"/>
                <a:ea typeface="宋体" panose="02010600030101010101" pitchFamily="2" charset="-122"/>
              </a:defRPr>
            </a:lvl2pPr>
            <a:lvl3pPr marL="1257300" indent="-342900">
              <a:defRPr>
                <a:solidFill>
                  <a:schemeClr val="tx1"/>
                </a:solidFill>
                <a:latin typeface="Arial" panose="020B0604020202020204" pitchFamily="34" charset="0"/>
                <a:ea typeface="宋体" panose="02010600030101010101" pitchFamily="2" charset="-122"/>
              </a:defRPr>
            </a:lvl3pPr>
            <a:lvl4pPr marL="1714500" indent="-342900">
              <a:defRPr>
                <a:solidFill>
                  <a:schemeClr val="tx1"/>
                </a:solidFill>
                <a:latin typeface="Arial" panose="020B0604020202020204" pitchFamily="34" charset="0"/>
                <a:ea typeface="宋体" panose="02010600030101010101" pitchFamily="2" charset="-122"/>
              </a:defRPr>
            </a:lvl4pPr>
            <a:lvl5pPr marL="2171700" indent="-342900">
              <a:defRPr>
                <a:solidFill>
                  <a:schemeClr val="tx1"/>
                </a:solidFill>
                <a:latin typeface="Arial" panose="020B0604020202020204" pitchFamily="34" charset="0"/>
                <a:ea typeface="宋体" panose="02010600030101010101" pitchFamily="2" charset="-122"/>
              </a:defRPr>
            </a:lvl5pPr>
            <a:lvl6pPr marL="26289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0861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5433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0005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Clr>
                <a:schemeClr val="tx2"/>
              </a:buClr>
            </a:pPr>
            <a:r>
              <a:rPr lang="zh-CN" altLang="en-US" sz="3600" b="1">
                <a:solidFill>
                  <a:srgbClr val="760C04"/>
                </a:solidFill>
                <a:latin typeface="Times New Roman" panose="02020603050405020304" pitchFamily="18" charset="0"/>
                <a:ea typeface="楷体_GB2312" pitchFamily="49" charset="-122"/>
              </a:rPr>
              <a:t>证明：</a:t>
            </a:r>
          </a:p>
        </p:txBody>
      </p:sp>
      <p:grpSp>
        <p:nvGrpSpPr>
          <p:cNvPr id="73741" name="Group 13">
            <a:extLst>
              <a:ext uri="{FF2B5EF4-FFF2-40B4-BE49-F238E27FC236}">
                <a16:creationId xmlns:a16="http://schemas.microsoft.com/office/drawing/2014/main" id="{FC97E59F-E13C-A5E1-8577-5792B0C58C90}"/>
              </a:ext>
            </a:extLst>
          </p:cNvPr>
          <p:cNvGrpSpPr>
            <a:grpSpLocks/>
          </p:cNvGrpSpPr>
          <p:nvPr/>
        </p:nvGrpSpPr>
        <p:grpSpPr bwMode="auto">
          <a:xfrm>
            <a:off x="395288" y="5084763"/>
            <a:ext cx="7921625" cy="1223962"/>
            <a:chOff x="1301" y="3299"/>
            <a:chExt cx="4266" cy="630"/>
          </a:xfrm>
        </p:grpSpPr>
        <p:graphicFrame>
          <p:nvGraphicFramePr>
            <p:cNvPr id="73742" name="Object 14">
              <a:extLst>
                <a:ext uri="{FF2B5EF4-FFF2-40B4-BE49-F238E27FC236}">
                  <a16:creationId xmlns:a16="http://schemas.microsoft.com/office/drawing/2014/main" id="{A0345392-2A3B-2625-6358-2DCC39AC2DA8}"/>
                </a:ext>
              </a:extLst>
            </p:cNvPr>
            <p:cNvGraphicFramePr>
              <a:graphicFrameLocks noChangeAspect="1"/>
            </p:cNvGraphicFramePr>
            <p:nvPr/>
          </p:nvGraphicFramePr>
          <p:xfrm>
            <a:off x="1301" y="3360"/>
            <a:ext cx="2350" cy="567"/>
          </p:xfrm>
          <a:graphic>
            <a:graphicData uri="http://schemas.openxmlformats.org/presentationml/2006/ole">
              <mc:AlternateContent xmlns:mc="http://schemas.openxmlformats.org/markup-compatibility/2006">
                <mc:Choice xmlns:v="urn:schemas-microsoft-com:vml" Requires="v">
                  <p:oleObj name="Equation" r:id="rId11" imgW="1447560" imgH="393480" progId="Equation.DSMT4">
                    <p:embed/>
                  </p:oleObj>
                </mc:Choice>
                <mc:Fallback>
                  <p:oleObj name="Equation" r:id="rId11" imgW="1447560" imgH="393480" progId="Equation.DSMT4">
                    <p:embed/>
                    <p:pic>
                      <p:nvPicPr>
                        <p:cNvPr id="0" name="Object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301" y="3360"/>
                          <a:ext cx="2350" cy="5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73743" name="Picture 15">
              <a:extLst>
                <a:ext uri="{FF2B5EF4-FFF2-40B4-BE49-F238E27FC236}">
                  <a16:creationId xmlns:a16="http://schemas.microsoft.com/office/drawing/2014/main" id="{AE9A486C-2DB5-97E1-E53D-E4ECE6736350}"/>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241" y="3299"/>
              <a:ext cx="1326" cy="630"/>
            </a:xfrm>
            <a:prstGeom prst="rect">
              <a:avLst/>
            </a:prstGeom>
            <a:noFill/>
            <a:extLst>
              <a:ext uri="{909E8E84-426E-40DD-AFC4-6F175D3DCCD1}">
                <a14:hiddenFill xmlns:a14="http://schemas.microsoft.com/office/drawing/2010/main">
                  <a:solidFill>
                    <a:srgbClr val="FFFFFF"/>
                  </a:solidFill>
                </a14:hiddenFill>
              </a:ext>
            </a:extLst>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3740"/>
                                        </p:tgtEl>
                                        <p:attrNameLst>
                                          <p:attrName>style.visibility</p:attrName>
                                        </p:attrNameLst>
                                      </p:cBhvr>
                                      <p:to>
                                        <p:strVal val="visible"/>
                                      </p:to>
                                    </p:set>
                                    <p:anim calcmode="lin" valueType="num">
                                      <p:cBhvr additive="base">
                                        <p:cTn id="7" dur="500" fill="hold"/>
                                        <p:tgtEl>
                                          <p:spTgt spid="73740"/>
                                        </p:tgtEl>
                                        <p:attrNameLst>
                                          <p:attrName>ppt_x</p:attrName>
                                        </p:attrNameLst>
                                      </p:cBhvr>
                                      <p:tavLst>
                                        <p:tav tm="0">
                                          <p:val>
                                            <p:strVal val="0-#ppt_w/2"/>
                                          </p:val>
                                        </p:tav>
                                        <p:tav tm="100000">
                                          <p:val>
                                            <p:strVal val="#ppt_x"/>
                                          </p:val>
                                        </p:tav>
                                      </p:tavLst>
                                    </p:anim>
                                    <p:anim calcmode="lin" valueType="num">
                                      <p:cBhvr additive="base">
                                        <p:cTn id="8" dur="500" fill="hold"/>
                                        <p:tgtEl>
                                          <p:spTgt spid="7374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73735"/>
                                        </p:tgtEl>
                                        <p:attrNameLst>
                                          <p:attrName>style.visibility</p:attrName>
                                        </p:attrNameLst>
                                      </p:cBhvr>
                                      <p:to>
                                        <p:strVal val="visible"/>
                                      </p:to>
                                    </p:set>
                                    <p:anim calcmode="lin" valueType="num">
                                      <p:cBhvr additive="base">
                                        <p:cTn id="13" dur="500" fill="hold"/>
                                        <p:tgtEl>
                                          <p:spTgt spid="73735"/>
                                        </p:tgtEl>
                                        <p:attrNameLst>
                                          <p:attrName>ppt_x</p:attrName>
                                        </p:attrNameLst>
                                      </p:cBhvr>
                                      <p:tavLst>
                                        <p:tav tm="0">
                                          <p:val>
                                            <p:strVal val="0-#ppt_w/2"/>
                                          </p:val>
                                        </p:tav>
                                        <p:tav tm="100000">
                                          <p:val>
                                            <p:strVal val="#ppt_x"/>
                                          </p:val>
                                        </p:tav>
                                      </p:tavLst>
                                    </p:anim>
                                    <p:anim calcmode="lin" valueType="num">
                                      <p:cBhvr additive="base">
                                        <p:cTn id="14" dur="500" fill="hold"/>
                                        <p:tgtEl>
                                          <p:spTgt spid="73735"/>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73741"/>
                                        </p:tgtEl>
                                        <p:attrNameLst>
                                          <p:attrName>style.visibility</p:attrName>
                                        </p:attrNameLst>
                                      </p:cBhvr>
                                      <p:to>
                                        <p:strVal val="visible"/>
                                      </p:to>
                                    </p:set>
                                    <p:anim calcmode="lin" valueType="num">
                                      <p:cBhvr additive="base">
                                        <p:cTn id="19" dur="500" fill="hold"/>
                                        <p:tgtEl>
                                          <p:spTgt spid="73741"/>
                                        </p:tgtEl>
                                        <p:attrNameLst>
                                          <p:attrName>ppt_x</p:attrName>
                                        </p:attrNameLst>
                                      </p:cBhvr>
                                      <p:tavLst>
                                        <p:tav tm="0">
                                          <p:val>
                                            <p:strVal val="0-#ppt_w/2"/>
                                          </p:val>
                                        </p:tav>
                                        <p:tav tm="100000">
                                          <p:val>
                                            <p:strVal val="#ppt_x"/>
                                          </p:val>
                                        </p:tav>
                                      </p:tavLst>
                                    </p:anim>
                                    <p:anim calcmode="lin" valueType="num">
                                      <p:cBhvr additive="base">
                                        <p:cTn id="20" dur="500" fill="hold"/>
                                        <p:tgtEl>
                                          <p:spTgt spid="7374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40"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2706" name="Group 2">
            <a:extLst>
              <a:ext uri="{FF2B5EF4-FFF2-40B4-BE49-F238E27FC236}">
                <a16:creationId xmlns:a16="http://schemas.microsoft.com/office/drawing/2014/main" id="{D02D2DFE-04C5-EBE8-6D67-247C603540F1}"/>
              </a:ext>
            </a:extLst>
          </p:cNvPr>
          <p:cNvGrpSpPr>
            <a:grpSpLocks/>
          </p:cNvGrpSpPr>
          <p:nvPr/>
        </p:nvGrpSpPr>
        <p:grpSpPr bwMode="auto">
          <a:xfrm>
            <a:off x="1042988" y="3252788"/>
            <a:ext cx="5053012" cy="850900"/>
            <a:chOff x="657" y="2139"/>
            <a:chExt cx="3183" cy="536"/>
          </a:xfrm>
        </p:grpSpPr>
        <p:graphicFrame>
          <p:nvGraphicFramePr>
            <p:cNvPr id="72707" name="Object 3">
              <a:extLst>
                <a:ext uri="{FF2B5EF4-FFF2-40B4-BE49-F238E27FC236}">
                  <a16:creationId xmlns:a16="http://schemas.microsoft.com/office/drawing/2014/main" id="{A71388A1-04FC-D03A-4C0B-5440A2F77EE9}"/>
                </a:ext>
              </a:extLst>
            </p:cNvPr>
            <p:cNvGraphicFramePr>
              <a:graphicFrameLocks noChangeAspect="1"/>
            </p:cNvGraphicFramePr>
            <p:nvPr/>
          </p:nvGraphicFramePr>
          <p:xfrm>
            <a:off x="2064" y="2205"/>
            <a:ext cx="1776" cy="470"/>
          </p:xfrm>
          <a:graphic>
            <a:graphicData uri="http://schemas.openxmlformats.org/presentationml/2006/ole">
              <mc:AlternateContent xmlns:mc="http://schemas.openxmlformats.org/markup-compatibility/2006">
                <mc:Choice xmlns:v="urn:schemas-microsoft-com:vml" Requires="v">
                  <p:oleObj name="Equation" r:id="rId2" imgW="1104840" imgH="291960" progId="Equation.DSMT4">
                    <p:embed/>
                  </p:oleObj>
                </mc:Choice>
                <mc:Fallback>
                  <p:oleObj name="Equation" r:id="rId2" imgW="1104840" imgH="291960" progId="Equation.DSMT4">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64" y="2205"/>
                          <a:ext cx="1776" cy="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2708" name="Text Box 4">
              <a:extLst>
                <a:ext uri="{FF2B5EF4-FFF2-40B4-BE49-F238E27FC236}">
                  <a16:creationId xmlns:a16="http://schemas.microsoft.com/office/drawing/2014/main" id="{82BD30CD-D927-BE5B-BDE3-948BC9FF5DCB}"/>
                </a:ext>
              </a:extLst>
            </p:cNvPr>
            <p:cNvSpPr txBox="1">
              <a:spLocks noChangeArrowheads="1"/>
            </p:cNvSpPr>
            <p:nvPr/>
          </p:nvSpPr>
          <p:spPr bwMode="auto">
            <a:xfrm>
              <a:off x="657" y="2139"/>
              <a:ext cx="1561"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760C04"/>
                  </a:solidFill>
                  <a:latin typeface="楷体_GB2312" pitchFamily="49" charset="-122"/>
                  <a:ea typeface="楷体_GB2312" pitchFamily="49" charset="-122"/>
                </a:rPr>
                <a:t>初值定理：</a:t>
              </a:r>
            </a:p>
          </p:txBody>
        </p:sp>
      </p:grpSp>
      <p:sp>
        <p:nvSpPr>
          <p:cNvPr id="72709" name="Text Box 5">
            <a:extLst>
              <a:ext uri="{FF2B5EF4-FFF2-40B4-BE49-F238E27FC236}">
                <a16:creationId xmlns:a16="http://schemas.microsoft.com/office/drawing/2014/main" id="{03EFD9C1-6555-458B-10FC-BBB301715080}"/>
              </a:ext>
            </a:extLst>
          </p:cNvPr>
          <p:cNvSpPr txBox="1">
            <a:spLocks noChangeArrowheads="1"/>
          </p:cNvSpPr>
          <p:nvPr/>
        </p:nvSpPr>
        <p:spPr bwMode="auto">
          <a:xfrm>
            <a:off x="250825" y="260350"/>
            <a:ext cx="7239000" cy="1068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800100" indent="-342900">
              <a:defRPr>
                <a:solidFill>
                  <a:schemeClr val="tx1"/>
                </a:solidFill>
                <a:latin typeface="Arial" panose="020B0604020202020204" pitchFamily="34" charset="0"/>
                <a:ea typeface="宋体" panose="02010600030101010101" pitchFamily="2" charset="-122"/>
              </a:defRPr>
            </a:lvl2pPr>
            <a:lvl3pPr marL="1257300" indent="-342900">
              <a:defRPr>
                <a:solidFill>
                  <a:schemeClr val="tx1"/>
                </a:solidFill>
                <a:latin typeface="Arial" panose="020B0604020202020204" pitchFamily="34" charset="0"/>
                <a:ea typeface="宋体" panose="02010600030101010101" pitchFamily="2" charset="-122"/>
              </a:defRPr>
            </a:lvl3pPr>
            <a:lvl4pPr marL="1714500" indent="-342900">
              <a:defRPr>
                <a:solidFill>
                  <a:schemeClr val="tx1"/>
                </a:solidFill>
                <a:latin typeface="Arial" panose="020B0604020202020204" pitchFamily="34" charset="0"/>
                <a:ea typeface="宋体" panose="02010600030101010101" pitchFamily="2" charset="-122"/>
              </a:defRPr>
            </a:lvl4pPr>
            <a:lvl5pPr marL="2171700" indent="-342900">
              <a:defRPr>
                <a:solidFill>
                  <a:schemeClr val="tx1"/>
                </a:solidFill>
                <a:latin typeface="Arial" panose="020B0604020202020204" pitchFamily="34" charset="0"/>
                <a:ea typeface="宋体" panose="02010600030101010101" pitchFamily="2" charset="-122"/>
              </a:defRPr>
            </a:lvl5pPr>
            <a:lvl6pPr marL="26289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0861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5433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0005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Clr>
                <a:schemeClr val="tx2"/>
              </a:buClr>
            </a:pPr>
            <a:r>
              <a:rPr lang="en-US" altLang="zh-CN" sz="3600" b="1">
                <a:solidFill>
                  <a:schemeClr val="tx2"/>
                </a:solidFill>
                <a:latin typeface="楷体_GB2312" pitchFamily="49" charset="-122"/>
                <a:ea typeface="楷体_GB2312" pitchFamily="49" charset="-122"/>
              </a:rPr>
              <a:t> 10</a:t>
            </a:r>
            <a:r>
              <a:rPr lang="en-US" altLang="zh-CN" sz="3600" b="1">
                <a:solidFill>
                  <a:srgbClr val="760C04"/>
                </a:solidFill>
                <a:latin typeface="Times New Roman" panose="02020603050405020304" pitchFamily="18" charset="0"/>
                <a:ea typeface="楷体_GB2312" pitchFamily="49" charset="-122"/>
              </a:rPr>
              <a:t>. </a:t>
            </a:r>
            <a:r>
              <a:rPr lang="zh-CN" altLang="en-US" sz="3600" b="1">
                <a:solidFill>
                  <a:srgbClr val="760C04"/>
                </a:solidFill>
                <a:latin typeface="Times New Roman" panose="02020603050405020304" pitchFamily="18" charset="0"/>
                <a:ea typeface="楷体_GB2312" pitchFamily="49" charset="-122"/>
              </a:rPr>
              <a:t>初值与终值定理</a:t>
            </a:r>
            <a:r>
              <a:rPr lang="en-US" altLang="zh-CN" sz="3600" b="1">
                <a:solidFill>
                  <a:srgbClr val="760C04"/>
                </a:solidFill>
                <a:latin typeface="Times New Roman" panose="02020603050405020304" pitchFamily="18" charset="0"/>
                <a:ea typeface="楷体_GB2312" pitchFamily="49" charset="-122"/>
              </a:rPr>
              <a:t>:</a:t>
            </a:r>
          </a:p>
          <a:p>
            <a:pPr>
              <a:buClr>
                <a:schemeClr val="tx2"/>
              </a:buClr>
            </a:pPr>
            <a:r>
              <a:rPr lang="zh-CN" altLang="en-US" sz="2800" b="1">
                <a:solidFill>
                  <a:srgbClr val="760C04"/>
                </a:solidFill>
                <a:latin typeface="Times New Roman" panose="02020603050405020304" pitchFamily="18" charset="0"/>
                <a:ea typeface="楷体_GB2312" pitchFamily="49" charset="-122"/>
              </a:rPr>
              <a:t>（</a:t>
            </a:r>
            <a:r>
              <a:rPr lang="en-US" altLang="zh-CN" sz="2800" b="1">
                <a:solidFill>
                  <a:srgbClr val="760C04"/>
                </a:solidFill>
                <a:latin typeface="Times New Roman" panose="02020603050405020304" pitchFamily="18" charset="0"/>
                <a:ea typeface="楷体_GB2312" pitchFamily="49" charset="-122"/>
              </a:rPr>
              <a:t>The Initial- and  Final- Value Theorems)</a:t>
            </a:r>
          </a:p>
        </p:txBody>
      </p:sp>
      <p:sp>
        <p:nvSpPr>
          <p:cNvPr id="72711" name="Text Box 7">
            <a:extLst>
              <a:ext uri="{FF2B5EF4-FFF2-40B4-BE49-F238E27FC236}">
                <a16:creationId xmlns:a16="http://schemas.microsoft.com/office/drawing/2014/main" id="{8D9B5EA4-CAED-C881-D96C-C4A4B3698D2A}"/>
              </a:ext>
            </a:extLst>
          </p:cNvPr>
          <p:cNvSpPr txBox="1">
            <a:spLocks noChangeArrowheads="1"/>
          </p:cNvSpPr>
          <p:nvPr/>
        </p:nvSpPr>
        <p:spPr bwMode="auto">
          <a:xfrm>
            <a:off x="323850" y="2565400"/>
            <a:ext cx="8496300"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zh-CN" altLang="en-US" sz="3600" b="1">
                <a:solidFill>
                  <a:srgbClr val="000066"/>
                </a:solidFill>
                <a:latin typeface="楷体_GB2312" pitchFamily="49" charset="-122"/>
                <a:ea typeface="楷体_GB2312" pitchFamily="49" charset="-122"/>
              </a:rPr>
              <a:t>不包含冲激或高阶奇异函数</a:t>
            </a:r>
          </a:p>
        </p:txBody>
      </p:sp>
      <p:sp>
        <p:nvSpPr>
          <p:cNvPr id="72712" name="Text Box 8">
            <a:extLst>
              <a:ext uri="{FF2B5EF4-FFF2-40B4-BE49-F238E27FC236}">
                <a16:creationId xmlns:a16="http://schemas.microsoft.com/office/drawing/2014/main" id="{CE0C4813-0B61-D566-46F1-EA751F3652C0}"/>
              </a:ext>
            </a:extLst>
          </p:cNvPr>
          <p:cNvSpPr txBox="1">
            <a:spLocks noChangeArrowheads="1"/>
          </p:cNvSpPr>
          <p:nvPr/>
        </p:nvSpPr>
        <p:spPr bwMode="auto">
          <a:xfrm>
            <a:off x="323850" y="1450975"/>
            <a:ext cx="3968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760C04"/>
                </a:solidFill>
                <a:latin typeface="楷体_GB2312" pitchFamily="49" charset="-122"/>
                <a:ea typeface="楷体_GB2312" pitchFamily="49" charset="-122"/>
              </a:rPr>
              <a:t>条件</a:t>
            </a:r>
            <a:r>
              <a:rPr lang="en-US" altLang="zh-CN" sz="3600" b="1">
                <a:solidFill>
                  <a:srgbClr val="760C04"/>
                </a:solidFill>
                <a:latin typeface="楷体_GB2312" pitchFamily="49" charset="-122"/>
                <a:ea typeface="楷体_GB2312" pitchFamily="49" charset="-122"/>
              </a:rPr>
              <a:t>(</a:t>
            </a:r>
            <a:r>
              <a:rPr lang="zh-CN" altLang="en-US" sz="3600" b="1">
                <a:solidFill>
                  <a:srgbClr val="760C04"/>
                </a:solidFill>
                <a:latin typeface="楷体_GB2312" pitchFamily="49" charset="-122"/>
                <a:ea typeface="楷体_GB2312" pitchFamily="49" charset="-122"/>
              </a:rPr>
              <a:t>因果信号）</a:t>
            </a:r>
            <a:r>
              <a:rPr lang="zh-CN" altLang="en-US" sz="2800" b="1">
                <a:solidFill>
                  <a:srgbClr val="760C04"/>
                </a:solidFill>
                <a:latin typeface="楷体_GB2312" pitchFamily="49" charset="-122"/>
                <a:ea typeface="楷体_GB2312" pitchFamily="49" charset="-122"/>
              </a:rPr>
              <a:t>：</a:t>
            </a:r>
          </a:p>
        </p:txBody>
      </p:sp>
      <p:graphicFrame>
        <p:nvGraphicFramePr>
          <p:cNvPr id="72713" name="Object 9">
            <a:extLst>
              <a:ext uri="{FF2B5EF4-FFF2-40B4-BE49-F238E27FC236}">
                <a16:creationId xmlns:a16="http://schemas.microsoft.com/office/drawing/2014/main" id="{08F49F39-AFA4-A466-8B01-4BBE8AE09778}"/>
              </a:ext>
            </a:extLst>
          </p:cNvPr>
          <p:cNvGraphicFramePr>
            <a:graphicFrameLocks noChangeAspect="1"/>
          </p:cNvGraphicFramePr>
          <p:nvPr/>
        </p:nvGraphicFramePr>
        <p:xfrm>
          <a:off x="4284663" y="1341438"/>
          <a:ext cx="3097212" cy="1357312"/>
        </p:xfrm>
        <a:graphic>
          <a:graphicData uri="http://schemas.openxmlformats.org/presentationml/2006/ole">
            <mc:AlternateContent xmlns:mc="http://schemas.openxmlformats.org/markup-compatibility/2006">
              <mc:Choice xmlns:v="urn:schemas-microsoft-com:vml" Requires="v">
                <p:oleObj name="公式" r:id="rId4" imgW="1041120" imgH="457200" progId="Equation.3">
                  <p:embed/>
                </p:oleObj>
              </mc:Choice>
              <mc:Fallback>
                <p:oleObj name="公式" r:id="rId4" imgW="1041120" imgH="457200" progId="Equation.3">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84663" y="1341438"/>
                        <a:ext cx="3097212" cy="1357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72714" name="Group 10">
            <a:extLst>
              <a:ext uri="{FF2B5EF4-FFF2-40B4-BE49-F238E27FC236}">
                <a16:creationId xmlns:a16="http://schemas.microsoft.com/office/drawing/2014/main" id="{65E712C1-D364-4772-49D4-DD596099057E}"/>
              </a:ext>
            </a:extLst>
          </p:cNvPr>
          <p:cNvGrpSpPr>
            <a:grpSpLocks/>
          </p:cNvGrpSpPr>
          <p:nvPr/>
        </p:nvGrpSpPr>
        <p:grpSpPr bwMode="auto">
          <a:xfrm>
            <a:off x="1042988" y="4116388"/>
            <a:ext cx="5254625" cy="774700"/>
            <a:chOff x="657" y="2729"/>
            <a:chExt cx="3310" cy="488"/>
          </a:xfrm>
        </p:grpSpPr>
        <p:graphicFrame>
          <p:nvGraphicFramePr>
            <p:cNvPr id="72715" name="Object 11">
              <a:extLst>
                <a:ext uri="{FF2B5EF4-FFF2-40B4-BE49-F238E27FC236}">
                  <a16:creationId xmlns:a16="http://schemas.microsoft.com/office/drawing/2014/main" id="{B3D64344-548E-DCDB-211F-77FC86BDD410}"/>
                </a:ext>
              </a:extLst>
            </p:cNvPr>
            <p:cNvGraphicFramePr>
              <a:graphicFrameLocks noChangeAspect="1"/>
            </p:cNvGraphicFramePr>
            <p:nvPr/>
          </p:nvGraphicFramePr>
          <p:xfrm>
            <a:off x="2109" y="2795"/>
            <a:ext cx="1858" cy="422"/>
          </p:xfrm>
          <a:graphic>
            <a:graphicData uri="http://schemas.openxmlformats.org/presentationml/2006/ole">
              <mc:AlternateContent xmlns:mc="http://schemas.openxmlformats.org/markup-compatibility/2006">
                <mc:Choice xmlns:v="urn:schemas-microsoft-com:vml" Requires="v">
                  <p:oleObj name="Equation" r:id="rId6" imgW="1231560" imgH="279360" progId="Equation.DSMT4">
                    <p:embed/>
                  </p:oleObj>
                </mc:Choice>
                <mc:Fallback>
                  <p:oleObj name="Equation" r:id="rId6" imgW="1231560" imgH="279360" progId="Equation.DSMT4">
                    <p:embed/>
                    <p:pic>
                      <p:nvPicPr>
                        <p:cNvPr id="0" name="Object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09" y="2795"/>
                          <a:ext cx="1858" cy="4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2716" name="Text Box 12">
              <a:extLst>
                <a:ext uri="{FF2B5EF4-FFF2-40B4-BE49-F238E27FC236}">
                  <a16:creationId xmlns:a16="http://schemas.microsoft.com/office/drawing/2014/main" id="{F484FDB9-4B2D-4F29-A4A0-7BA994B9D131}"/>
                </a:ext>
              </a:extLst>
            </p:cNvPr>
            <p:cNvSpPr txBox="1">
              <a:spLocks noChangeArrowheads="1"/>
            </p:cNvSpPr>
            <p:nvPr/>
          </p:nvSpPr>
          <p:spPr bwMode="auto">
            <a:xfrm>
              <a:off x="657" y="2729"/>
              <a:ext cx="1561"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760C04"/>
                  </a:solidFill>
                  <a:latin typeface="楷体_GB2312" pitchFamily="49" charset="-122"/>
                  <a:ea typeface="楷体_GB2312" pitchFamily="49" charset="-122"/>
                </a:rPr>
                <a:t>终值定理：</a:t>
              </a:r>
            </a:p>
          </p:txBody>
        </p:sp>
      </p:grpSp>
      <p:sp>
        <p:nvSpPr>
          <p:cNvPr id="72718" name="Text Box 14">
            <a:extLst>
              <a:ext uri="{FF2B5EF4-FFF2-40B4-BE49-F238E27FC236}">
                <a16:creationId xmlns:a16="http://schemas.microsoft.com/office/drawing/2014/main" id="{54443FF1-5D8D-B921-98E7-F7423F351E7B}"/>
              </a:ext>
            </a:extLst>
          </p:cNvPr>
          <p:cNvSpPr txBox="1">
            <a:spLocks noChangeArrowheads="1"/>
          </p:cNvSpPr>
          <p:nvPr/>
        </p:nvSpPr>
        <p:spPr bwMode="auto">
          <a:xfrm>
            <a:off x="0" y="4868863"/>
            <a:ext cx="7704138"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zh-CN" altLang="en-US" sz="3600" b="1">
                <a:solidFill>
                  <a:srgbClr val="000066"/>
                </a:solidFill>
                <a:latin typeface="楷体_GB2312" pitchFamily="49" charset="-122"/>
                <a:ea typeface="楷体_GB2312" pitchFamily="49" charset="-122"/>
              </a:rPr>
              <a:t>例：已知因果信号    的拉氏变换</a:t>
            </a:r>
          </a:p>
          <a:p>
            <a:pPr>
              <a:lnSpc>
                <a:spcPct val="150000"/>
              </a:lnSpc>
            </a:pPr>
            <a:r>
              <a:rPr lang="zh-CN" altLang="en-US" sz="3600" b="1">
                <a:solidFill>
                  <a:srgbClr val="000066"/>
                </a:solidFill>
                <a:latin typeface="楷体_GB2312" pitchFamily="49" charset="-122"/>
                <a:ea typeface="楷体_GB2312" pitchFamily="49" charset="-122"/>
              </a:rPr>
              <a:t>    				求     和</a:t>
            </a:r>
          </a:p>
        </p:txBody>
      </p:sp>
      <p:graphicFrame>
        <p:nvGraphicFramePr>
          <p:cNvPr id="72719" name="Object 15">
            <a:extLst>
              <a:ext uri="{FF2B5EF4-FFF2-40B4-BE49-F238E27FC236}">
                <a16:creationId xmlns:a16="http://schemas.microsoft.com/office/drawing/2014/main" id="{1CA5E832-B344-F268-F8BC-969158064AE9}"/>
              </a:ext>
            </a:extLst>
          </p:cNvPr>
          <p:cNvGraphicFramePr>
            <a:graphicFrameLocks noChangeAspect="1"/>
          </p:cNvGraphicFramePr>
          <p:nvPr/>
        </p:nvGraphicFramePr>
        <p:xfrm>
          <a:off x="3924300" y="5229225"/>
          <a:ext cx="604838" cy="454025"/>
        </p:xfrm>
        <a:graphic>
          <a:graphicData uri="http://schemas.openxmlformats.org/presentationml/2006/ole">
            <mc:AlternateContent xmlns:mc="http://schemas.openxmlformats.org/markup-compatibility/2006">
              <mc:Choice xmlns:v="urn:schemas-microsoft-com:vml" Requires="v">
                <p:oleObj name="Equation" r:id="rId8" imgW="279360" imgH="203040" progId="Equation.DSMT4">
                  <p:embed/>
                </p:oleObj>
              </mc:Choice>
              <mc:Fallback>
                <p:oleObj name="Equation" r:id="rId8" imgW="279360" imgH="203040" progId="Equation.DSMT4">
                  <p:embed/>
                  <p:pic>
                    <p:nvPicPr>
                      <p:cNvPr id="0" name="Object 1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24300" y="5229225"/>
                        <a:ext cx="604838"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2720" name="Object 16">
            <a:extLst>
              <a:ext uri="{FF2B5EF4-FFF2-40B4-BE49-F238E27FC236}">
                <a16:creationId xmlns:a16="http://schemas.microsoft.com/office/drawing/2014/main" id="{3B11481E-4605-804A-60BF-FB9FABDD4E2D}"/>
              </a:ext>
            </a:extLst>
          </p:cNvPr>
          <p:cNvGraphicFramePr>
            <a:graphicFrameLocks noChangeAspect="1"/>
          </p:cNvGraphicFramePr>
          <p:nvPr/>
        </p:nvGraphicFramePr>
        <p:xfrm>
          <a:off x="395288" y="5805488"/>
          <a:ext cx="4176712" cy="1052512"/>
        </p:xfrm>
        <a:graphic>
          <a:graphicData uri="http://schemas.openxmlformats.org/presentationml/2006/ole">
            <mc:AlternateContent xmlns:mc="http://schemas.openxmlformats.org/markup-compatibility/2006">
              <mc:Choice xmlns:v="urn:schemas-microsoft-com:vml" Requires="v">
                <p:oleObj name="公式" r:id="rId10" imgW="1650960" imgH="444240" progId="Equation.3">
                  <p:embed/>
                </p:oleObj>
              </mc:Choice>
              <mc:Fallback>
                <p:oleObj name="公式" r:id="rId10" imgW="1650960" imgH="444240" progId="Equation.3">
                  <p:embed/>
                  <p:pic>
                    <p:nvPicPr>
                      <p:cNvPr id="0" name="Object 1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95288" y="5805488"/>
                        <a:ext cx="4176712" cy="1052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72721" name="Picture 17">
            <a:extLst>
              <a:ext uri="{FF2B5EF4-FFF2-40B4-BE49-F238E27FC236}">
                <a16:creationId xmlns:a16="http://schemas.microsoft.com/office/drawing/2014/main" id="{F349A577-3C53-0AAB-A077-88DE28777A1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292725" y="6021388"/>
            <a:ext cx="790575" cy="390525"/>
          </a:xfrm>
          <a:prstGeom prst="rect">
            <a:avLst/>
          </a:prstGeom>
          <a:noFill/>
          <a:extLst>
            <a:ext uri="{909E8E84-426E-40DD-AFC4-6F175D3DCCD1}">
              <a14:hiddenFill xmlns:a14="http://schemas.microsoft.com/office/drawing/2010/main">
                <a:solidFill>
                  <a:srgbClr val="FFFFFF"/>
                </a:solidFill>
              </a14:hiddenFill>
            </a:ext>
          </a:extLst>
        </p:spPr>
      </p:pic>
      <p:pic>
        <p:nvPicPr>
          <p:cNvPr id="72722" name="Picture 18">
            <a:extLst>
              <a:ext uri="{FF2B5EF4-FFF2-40B4-BE49-F238E27FC236}">
                <a16:creationId xmlns:a16="http://schemas.microsoft.com/office/drawing/2014/main" id="{98DD3D64-F2D6-D4D9-16B1-5E8E387A13E4}"/>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877050" y="6021388"/>
            <a:ext cx="1257300" cy="6096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72706"/>
                                        </p:tgtEl>
                                        <p:attrNameLst>
                                          <p:attrName>style.visibility</p:attrName>
                                        </p:attrNameLst>
                                      </p:cBhvr>
                                      <p:to>
                                        <p:strVal val="visible"/>
                                      </p:to>
                                    </p:set>
                                    <p:anim calcmode="lin" valueType="num">
                                      <p:cBhvr additive="base">
                                        <p:cTn id="7" dur="500" fill="hold"/>
                                        <p:tgtEl>
                                          <p:spTgt spid="72706"/>
                                        </p:tgtEl>
                                        <p:attrNameLst>
                                          <p:attrName>ppt_x</p:attrName>
                                        </p:attrNameLst>
                                      </p:cBhvr>
                                      <p:tavLst>
                                        <p:tav tm="0">
                                          <p:val>
                                            <p:strVal val="0-#ppt_w/2"/>
                                          </p:val>
                                        </p:tav>
                                        <p:tav tm="100000">
                                          <p:val>
                                            <p:strVal val="#ppt_x"/>
                                          </p:val>
                                        </p:tav>
                                      </p:tavLst>
                                    </p:anim>
                                    <p:anim calcmode="lin" valueType="num">
                                      <p:cBhvr additive="base">
                                        <p:cTn id="8" dur="500" fill="hold"/>
                                        <p:tgtEl>
                                          <p:spTgt spid="7270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72714"/>
                                        </p:tgtEl>
                                        <p:attrNameLst>
                                          <p:attrName>style.visibility</p:attrName>
                                        </p:attrNameLst>
                                      </p:cBhvr>
                                      <p:to>
                                        <p:strVal val="visible"/>
                                      </p:to>
                                    </p:set>
                                    <p:anim calcmode="lin" valueType="num">
                                      <p:cBhvr additive="base">
                                        <p:cTn id="13" dur="500" fill="hold"/>
                                        <p:tgtEl>
                                          <p:spTgt spid="72714"/>
                                        </p:tgtEl>
                                        <p:attrNameLst>
                                          <p:attrName>ppt_x</p:attrName>
                                        </p:attrNameLst>
                                      </p:cBhvr>
                                      <p:tavLst>
                                        <p:tav tm="0">
                                          <p:val>
                                            <p:strVal val="0-#ppt_w/2"/>
                                          </p:val>
                                        </p:tav>
                                        <p:tav tm="100000">
                                          <p:val>
                                            <p:strVal val="#ppt_x"/>
                                          </p:val>
                                        </p:tav>
                                      </p:tavLst>
                                    </p:anim>
                                    <p:anim calcmode="lin" valueType="num">
                                      <p:cBhvr additive="base">
                                        <p:cTn id="14" dur="500" fill="hold"/>
                                        <p:tgtEl>
                                          <p:spTgt spid="727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511" name="Object 7">
            <a:extLst>
              <a:ext uri="{FF2B5EF4-FFF2-40B4-BE49-F238E27FC236}">
                <a16:creationId xmlns:a16="http://schemas.microsoft.com/office/drawing/2014/main" id="{3DBD45C2-834D-45E9-2342-A02D08B22ACF}"/>
              </a:ext>
            </a:extLst>
          </p:cNvPr>
          <p:cNvGraphicFramePr>
            <a:graphicFrameLocks noChangeAspect="1"/>
          </p:cNvGraphicFramePr>
          <p:nvPr/>
        </p:nvGraphicFramePr>
        <p:xfrm>
          <a:off x="611188" y="2133600"/>
          <a:ext cx="5473700" cy="798513"/>
        </p:xfrm>
        <a:graphic>
          <a:graphicData uri="http://schemas.openxmlformats.org/presentationml/2006/ole">
            <mc:AlternateContent xmlns:mc="http://schemas.openxmlformats.org/markup-compatibility/2006">
              <mc:Choice xmlns:v="urn:schemas-microsoft-com:vml" Requires="v">
                <p:oleObj name="Equation" r:id="rId2" imgW="1028520" imgH="203040" progId="Equation.DSMT4">
                  <p:embed/>
                </p:oleObj>
              </mc:Choice>
              <mc:Fallback>
                <p:oleObj name="Equation" r:id="rId2" imgW="1028520" imgH="203040" progId="Equation.DSMT4">
                  <p:embed/>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88" y="2133600"/>
                        <a:ext cx="5473700" cy="798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513" name="Object 9">
            <a:extLst>
              <a:ext uri="{FF2B5EF4-FFF2-40B4-BE49-F238E27FC236}">
                <a16:creationId xmlns:a16="http://schemas.microsoft.com/office/drawing/2014/main" id="{27E87014-EDE0-2CB8-0A8A-5663215FEC02}"/>
              </a:ext>
            </a:extLst>
          </p:cNvPr>
          <p:cNvGraphicFramePr>
            <a:graphicFrameLocks noChangeAspect="1"/>
          </p:cNvGraphicFramePr>
          <p:nvPr/>
        </p:nvGraphicFramePr>
        <p:xfrm>
          <a:off x="0" y="1268413"/>
          <a:ext cx="1368425" cy="547687"/>
        </p:xfrm>
        <a:graphic>
          <a:graphicData uri="http://schemas.openxmlformats.org/presentationml/2006/ole">
            <mc:AlternateContent xmlns:mc="http://schemas.openxmlformats.org/markup-compatibility/2006">
              <mc:Choice xmlns:v="urn:schemas-microsoft-com:vml" Requires="v">
                <p:oleObj name="Equation" r:id="rId4" imgW="444240" imgH="177480" progId="Equation.DSMT4">
                  <p:embed/>
                </p:oleObj>
              </mc:Choice>
              <mc:Fallback>
                <p:oleObj name="Equation" r:id="rId4" imgW="444240" imgH="177480" progId="Equation.DSMT4">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1268413"/>
                        <a:ext cx="1368425" cy="547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514" name="Object 10">
            <a:extLst>
              <a:ext uri="{FF2B5EF4-FFF2-40B4-BE49-F238E27FC236}">
                <a16:creationId xmlns:a16="http://schemas.microsoft.com/office/drawing/2014/main" id="{DF322D00-9214-D68F-FA07-A6B65A808961}"/>
              </a:ext>
            </a:extLst>
          </p:cNvPr>
          <p:cNvGraphicFramePr>
            <a:graphicFrameLocks noChangeAspect="1"/>
          </p:cNvGraphicFramePr>
          <p:nvPr/>
        </p:nvGraphicFramePr>
        <p:xfrm>
          <a:off x="1692275" y="1268413"/>
          <a:ext cx="1295400" cy="522287"/>
        </p:xfrm>
        <a:graphic>
          <a:graphicData uri="http://schemas.openxmlformats.org/presentationml/2006/ole">
            <mc:AlternateContent xmlns:mc="http://schemas.openxmlformats.org/markup-compatibility/2006">
              <mc:Choice xmlns:v="urn:schemas-microsoft-com:vml" Requires="v">
                <p:oleObj name="Equation" r:id="rId6" imgW="507960" imgH="203040" progId="Equation.DSMT4">
                  <p:embed/>
                </p:oleObj>
              </mc:Choice>
              <mc:Fallback>
                <p:oleObj name="Equation" r:id="rId6" imgW="507960" imgH="203040" progId="Equation.DSMT4">
                  <p:embed/>
                  <p:pic>
                    <p:nvPicPr>
                      <p:cNvPr id="0"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92275" y="1268413"/>
                        <a:ext cx="1295400" cy="522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1515" name="Text Box 11">
            <a:extLst>
              <a:ext uri="{FF2B5EF4-FFF2-40B4-BE49-F238E27FC236}">
                <a16:creationId xmlns:a16="http://schemas.microsoft.com/office/drawing/2014/main" id="{3FCF2398-CAA1-5750-42A4-3997B3CD70CA}"/>
              </a:ext>
            </a:extLst>
          </p:cNvPr>
          <p:cNvSpPr txBox="1">
            <a:spLocks noChangeArrowheads="1"/>
          </p:cNvSpPr>
          <p:nvPr/>
        </p:nvSpPr>
        <p:spPr bwMode="auto">
          <a:xfrm>
            <a:off x="1187450" y="1196975"/>
            <a:ext cx="7727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000066"/>
                </a:solidFill>
                <a:latin typeface="楷体_GB2312" pitchFamily="49" charset="-122"/>
                <a:ea typeface="楷体_GB2312" pitchFamily="49" charset="-122"/>
              </a:rPr>
              <a:t>时     ，且在    不包含奇异函数。</a:t>
            </a:r>
          </a:p>
        </p:txBody>
      </p:sp>
      <p:graphicFrame>
        <p:nvGraphicFramePr>
          <p:cNvPr id="21516" name="Object 12">
            <a:extLst>
              <a:ext uri="{FF2B5EF4-FFF2-40B4-BE49-F238E27FC236}">
                <a16:creationId xmlns:a16="http://schemas.microsoft.com/office/drawing/2014/main" id="{99737979-3310-E063-BD99-0B10FC8DD6F0}"/>
              </a:ext>
            </a:extLst>
          </p:cNvPr>
          <p:cNvGraphicFramePr>
            <a:graphicFrameLocks noChangeAspect="1"/>
          </p:cNvGraphicFramePr>
          <p:nvPr/>
        </p:nvGraphicFramePr>
        <p:xfrm>
          <a:off x="4211638" y="1268413"/>
          <a:ext cx="773112" cy="452437"/>
        </p:xfrm>
        <a:graphic>
          <a:graphicData uri="http://schemas.openxmlformats.org/presentationml/2006/ole">
            <mc:AlternateContent xmlns:mc="http://schemas.openxmlformats.org/markup-compatibility/2006">
              <mc:Choice xmlns:v="urn:schemas-microsoft-com:vml" Requires="v">
                <p:oleObj name="Equation" r:id="rId8" imgW="317160" imgH="177480" progId="Equation.DSMT4">
                  <p:embed/>
                </p:oleObj>
              </mc:Choice>
              <mc:Fallback>
                <p:oleObj name="Equation" r:id="rId8" imgW="317160" imgH="177480" progId="Equation.DSMT4">
                  <p:embed/>
                  <p:pic>
                    <p:nvPicPr>
                      <p:cNvPr id="0" name="Object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211638" y="1268413"/>
                        <a:ext cx="773112" cy="452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1517" name="Text Box 13">
            <a:extLst>
              <a:ext uri="{FF2B5EF4-FFF2-40B4-BE49-F238E27FC236}">
                <a16:creationId xmlns:a16="http://schemas.microsoft.com/office/drawing/2014/main" id="{7D0E6E6E-3526-77B4-2462-DE5F590048B5}"/>
              </a:ext>
            </a:extLst>
          </p:cNvPr>
          <p:cNvSpPr txBox="1">
            <a:spLocks noChangeArrowheads="1"/>
          </p:cNvSpPr>
          <p:nvPr/>
        </p:nvSpPr>
        <p:spPr bwMode="auto">
          <a:xfrm>
            <a:off x="395288" y="260350"/>
            <a:ext cx="12890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b="1">
                <a:solidFill>
                  <a:srgbClr val="760C04"/>
                </a:solidFill>
                <a:latin typeface="Times New Roman" panose="02020603050405020304" pitchFamily="18" charset="0"/>
              </a:rPr>
              <a:t>Proof:</a:t>
            </a:r>
          </a:p>
        </p:txBody>
      </p:sp>
      <p:sp>
        <p:nvSpPr>
          <p:cNvPr id="21519" name="Rectangle 15">
            <a:extLst>
              <a:ext uri="{FF2B5EF4-FFF2-40B4-BE49-F238E27FC236}">
                <a16:creationId xmlns:a16="http://schemas.microsoft.com/office/drawing/2014/main" id="{54D850A7-D09E-3DAD-387F-F6C0DA0A7BD3}"/>
              </a:ext>
            </a:extLst>
          </p:cNvPr>
          <p:cNvSpPr>
            <a:spLocks noChangeArrowheads="1"/>
          </p:cNvSpPr>
          <p:nvPr/>
        </p:nvSpPr>
        <p:spPr bwMode="auto">
          <a:xfrm>
            <a:off x="323850" y="3068638"/>
            <a:ext cx="73342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000066"/>
                </a:solidFill>
                <a:latin typeface="Times New Roman" panose="02020603050405020304" pitchFamily="18" charset="0"/>
                <a:ea typeface="楷体_GB2312" pitchFamily="49" charset="-122"/>
              </a:rPr>
              <a:t>将       在        展开为</a:t>
            </a:r>
            <a:r>
              <a:rPr lang="en-US" altLang="zh-CN" sz="3600" b="1">
                <a:solidFill>
                  <a:srgbClr val="000066"/>
                </a:solidFill>
                <a:latin typeface="Times New Roman" panose="02020603050405020304" pitchFamily="18" charset="0"/>
                <a:ea typeface="楷体_GB2312" pitchFamily="49" charset="-122"/>
              </a:rPr>
              <a:t>Taylor</a:t>
            </a:r>
            <a:r>
              <a:rPr lang="zh-CN" altLang="en-US" sz="3600" b="1">
                <a:solidFill>
                  <a:srgbClr val="000066"/>
                </a:solidFill>
                <a:latin typeface="Times New Roman" panose="02020603050405020304" pitchFamily="18" charset="0"/>
                <a:ea typeface="楷体_GB2312" pitchFamily="49" charset="-122"/>
              </a:rPr>
              <a:t>级数有：</a:t>
            </a:r>
          </a:p>
        </p:txBody>
      </p:sp>
      <p:graphicFrame>
        <p:nvGraphicFramePr>
          <p:cNvPr id="21520" name="Object 16">
            <a:extLst>
              <a:ext uri="{FF2B5EF4-FFF2-40B4-BE49-F238E27FC236}">
                <a16:creationId xmlns:a16="http://schemas.microsoft.com/office/drawing/2014/main" id="{64AA248A-0327-2EB6-E9A8-06F5FE6AF88A}"/>
              </a:ext>
            </a:extLst>
          </p:cNvPr>
          <p:cNvGraphicFramePr>
            <a:graphicFrameLocks noChangeAspect="1"/>
          </p:cNvGraphicFramePr>
          <p:nvPr/>
        </p:nvGraphicFramePr>
        <p:xfrm>
          <a:off x="900113" y="3068638"/>
          <a:ext cx="762000" cy="508000"/>
        </p:xfrm>
        <a:graphic>
          <a:graphicData uri="http://schemas.openxmlformats.org/presentationml/2006/ole">
            <mc:AlternateContent xmlns:mc="http://schemas.openxmlformats.org/markup-compatibility/2006">
              <mc:Choice xmlns:v="urn:schemas-microsoft-com:vml" Requires="v">
                <p:oleObj name="Equation" r:id="rId10" imgW="279360" imgH="203040" progId="Equation.DSMT4">
                  <p:embed/>
                </p:oleObj>
              </mc:Choice>
              <mc:Fallback>
                <p:oleObj name="Equation" r:id="rId10" imgW="279360" imgH="203040" progId="Equation.DSMT4">
                  <p:embed/>
                  <p:pic>
                    <p:nvPicPr>
                      <p:cNvPr id="0" name="Object 1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00113" y="3068638"/>
                        <a:ext cx="762000" cy="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521" name="Object 17">
            <a:extLst>
              <a:ext uri="{FF2B5EF4-FFF2-40B4-BE49-F238E27FC236}">
                <a16:creationId xmlns:a16="http://schemas.microsoft.com/office/drawing/2014/main" id="{3A8D9091-D326-04A0-1B21-03C606CFE6E3}"/>
              </a:ext>
            </a:extLst>
          </p:cNvPr>
          <p:cNvGraphicFramePr>
            <a:graphicFrameLocks noChangeAspect="1"/>
          </p:cNvGraphicFramePr>
          <p:nvPr/>
        </p:nvGraphicFramePr>
        <p:xfrm>
          <a:off x="2124075" y="3141663"/>
          <a:ext cx="838200" cy="528637"/>
        </p:xfrm>
        <a:graphic>
          <a:graphicData uri="http://schemas.openxmlformats.org/presentationml/2006/ole">
            <mc:AlternateContent xmlns:mc="http://schemas.openxmlformats.org/markup-compatibility/2006">
              <mc:Choice xmlns:v="urn:schemas-microsoft-com:vml" Requires="v">
                <p:oleObj name="Equation" r:id="rId12" imgW="380880" imgH="203040" progId="Equation.DSMT4">
                  <p:embed/>
                </p:oleObj>
              </mc:Choice>
              <mc:Fallback>
                <p:oleObj name="Equation" r:id="rId12" imgW="380880" imgH="203040" progId="Equation.DSMT4">
                  <p:embed/>
                  <p:pic>
                    <p:nvPicPr>
                      <p:cNvPr id="0" name="Object 1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124075" y="3141663"/>
                        <a:ext cx="838200"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523" name="Object 19">
            <a:extLst>
              <a:ext uri="{FF2B5EF4-FFF2-40B4-BE49-F238E27FC236}">
                <a16:creationId xmlns:a16="http://schemas.microsoft.com/office/drawing/2014/main" id="{315AE52D-CD75-B9C8-D450-D904EEC841F7}"/>
              </a:ext>
            </a:extLst>
          </p:cNvPr>
          <p:cNvGraphicFramePr>
            <a:graphicFrameLocks noChangeAspect="1"/>
          </p:cNvGraphicFramePr>
          <p:nvPr/>
        </p:nvGraphicFramePr>
        <p:xfrm>
          <a:off x="323850" y="4292600"/>
          <a:ext cx="8424863" cy="1204913"/>
        </p:xfrm>
        <a:graphic>
          <a:graphicData uri="http://schemas.openxmlformats.org/presentationml/2006/ole">
            <mc:AlternateContent xmlns:mc="http://schemas.openxmlformats.org/markup-compatibility/2006">
              <mc:Choice xmlns:v="urn:schemas-microsoft-com:vml" Requires="v">
                <p:oleObj name="Equation" r:id="rId14" imgW="3670200" imgH="482400" progId="Equation.DSMT4">
                  <p:embed/>
                </p:oleObj>
              </mc:Choice>
              <mc:Fallback>
                <p:oleObj name="Equation" r:id="rId14" imgW="3670200" imgH="482400" progId="Equation.DSMT4">
                  <p:embed/>
                  <p:pic>
                    <p:nvPicPr>
                      <p:cNvPr id="0" name="Object 1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23850" y="4292600"/>
                        <a:ext cx="8424863" cy="1204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1517"/>
                                        </p:tgtEl>
                                        <p:attrNameLst>
                                          <p:attrName>style.visibility</p:attrName>
                                        </p:attrNameLst>
                                      </p:cBhvr>
                                      <p:to>
                                        <p:strVal val="visible"/>
                                      </p:to>
                                    </p:set>
                                    <p:anim calcmode="lin" valueType="num">
                                      <p:cBhvr additive="base">
                                        <p:cTn id="7" dur="500" fill="hold"/>
                                        <p:tgtEl>
                                          <p:spTgt spid="21517"/>
                                        </p:tgtEl>
                                        <p:attrNameLst>
                                          <p:attrName>ppt_x</p:attrName>
                                        </p:attrNameLst>
                                      </p:cBhvr>
                                      <p:tavLst>
                                        <p:tav tm="0">
                                          <p:val>
                                            <p:strVal val="0-#ppt_w/2"/>
                                          </p:val>
                                        </p:tav>
                                        <p:tav tm="100000">
                                          <p:val>
                                            <p:strVal val="#ppt_x"/>
                                          </p:val>
                                        </p:tav>
                                      </p:tavLst>
                                    </p:anim>
                                    <p:anim calcmode="lin" valueType="num">
                                      <p:cBhvr additive="base">
                                        <p:cTn id="8" dur="500" fill="hold"/>
                                        <p:tgtEl>
                                          <p:spTgt spid="21517"/>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1511"/>
                                        </p:tgtEl>
                                        <p:attrNameLst>
                                          <p:attrName>style.visibility</p:attrName>
                                        </p:attrNameLst>
                                      </p:cBhvr>
                                      <p:to>
                                        <p:strVal val="visible"/>
                                      </p:to>
                                    </p:set>
                                    <p:anim calcmode="lin" valueType="num">
                                      <p:cBhvr additive="base">
                                        <p:cTn id="13" dur="500" fill="hold"/>
                                        <p:tgtEl>
                                          <p:spTgt spid="21511"/>
                                        </p:tgtEl>
                                        <p:attrNameLst>
                                          <p:attrName>ppt_x</p:attrName>
                                        </p:attrNameLst>
                                      </p:cBhvr>
                                      <p:tavLst>
                                        <p:tav tm="0">
                                          <p:val>
                                            <p:strVal val="0-#ppt_w/2"/>
                                          </p:val>
                                        </p:tav>
                                        <p:tav tm="100000">
                                          <p:val>
                                            <p:strVal val="#ppt_x"/>
                                          </p:val>
                                        </p:tav>
                                      </p:tavLst>
                                    </p:anim>
                                    <p:anim calcmode="lin" valueType="num">
                                      <p:cBhvr additive="base">
                                        <p:cTn id="14" dur="500" fill="hold"/>
                                        <p:tgtEl>
                                          <p:spTgt spid="215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17" grpId="0"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Text Box 3">
            <a:extLst>
              <a:ext uri="{FF2B5EF4-FFF2-40B4-BE49-F238E27FC236}">
                <a16:creationId xmlns:a16="http://schemas.microsoft.com/office/drawing/2014/main" id="{EF7014FD-3147-0806-31E7-2D10CB636295}"/>
              </a:ext>
            </a:extLst>
          </p:cNvPr>
          <p:cNvSpPr txBox="1">
            <a:spLocks noChangeArrowheads="1"/>
          </p:cNvSpPr>
          <p:nvPr/>
        </p:nvSpPr>
        <p:spPr bwMode="auto">
          <a:xfrm>
            <a:off x="250825" y="333375"/>
            <a:ext cx="5213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000066"/>
                </a:solidFill>
                <a:latin typeface="Times New Roman" panose="02020603050405020304" pitchFamily="18" charset="0"/>
                <a:ea typeface="楷体_GB2312" pitchFamily="49" charset="-122"/>
              </a:rPr>
              <a:t>对上式两边做拉氏变换：</a:t>
            </a:r>
          </a:p>
        </p:txBody>
      </p:sp>
      <p:graphicFrame>
        <p:nvGraphicFramePr>
          <p:cNvPr id="20484" name="Object 4">
            <a:extLst>
              <a:ext uri="{FF2B5EF4-FFF2-40B4-BE49-F238E27FC236}">
                <a16:creationId xmlns:a16="http://schemas.microsoft.com/office/drawing/2014/main" id="{AB89E47F-32CF-C7C4-1693-4653207BB346}"/>
              </a:ext>
            </a:extLst>
          </p:cNvPr>
          <p:cNvGraphicFramePr>
            <a:graphicFrameLocks noChangeAspect="1"/>
          </p:cNvGraphicFramePr>
          <p:nvPr/>
        </p:nvGraphicFramePr>
        <p:xfrm>
          <a:off x="250825" y="1125538"/>
          <a:ext cx="8569325" cy="1160462"/>
        </p:xfrm>
        <a:graphic>
          <a:graphicData uri="http://schemas.openxmlformats.org/presentationml/2006/ole">
            <mc:AlternateContent xmlns:mc="http://schemas.openxmlformats.org/markup-compatibility/2006">
              <mc:Choice xmlns:v="urn:schemas-microsoft-com:vml" Requires="v">
                <p:oleObj name="Equation" r:id="rId2" imgW="3009600" imgH="393480" progId="Equation.DSMT4">
                  <p:embed/>
                </p:oleObj>
              </mc:Choice>
              <mc:Fallback>
                <p:oleObj name="Equation" r:id="rId2" imgW="3009600" imgH="393480" progId="Equation.DSMT4">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25" y="1125538"/>
                        <a:ext cx="8569325" cy="1160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485" name="Object 5">
            <a:extLst>
              <a:ext uri="{FF2B5EF4-FFF2-40B4-BE49-F238E27FC236}">
                <a16:creationId xmlns:a16="http://schemas.microsoft.com/office/drawing/2014/main" id="{6D2EB007-67E4-FAC0-F2D0-05A78DE60013}"/>
              </a:ext>
            </a:extLst>
          </p:cNvPr>
          <p:cNvGraphicFramePr>
            <a:graphicFrameLocks noChangeAspect="1"/>
          </p:cNvGraphicFramePr>
          <p:nvPr/>
        </p:nvGraphicFramePr>
        <p:xfrm>
          <a:off x="684213" y="2781300"/>
          <a:ext cx="4679950" cy="1395413"/>
        </p:xfrm>
        <a:graphic>
          <a:graphicData uri="http://schemas.openxmlformats.org/presentationml/2006/ole">
            <mc:AlternateContent xmlns:mc="http://schemas.openxmlformats.org/markup-compatibility/2006">
              <mc:Choice xmlns:v="urn:schemas-microsoft-com:vml" Requires="v">
                <p:oleObj name="Equation" r:id="rId4" imgW="1079280" imgH="431640" progId="Equation.DSMT4">
                  <p:embed/>
                </p:oleObj>
              </mc:Choice>
              <mc:Fallback>
                <p:oleObj name="Equation" r:id="rId4" imgW="1079280" imgH="431640"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4213" y="2781300"/>
                        <a:ext cx="4679950" cy="1395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486" name="Object 6">
            <a:extLst>
              <a:ext uri="{FF2B5EF4-FFF2-40B4-BE49-F238E27FC236}">
                <a16:creationId xmlns:a16="http://schemas.microsoft.com/office/drawing/2014/main" id="{F7D1EA75-E8C9-6034-EB1C-4C2377E1F119}"/>
              </a:ext>
            </a:extLst>
          </p:cNvPr>
          <p:cNvGraphicFramePr>
            <a:graphicFrameLocks noChangeAspect="1"/>
          </p:cNvGraphicFramePr>
          <p:nvPr/>
        </p:nvGraphicFramePr>
        <p:xfrm>
          <a:off x="468313" y="4581525"/>
          <a:ext cx="6624637" cy="1079500"/>
        </p:xfrm>
        <a:graphic>
          <a:graphicData uri="http://schemas.openxmlformats.org/presentationml/2006/ole">
            <mc:AlternateContent xmlns:mc="http://schemas.openxmlformats.org/markup-compatibility/2006">
              <mc:Choice xmlns:v="urn:schemas-microsoft-com:vml" Requires="v">
                <p:oleObj name="Equation" r:id="rId6" imgW="1231560" imgH="291960" progId="Equation.DSMT4">
                  <p:embed/>
                </p:oleObj>
              </mc:Choice>
              <mc:Fallback>
                <p:oleObj name="Equation" r:id="rId6" imgW="1231560" imgH="291960" progId="Equation.DSMT4">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8313" y="4581525"/>
                        <a:ext cx="6624637" cy="1079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0483"/>
                                        </p:tgtEl>
                                        <p:attrNameLst>
                                          <p:attrName>style.visibility</p:attrName>
                                        </p:attrNameLst>
                                      </p:cBhvr>
                                      <p:to>
                                        <p:strVal val="visible"/>
                                      </p:to>
                                    </p:set>
                                    <p:anim calcmode="lin" valueType="num">
                                      <p:cBhvr additive="base">
                                        <p:cTn id="7" dur="500" fill="hold"/>
                                        <p:tgtEl>
                                          <p:spTgt spid="20483"/>
                                        </p:tgtEl>
                                        <p:attrNameLst>
                                          <p:attrName>ppt_x</p:attrName>
                                        </p:attrNameLst>
                                      </p:cBhvr>
                                      <p:tavLst>
                                        <p:tav tm="0">
                                          <p:val>
                                            <p:strVal val="0-#ppt_w/2"/>
                                          </p:val>
                                        </p:tav>
                                        <p:tav tm="100000">
                                          <p:val>
                                            <p:strVal val="#ppt_x"/>
                                          </p:val>
                                        </p:tav>
                                      </p:tavLst>
                                    </p:anim>
                                    <p:anim calcmode="lin" valueType="num">
                                      <p:cBhvr additive="base">
                                        <p:cTn id="8" dur="500" fill="hold"/>
                                        <p:tgtEl>
                                          <p:spTgt spid="2048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0484"/>
                                        </p:tgtEl>
                                        <p:attrNameLst>
                                          <p:attrName>style.visibility</p:attrName>
                                        </p:attrNameLst>
                                      </p:cBhvr>
                                      <p:to>
                                        <p:strVal val="visible"/>
                                      </p:to>
                                    </p:set>
                                    <p:anim calcmode="lin" valueType="num">
                                      <p:cBhvr additive="base">
                                        <p:cTn id="13" dur="500" fill="hold"/>
                                        <p:tgtEl>
                                          <p:spTgt spid="20484"/>
                                        </p:tgtEl>
                                        <p:attrNameLst>
                                          <p:attrName>ppt_x</p:attrName>
                                        </p:attrNameLst>
                                      </p:cBhvr>
                                      <p:tavLst>
                                        <p:tav tm="0">
                                          <p:val>
                                            <p:strVal val="0-#ppt_w/2"/>
                                          </p:val>
                                        </p:tav>
                                        <p:tav tm="100000">
                                          <p:val>
                                            <p:strVal val="#ppt_x"/>
                                          </p:val>
                                        </p:tav>
                                      </p:tavLst>
                                    </p:anim>
                                    <p:anim calcmode="lin" valueType="num">
                                      <p:cBhvr additive="base">
                                        <p:cTn id="14" dur="500" fill="hold"/>
                                        <p:tgtEl>
                                          <p:spTgt spid="20484"/>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20485"/>
                                        </p:tgtEl>
                                        <p:attrNameLst>
                                          <p:attrName>style.visibility</p:attrName>
                                        </p:attrNameLst>
                                      </p:cBhvr>
                                      <p:to>
                                        <p:strVal val="visible"/>
                                      </p:to>
                                    </p:set>
                                    <p:anim calcmode="lin" valueType="num">
                                      <p:cBhvr additive="base">
                                        <p:cTn id="19" dur="500" fill="hold"/>
                                        <p:tgtEl>
                                          <p:spTgt spid="20485"/>
                                        </p:tgtEl>
                                        <p:attrNameLst>
                                          <p:attrName>ppt_x</p:attrName>
                                        </p:attrNameLst>
                                      </p:cBhvr>
                                      <p:tavLst>
                                        <p:tav tm="0">
                                          <p:val>
                                            <p:strVal val="0-#ppt_w/2"/>
                                          </p:val>
                                        </p:tav>
                                        <p:tav tm="100000">
                                          <p:val>
                                            <p:strVal val="#ppt_x"/>
                                          </p:val>
                                        </p:tav>
                                      </p:tavLst>
                                    </p:anim>
                                    <p:anim calcmode="lin" valueType="num">
                                      <p:cBhvr additive="base">
                                        <p:cTn id="20" dur="500" fill="hold"/>
                                        <p:tgtEl>
                                          <p:spTgt spid="20485"/>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20486"/>
                                        </p:tgtEl>
                                        <p:attrNameLst>
                                          <p:attrName>style.visibility</p:attrName>
                                        </p:attrNameLst>
                                      </p:cBhvr>
                                      <p:to>
                                        <p:strVal val="visible"/>
                                      </p:to>
                                    </p:set>
                                    <p:anim calcmode="lin" valueType="num">
                                      <p:cBhvr additive="base">
                                        <p:cTn id="25" dur="500" fill="hold"/>
                                        <p:tgtEl>
                                          <p:spTgt spid="20486"/>
                                        </p:tgtEl>
                                        <p:attrNameLst>
                                          <p:attrName>ppt_x</p:attrName>
                                        </p:attrNameLst>
                                      </p:cBhvr>
                                      <p:tavLst>
                                        <p:tav tm="0">
                                          <p:val>
                                            <p:strVal val="0-#ppt_w/2"/>
                                          </p:val>
                                        </p:tav>
                                        <p:tav tm="100000">
                                          <p:val>
                                            <p:strVal val="#ppt_x"/>
                                          </p:val>
                                        </p:tav>
                                      </p:tavLst>
                                    </p:anim>
                                    <p:anim calcmode="lin" valueType="num">
                                      <p:cBhvr additive="base">
                                        <p:cTn id="26" dur="500" fill="hold"/>
                                        <p:tgtEl>
                                          <p:spTgt spid="2048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467" name="Object 11">
            <a:extLst>
              <a:ext uri="{FF2B5EF4-FFF2-40B4-BE49-F238E27FC236}">
                <a16:creationId xmlns:a16="http://schemas.microsoft.com/office/drawing/2014/main" id="{3B2C754E-6E7E-8760-D832-8D51238A7177}"/>
              </a:ext>
            </a:extLst>
          </p:cNvPr>
          <p:cNvGraphicFramePr>
            <a:graphicFrameLocks noChangeAspect="1"/>
          </p:cNvGraphicFramePr>
          <p:nvPr/>
        </p:nvGraphicFramePr>
        <p:xfrm>
          <a:off x="250825" y="2420938"/>
          <a:ext cx="8497888" cy="2727325"/>
        </p:xfrm>
        <a:graphic>
          <a:graphicData uri="http://schemas.openxmlformats.org/presentationml/2006/ole">
            <mc:AlternateContent xmlns:mc="http://schemas.openxmlformats.org/markup-compatibility/2006">
              <mc:Choice xmlns:v="urn:schemas-microsoft-com:vml" Requires="v">
                <p:oleObj name="Equation" r:id="rId2" imgW="1726920" imgH="736560" progId="Equation.DSMT4">
                  <p:embed/>
                </p:oleObj>
              </mc:Choice>
              <mc:Fallback>
                <p:oleObj name="Equation" r:id="rId2" imgW="1726920" imgH="736560" progId="Equation.DSMT4">
                  <p:embed/>
                  <p:pic>
                    <p:nvPicPr>
                      <p:cNvPr id="0" name="Object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25" y="2420938"/>
                        <a:ext cx="8497888" cy="272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9469" name="Text Box 13">
            <a:extLst>
              <a:ext uri="{FF2B5EF4-FFF2-40B4-BE49-F238E27FC236}">
                <a16:creationId xmlns:a16="http://schemas.microsoft.com/office/drawing/2014/main" id="{D985A7AC-18A6-F537-BBCF-954DBFA2EA75}"/>
              </a:ext>
            </a:extLst>
          </p:cNvPr>
          <p:cNvSpPr txBox="1">
            <a:spLocks noChangeArrowheads="1"/>
          </p:cNvSpPr>
          <p:nvPr/>
        </p:nvSpPr>
        <p:spPr bwMode="auto">
          <a:xfrm>
            <a:off x="1547813" y="1341438"/>
            <a:ext cx="7270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000066"/>
                </a:solidFill>
                <a:latin typeface="楷体_GB2312" pitchFamily="49" charset="-122"/>
                <a:ea typeface="楷体_GB2312" pitchFamily="49" charset="-122"/>
              </a:rPr>
              <a:t>是因果信号，且在    无奇异函数</a:t>
            </a:r>
            <a:r>
              <a:rPr lang="en-US" altLang="zh-CN" sz="3600" b="1">
                <a:solidFill>
                  <a:srgbClr val="000066"/>
                </a:solidFill>
                <a:latin typeface="楷体_GB2312" pitchFamily="49" charset="-122"/>
                <a:ea typeface="楷体_GB2312" pitchFamily="49" charset="-122"/>
              </a:rPr>
              <a:t>,</a:t>
            </a:r>
          </a:p>
        </p:txBody>
      </p:sp>
      <p:graphicFrame>
        <p:nvGraphicFramePr>
          <p:cNvPr id="19470" name="Object 14">
            <a:extLst>
              <a:ext uri="{FF2B5EF4-FFF2-40B4-BE49-F238E27FC236}">
                <a16:creationId xmlns:a16="http://schemas.microsoft.com/office/drawing/2014/main" id="{C2BB9977-512B-0963-B44C-644891250325}"/>
              </a:ext>
            </a:extLst>
          </p:cNvPr>
          <p:cNvGraphicFramePr>
            <a:graphicFrameLocks noChangeAspect="1"/>
          </p:cNvGraphicFramePr>
          <p:nvPr/>
        </p:nvGraphicFramePr>
        <p:xfrm>
          <a:off x="323850" y="1341438"/>
          <a:ext cx="1295400" cy="649287"/>
        </p:xfrm>
        <a:graphic>
          <a:graphicData uri="http://schemas.openxmlformats.org/presentationml/2006/ole">
            <mc:AlternateContent xmlns:mc="http://schemas.openxmlformats.org/markup-compatibility/2006">
              <mc:Choice xmlns:v="urn:schemas-microsoft-com:vml" Requires="v">
                <p:oleObj name="Equation" r:id="rId4" imgW="406080" imgH="203040" progId="Equation.DSMT4">
                  <p:embed/>
                </p:oleObj>
              </mc:Choice>
              <mc:Fallback>
                <p:oleObj name="Equation" r:id="rId4" imgW="406080" imgH="203040" progId="Equation.DSMT4">
                  <p:embed/>
                  <p:pic>
                    <p:nvPicPr>
                      <p:cNvPr id="0" name="Object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3850" y="1341438"/>
                        <a:ext cx="1295400" cy="649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471" name="Object 15">
            <a:extLst>
              <a:ext uri="{FF2B5EF4-FFF2-40B4-BE49-F238E27FC236}">
                <a16:creationId xmlns:a16="http://schemas.microsoft.com/office/drawing/2014/main" id="{5931D662-43C6-E294-84D8-E6BECF61C637}"/>
              </a:ext>
            </a:extLst>
          </p:cNvPr>
          <p:cNvGraphicFramePr>
            <a:graphicFrameLocks noChangeAspect="1"/>
          </p:cNvGraphicFramePr>
          <p:nvPr/>
        </p:nvGraphicFramePr>
        <p:xfrm>
          <a:off x="5364163" y="1484313"/>
          <a:ext cx="825500" cy="403225"/>
        </p:xfrm>
        <a:graphic>
          <a:graphicData uri="http://schemas.openxmlformats.org/presentationml/2006/ole">
            <mc:AlternateContent xmlns:mc="http://schemas.openxmlformats.org/markup-compatibility/2006">
              <mc:Choice xmlns:v="urn:schemas-microsoft-com:vml" Requires="v">
                <p:oleObj name="Equation" r:id="rId6" imgW="317160" imgH="177480" progId="Equation.DSMT4">
                  <p:embed/>
                </p:oleObj>
              </mc:Choice>
              <mc:Fallback>
                <p:oleObj name="Equation" r:id="rId6" imgW="317160" imgH="177480" progId="Equation.DSMT4">
                  <p:embed/>
                  <p:pic>
                    <p:nvPicPr>
                      <p:cNvPr id="0" name="Object 1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64163" y="1484313"/>
                        <a:ext cx="825500" cy="403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9472" name="Text Box 16">
            <a:extLst>
              <a:ext uri="{FF2B5EF4-FFF2-40B4-BE49-F238E27FC236}">
                <a16:creationId xmlns:a16="http://schemas.microsoft.com/office/drawing/2014/main" id="{06EF2706-473E-7DBE-2AB1-6AF2AFC77943}"/>
              </a:ext>
            </a:extLst>
          </p:cNvPr>
          <p:cNvSpPr txBox="1">
            <a:spLocks noChangeArrowheads="1"/>
          </p:cNvSpPr>
          <p:nvPr/>
        </p:nvSpPr>
        <p:spPr bwMode="auto">
          <a:xfrm>
            <a:off x="0" y="0"/>
            <a:ext cx="201295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760C04"/>
                </a:solidFill>
                <a:latin typeface="楷体_GB2312" pitchFamily="49" charset="-122"/>
                <a:ea typeface="楷体_GB2312" pitchFamily="49" charset="-122"/>
              </a:rPr>
              <a:t>终值定理</a:t>
            </a:r>
          </a:p>
          <a:p>
            <a:r>
              <a:rPr lang="zh-CN" altLang="en-US" sz="3600" b="1">
                <a:solidFill>
                  <a:srgbClr val="760C04"/>
                </a:solidFill>
                <a:latin typeface="楷体_GB2312" pitchFamily="49" charset="-122"/>
                <a:ea typeface="楷体_GB2312" pitchFamily="49" charset="-122"/>
              </a:rPr>
              <a:t>证</a:t>
            </a:r>
            <a:r>
              <a:rPr lang="en-US" altLang="zh-CN" sz="3600" b="1">
                <a:solidFill>
                  <a:srgbClr val="760C04"/>
                </a:solidFill>
                <a:latin typeface="楷体_GB2312" pitchFamily="49" charset="-122"/>
                <a:ea typeface="楷体_GB2312"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9467"/>
                                        </p:tgtEl>
                                        <p:attrNameLst>
                                          <p:attrName>style.visibility</p:attrName>
                                        </p:attrNameLst>
                                      </p:cBhvr>
                                      <p:to>
                                        <p:strVal val="visible"/>
                                      </p:to>
                                    </p:set>
                                    <p:anim calcmode="lin" valueType="num">
                                      <p:cBhvr additive="base">
                                        <p:cTn id="7" dur="500" fill="hold"/>
                                        <p:tgtEl>
                                          <p:spTgt spid="19467"/>
                                        </p:tgtEl>
                                        <p:attrNameLst>
                                          <p:attrName>ppt_x</p:attrName>
                                        </p:attrNameLst>
                                      </p:cBhvr>
                                      <p:tavLst>
                                        <p:tav tm="0">
                                          <p:val>
                                            <p:strVal val="0-#ppt_w/2"/>
                                          </p:val>
                                        </p:tav>
                                        <p:tav tm="100000">
                                          <p:val>
                                            <p:strVal val="#ppt_x"/>
                                          </p:val>
                                        </p:tav>
                                      </p:tavLst>
                                    </p:anim>
                                    <p:anim calcmode="lin" valueType="num">
                                      <p:cBhvr additive="base">
                                        <p:cTn id="8" dur="500" fill="hold"/>
                                        <p:tgtEl>
                                          <p:spTgt spid="1946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49" name="Text Box 17">
            <a:extLst>
              <a:ext uri="{FF2B5EF4-FFF2-40B4-BE49-F238E27FC236}">
                <a16:creationId xmlns:a16="http://schemas.microsoft.com/office/drawing/2014/main" id="{37E3AAD9-FE29-3B8F-C6E7-027CB86FD5C4}"/>
              </a:ext>
            </a:extLst>
          </p:cNvPr>
          <p:cNvSpPr txBox="1">
            <a:spLocks noChangeArrowheads="1"/>
          </p:cNvSpPr>
          <p:nvPr/>
        </p:nvSpPr>
        <p:spPr bwMode="auto">
          <a:xfrm>
            <a:off x="468313" y="2708275"/>
            <a:ext cx="5691187"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000066"/>
                </a:solidFill>
                <a:latin typeface="楷体_GB2312" pitchFamily="49" charset="-122"/>
                <a:ea typeface="楷体_GB2312" pitchFamily="49" charset="-122"/>
              </a:rPr>
              <a:t>的实部  可以大于零，因此</a:t>
            </a:r>
          </a:p>
        </p:txBody>
      </p:sp>
      <p:graphicFrame>
        <p:nvGraphicFramePr>
          <p:cNvPr id="18450" name="Object 18">
            <a:extLst>
              <a:ext uri="{FF2B5EF4-FFF2-40B4-BE49-F238E27FC236}">
                <a16:creationId xmlns:a16="http://schemas.microsoft.com/office/drawing/2014/main" id="{341EA17F-A093-8BF2-44DE-0E25DB1900AF}"/>
              </a:ext>
            </a:extLst>
          </p:cNvPr>
          <p:cNvGraphicFramePr>
            <a:graphicFrameLocks noChangeAspect="1"/>
          </p:cNvGraphicFramePr>
          <p:nvPr/>
        </p:nvGraphicFramePr>
        <p:xfrm>
          <a:off x="0" y="2852738"/>
          <a:ext cx="323850" cy="396875"/>
        </p:xfrm>
        <a:graphic>
          <a:graphicData uri="http://schemas.openxmlformats.org/presentationml/2006/ole">
            <mc:AlternateContent xmlns:mc="http://schemas.openxmlformats.org/markup-compatibility/2006">
              <mc:Choice xmlns:v="urn:schemas-microsoft-com:vml" Requires="v">
                <p:oleObj name="Equation" r:id="rId2" imgW="114120" imgH="139680" progId="Equation.DSMT4">
                  <p:embed/>
                </p:oleObj>
              </mc:Choice>
              <mc:Fallback>
                <p:oleObj name="Equation" r:id="rId2" imgW="114120" imgH="139680" progId="Equation.DSMT4">
                  <p:embed/>
                  <p:pic>
                    <p:nvPicPr>
                      <p:cNvPr id="0" name="Object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852738"/>
                        <a:ext cx="3238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451" name="Object 19">
            <a:extLst>
              <a:ext uri="{FF2B5EF4-FFF2-40B4-BE49-F238E27FC236}">
                <a16:creationId xmlns:a16="http://schemas.microsoft.com/office/drawing/2014/main" id="{62937BC0-7318-8A71-8CAB-2F32BD56D939}"/>
              </a:ext>
            </a:extLst>
          </p:cNvPr>
          <p:cNvGraphicFramePr>
            <a:graphicFrameLocks noChangeAspect="1"/>
          </p:cNvGraphicFramePr>
          <p:nvPr/>
        </p:nvGraphicFramePr>
        <p:xfrm>
          <a:off x="1979613" y="2852738"/>
          <a:ext cx="400050" cy="366712"/>
        </p:xfrm>
        <a:graphic>
          <a:graphicData uri="http://schemas.openxmlformats.org/presentationml/2006/ole">
            <mc:AlternateContent xmlns:mc="http://schemas.openxmlformats.org/markup-compatibility/2006">
              <mc:Choice xmlns:v="urn:schemas-microsoft-com:vml" Requires="v">
                <p:oleObj name="Equation" r:id="rId4" imgW="152280" imgH="139680" progId="Equation.DSMT4">
                  <p:embed/>
                </p:oleObj>
              </mc:Choice>
              <mc:Fallback>
                <p:oleObj name="Equation" r:id="rId4" imgW="152280" imgH="139680" progId="Equation.DSMT4">
                  <p:embed/>
                  <p:pic>
                    <p:nvPicPr>
                      <p:cNvPr id="0" name="Object 1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79613" y="2852738"/>
                        <a:ext cx="4000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452" name="Object 20">
            <a:extLst>
              <a:ext uri="{FF2B5EF4-FFF2-40B4-BE49-F238E27FC236}">
                <a16:creationId xmlns:a16="http://schemas.microsoft.com/office/drawing/2014/main" id="{923DDE27-D130-A690-06A1-D603E5948EBB}"/>
              </a:ext>
            </a:extLst>
          </p:cNvPr>
          <p:cNvGraphicFramePr>
            <a:graphicFrameLocks noChangeAspect="1"/>
          </p:cNvGraphicFramePr>
          <p:nvPr/>
        </p:nvGraphicFramePr>
        <p:xfrm>
          <a:off x="6011863" y="2708275"/>
          <a:ext cx="2916237" cy="750888"/>
        </p:xfrm>
        <a:graphic>
          <a:graphicData uri="http://schemas.openxmlformats.org/presentationml/2006/ole">
            <mc:AlternateContent xmlns:mc="http://schemas.openxmlformats.org/markup-compatibility/2006">
              <mc:Choice xmlns:v="urn:schemas-microsoft-com:vml" Requires="v">
                <p:oleObj name="Equation" r:id="rId6" imgW="1231560" imgH="279360" progId="Equation.DSMT4">
                  <p:embed/>
                </p:oleObj>
              </mc:Choice>
              <mc:Fallback>
                <p:oleObj name="Equation" r:id="rId6" imgW="1231560" imgH="279360" progId="Equation.DSMT4">
                  <p:embed/>
                  <p:pic>
                    <p:nvPicPr>
                      <p:cNvPr id="0" name="Object 2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11863" y="2708275"/>
                        <a:ext cx="2916237" cy="750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453" name="Text Box 21">
            <a:extLst>
              <a:ext uri="{FF2B5EF4-FFF2-40B4-BE49-F238E27FC236}">
                <a16:creationId xmlns:a16="http://schemas.microsoft.com/office/drawing/2014/main" id="{0B47F2CC-5E8B-4EBB-4E3C-380CBCB8A188}"/>
              </a:ext>
            </a:extLst>
          </p:cNvPr>
          <p:cNvSpPr txBox="1">
            <a:spLocks noChangeArrowheads="1"/>
          </p:cNvSpPr>
          <p:nvPr/>
        </p:nvSpPr>
        <p:spPr bwMode="auto">
          <a:xfrm>
            <a:off x="0" y="0"/>
            <a:ext cx="9144000" cy="2563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zh-CN" altLang="en-US" sz="3600" b="1">
                <a:solidFill>
                  <a:srgbClr val="000066"/>
                </a:solidFill>
                <a:latin typeface="楷体_GB2312" pitchFamily="49" charset="-122"/>
                <a:ea typeface="楷体_GB2312" pitchFamily="49" charset="-122"/>
              </a:rPr>
              <a:t>除了    在    可以有一阶极点外，其它极点均在</a:t>
            </a:r>
            <a:r>
              <a:rPr lang="en-US" altLang="zh-CN" sz="3600" b="1">
                <a:solidFill>
                  <a:srgbClr val="000066"/>
                </a:solidFill>
                <a:latin typeface="Times New Roman" panose="02020603050405020304" pitchFamily="18" charset="0"/>
                <a:ea typeface="楷体_GB2312" pitchFamily="49" charset="-122"/>
              </a:rPr>
              <a:t>S</a:t>
            </a:r>
            <a:r>
              <a:rPr lang="zh-CN" altLang="en-US" sz="3600" b="1">
                <a:solidFill>
                  <a:srgbClr val="000066"/>
                </a:solidFill>
                <a:latin typeface="Times New Roman" panose="02020603050405020304" pitchFamily="18" charset="0"/>
                <a:ea typeface="楷体_GB2312" pitchFamily="49" charset="-122"/>
              </a:rPr>
              <a:t>平面</a:t>
            </a:r>
            <a:r>
              <a:rPr lang="zh-CN" altLang="en-US" sz="3600" b="1">
                <a:solidFill>
                  <a:srgbClr val="000066"/>
                </a:solidFill>
                <a:latin typeface="楷体_GB2312" pitchFamily="49" charset="-122"/>
                <a:ea typeface="楷体_GB2312" pitchFamily="49" charset="-122"/>
              </a:rPr>
              <a:t>的左半平面（即</a:t>
            </a:r>
            <a:r>
              <a:rPr lang="zh-CN" altLang="en-US" sz="3600" b="1">
                <a:solidFill>
                  <a:srgbClr val="760C04"/>
                </a:solidFill>
                <a:latin typeface="楷体_GB2312" pitchFamily="49" charset="-122"/>
                <a:ea typeface="楷体_GB2312" pitchFamily="49" charset="-122"/>
              </a:rPr>
              <a:t>保证    有终值</a:t>
            </a:r>
            <a:r>
              <a:rPr lang="zh-CN" altLang="en-US" sz="3600" b="1">
                <a:solidFill>
                  <a:srgbClr val="000066"/>
                </a:solidFill>
                <a:latin typeface="楷体_GB2312" pitchFamily="49" charset="-122"/>
                <a:ea typeface="楷体_GB2312" pitchFamily="49" charset="-122"/>
              </a:rPr>
              <a:t>）。</a:t>
            </a:r>
            <a:r>
              <a:rPr lang="zh-CN" altLang="en-US" sz="3600" b="1">
                <a:solidFill>
                  <a:srgbClr val="000066"/>
                </a:solidFill>
                <a:latin typeface="Times New Roman" panose="02020603050405020304" pitchFamily="18" charset="0"/>
                <a:ea typeface="楷体_GB2312" pitchFamily="49" charset="-122"/>
              </a:rPr>
              <a:t>故          的</a:t>
            </a:r>
            <a:r>
              <a:rPr lang="en-US" altLang="zh-CN" sz="3600" b="1">
                <a:solidFill>
                  <a:srgbClr val="000066"/>
                </a:solidFill>
                <a:latin typeface="Times New Roman" panose="02020603050405020304" pitchFamily="18" charset="0"/>
                <a:ea typeface="楷体_GB2312" pitchFamily="49" charset="-122"/>
              </a:rPr>
              <a:t>ROC</a:t>
            </a:r>
            <a:r>
              <a:rPr lang="zh-CN" altLang="en-US" sz="3600" b="1">
                <a:solidFill>
                  <a:srgbClr val="000066"/>
                </a:solidFill>
                <a:latin typeface="Times New Roman" panose="02020603050405020304" pitchFamily="18" charset="0"/>
                <a:ea typeface="楷体_GB2312" pitchFamily="49" charset="-122"/>
              </a:rPr>
              <a:t>中必包含     轴。表明</a:t>
            </a:r>
          </a:p>
        </p:txBody>
      </p:sp>
      <p:graphicFrame>
        <p:nvGraphicFramePr>
          <p:cNvPr id="18454" name="Object 22">
            <a:extLst>
              <a:ext uri="{FF2B5EF4-FFF2-40B4-BE49-F238E27FC236}">
                <a16:creationId xmlns:a16="http://schemas.microsoft.com/office/drawing/2014/main" id="{0CC8C0AB-782A-2B2A-8E62-A1E290D29495}"/>
              </a:ext>
            </a:extLst>
          </p:cNvPr>
          <p:cNvGraphicFramePr>
            <a:graphicFrameLocks noChangeAspect="1"/>
          </p:cNvGraphicFramePr>
          <p:nvPr/>
        </p:nvGraphicFramePr>
        <p:xfrm>
          <a:off x="900113" y="333375"/>
          <a:ext cx="1143000" cy="495300"/>
        </p:xfrm>
        <a:graphic>
          <a:graphicData uri="http://schemas.openxmlformats.org/presentationml/2006/ole">
            <mc:AlternateContent xmlns:mc="http://schemas.openxmlformats.org/markup-compatibility/2006">
              <mc:Choice xmlns:v="urn:schemas-microsoft-com:vml" Requires="v">
                <p:oleObj name="Equation" r:id="rId8" imgW="469800" imgH="203040" progId="Equation.DSMT4">
                  <p:embed/>
                </p:oleObj>
              </mc:Choice>
              <mc:Fallback>
                <p:oleObj name="Equation" r:id="rId8" imgW="469800" imgH="203040" progId="Equation.DSMT4">
                  <p:embed/>
                  <p:pic>
                    <p:nvPicPr>
                      <p:cNvPr id="0" name="Object 2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00113" y="333375"/>
                        <a:ext cx="1143000"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455" name="Object 23">
            <a:extLst>
              <a:ext uri="{FF2B5EF4-FFF2-40B4-BE49-F238E27FC236}">
                <a16:creationId xmlns:a16="http://schemas.microsoft.com/office/drawing/2014/main" id="{FE829316-5512-D1F4-C747-D56F88F53F56}"/>
              </a:ext>
            </a:extLst>
          </p:cNvPr>
          <p:cNvGraphicFramePr>
            <a:graphicFrameLocks noChangeAspect="1"/>
          </p:cNvGraphicFramePr>
          <p:nvPr/>
        </p:nvGraphicFramePr>
        <p:xfrm>
          <a:off x="2411413" y="404813"/>
          <a:ext cx="927100" cy="479425"/>
        </p:xfrm>
        <a:graphic>
          <a:graphicData uri="http://schemas.openxmlformats.org/presentationml/2006/ole">
            <mc:AlternateContent xmlns:mc="http://schemas.openxmlformats.org/markup-compatibility/2006">
              <mc:Choice xmlns:v="urn:schemas-microsoft-com:vml" Requires="v">
                <p:oleObj name="Equation" r:id="rId10" imgW="342720" imgH="177480" progId="Equation.DSMT4">
                  <p:embed/>
                </p:oleObj>
              </mc:Choice>
              <mc:Fallback>
                <p:oleObj name="Equation" r:id="rId10" imgW="342720" imgH="177480" progId="Equation.DSMT4">
                  <p:embed/>
                  <p:pic>
                    <p:nvPicPr>
                      <p:cNvPr id="0" name="Object 2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411413" y="404813"/>
                        <a:ext cx="927100"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456" name="Object 24">
            <a:extLst>
              <a:ext uri="{FF2B5EF4-FFF2-40B4-BE49-F238E27FC236}">
                <a16:creationId xmlns:a16="http://schemas.microsoft.com/office/drawing/2014/main" id="{CDA3F00E-24C2-75EE-D42F-3B723E5E3990}"/>
              </a:ext>
            </a:extLst>
          </p:cNvPr>
          <p:cNvGraphicFramePr>
            <a:graphicFrameLocks noChangeAspect="1"/>
          </p:cNvGraphicFramePr>
          <p:nvPr/>
        </p:nvGraphicFramePr>
        <p:xfrm>
          <a:off x="6948488" y="1125538"/>
          <a:ext cx="604837" cy="454025"/>
        </p:xfrm>
        <a:graphic>
          <a:graphicData uri="http://schemas.openxmlformats.org/presentationml/2006/ole">
            <mc:AlternateContent xmlns:mc="http://schemas.openxmlformats.org/markup-compatibility/2006">
              <mc:Choice xmlns:v="urn:schemas-microsoft-com:vml" Requires="v">
                <p:oleObj name="Equation" r:id="rId12" imgW="279360" imgH="203040" progId="Equation.DSMT4">
                  <p:embed/>
                </p:oleObj>
              </mc:Choice>
              <mc:Fallback>
                <p:oleObj name="Equation" r:id="rId12" imgW="279360" imgH="203040" progId="Equation.DSMT4">
                  <p:embed/>
                  <p:pic>
                    <p:nvPicPr>
                      <p:cNvPr id="0" name="Object 2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948488" y="1125538"/>
                        <a:ext cx="604837"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457" name="Object 25">
            <a:extLst>
              <a:ext uri="{FF2B5EF4-FFF2-40B4-BE49-F238E27FC236}">
                <a16:creationId xmlns:a16="http://schemas.microsoft.com/office/drawing/2014/main" id="{0180298F-9365-4973-D4A6-E020C1FDC261}"/>
              </a:ext>
            </a:extLst>
          </p:cNvPr>
          <p:cNvGraphicFramePr>
            <a:graphicFrameLocks noChangeAspect="1"/>
          </p:cNvGraphicFramePr>
          <p:nvPr/>
        </p:nvGraphicFramePr>
        <p:xfrm>
          <a:off x="1979613" y="1989138"/>
          <a:ext cx="1079500" cy="541337"/>
        </p:xfrm>
        <a:graphic>
          <a:graphicData uri="http://schemas.openxmlformats.org/presentationml/2006/ole">
            <mc:AlternateContent xmlns:mc="http://schemas.openxmlformats.org/markup-compatibility/2006">
              <mc:Choice xmlns:v="urn:schemas-microsoft-com:vml" Requires="v">
                <p:oleObj name="Equation" r:id="rId14" imgW="406080" imgH="203040" progId="Equation.DSMT4">
                  <p:embed/>
                </p:oleObj>
              </mc:Choice>
              <mc:Fallback>
                <p:oleObj name="Equation" r:id="rId14" imgW="406080" imgH="203040" progId="Equation.DSMT4">
                  <p:embed/>
                  <p:pic>
                    <p:nvPicPr>
                      <p:cNvPr id="0" name="Object 2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979613" y="1989138"/>
                        <a:ext cx="1079500" cy="541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458" name="Object 26">
            <a:extLst>
              <a:ext uri="{FF2B5EF4-FFF2-40B4-BE49-F238E27FC236}">
                <a16:creationId xmlns:a16="http://schemas.microsoft.com/office/drawing/2014/main" id="{5F3E4E50-353B-B0FA-384C-565464D3580D}"/>
              </a:ext>
            </a:extLst>
          </p:cNvPr>
          <p:cNvGraphicFramePr>
            <a:graphicFrameLocks noChangeAspect="1"/>
          </p:cNvGraphicFramePr>
          <p:nvPr/>
        </p:nvGraphicFramePr>
        <p:xfrm>
          <a:off x="6372225" y="1989138"/>
          <a:ext cx="533400" cy="427037"/>
        </p:xfrm>
        <a:graphic>
          <a:graphicData uri="http://schemas.openxmlformats.org/presentationml/2006/ole">
            <mc:AlternateContent xmlns:mc="http://schemas.openxmlformats.org/markup-compatibility/2006">
              <mc:Choice xmlns:v="urn:schemas-microsoft-com:vml" Requires="v">
                <p:oleObj name="Equation" r:id="rId16" imgW="228600" imgH="190440" progId="Equation.DSMT4">
                  <p:embed/>
                </p:oleObj>
              </mc:Choice>
              <mc:Fallback>
                <p:oleObj name="Equation" r:id="rId16" imgW="228600" imgH="190440" progId="Equation.DSMT4">
                  <p:embed/>
                  <p:pic>
                    <p:nvPicPr>
                      <p:cNvPr id="0" name="Object 2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372225" y="1989138"/>
                        <a:ext cx="533400" cy="427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459" name="Object 27">
            <a:extLst>
              <a:ext uri="{FF2B5EF4-FFF2-40B4-BE49-F238E27FC236}">
                <a16:creationId xmlns:a16="http://schemas.microsoft.com/office/drawing/2014/main" id="{4EE2B9EA-3A9A-8CD5-AEBA-2ADA0273F0AA}"/>
              </a:ext>
            </a:extLst>
          </p:cNvPr>
          <p:cNvGraphicFramePr>
            <a:graphicFrameLocks noChangeAspect="1"/>
          </p:cNvGraphicFramePr>
          <p:nvPr/>
        </p:nvGraphicFramePr>
        <p:xfrm>
          <a:off x="468313" y="3436938"/>
          <a:ext cx="6008687" cy="1050925"/>
        </p:xfrm>
        <a:graphic>
          <a:graphicData uri="http://schemas.openxmlformats.org/presentationml/2006/ole">
            <mc:AlternateContent xmlns:mc="http://schemas.openxmlformats.org/markup-compatibility/2006">
              <mc:Choice xmlns:v="urn:schemas-microsoft-com:vml" Requires="v">
                <p:oleObj name="Equation" r:id="rId18" imgW="2070000" imgH="393480" progId="Equation.DSMT4">
                  <p:embed/>
                </p:oleObj>
              </mc:Choice>
              <mc:Fallback>
                <p:oleObj name="Equation" r:id="rId18" imgW="2070000" imgH="393480" progId="Equation.DSMT4">
                  <p:embed/>
                  <p:pic>
                    <p:nvPicPr>
                      <p:cNvPr id="0" name="Object 27"/>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68313" y="3436938"/>
                        <a:ext cx="6008687" cy="1050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461" name="Text Box 29">
            <a:extLst>
              <a:ext uri="{FF2B5EF4-FFF2-40B4-BE49-F238E27FC236}">
                <a16:creationId xmlns:a16="http://schemas.microsoft.com/office/drawing/2014/main" id="{64269B06-8345-5261-8361-272336E065CB}"/>
              </a:ext>
            </a:extLst>
          </p:cNvPr>
          <p:cNvSpPr txBox="1">
            <a:spLocks noChangeArrowheads="1"/>
          </p:cNvSpPr>
          <p:nvPr/>
        </p:nvSpPr>
        <p:spPr bwMode="auto">
          <a:xfrm>
            <a:off x="6516688" y="3573463"/>
            <a:ext cx="2379662"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000066"/>
                </a:solidFill>
                <a:latin typeface="楷体_GB2312" pitchFamily="49" charset="-122"/>
                <a:ea typeface="楷体_GB2312" pitchFamily="49" charset="-122"/>
              </a:rPr>
              <a:t>当    时</a:t>
            </a:r>
            <a:r>
              <a:rPr lang="zh-CN" altLang="en-US" sz="2800" b="1">
                <a:solidFill>
                  <a:srgbClr val="000066"/>
                </a:solidFill>
                <a:latin typeface="楷体_GB2312" pitchFamily="49" charset="-122"/>
                <a:ea typeface="楷体_GB2312" pitchFamily="49" charset="-122"/>
              </a:rPr>
              <a:t>，</a:t>
            </a:r>
          </a:p>
        </p:txBody>
      </p:sp>
      <p:graphicFrame>
        <p:nvGraphicFramePr>
          <p:cNvPr id="18462" name="Object 30">
            <a:extLst>
              <a:ext uri="{FF2B5EF4-FFF2-40B4-BE49-F238E27FC236}">
                <a16:creationId xmlns:a16="http://schemas.microsoft.com/office/drawing/2014/main" id="{AA5C9F1E-7ECE-13BE-2DF1-7A9B3F7732BC}"/>
              </a:ext>
            </a:extLst>
          </p:cNvPr>
          <p:cNvGraphicFramePr>
            <a:graphicFrameLocks noChangeAspect="1"/>
          </p:cNvGraphicFramePr>
          <p:nvPr/>
        </p:nvGraphicFramePr>
        <p:xfrm>
          <a:off x="7019925" y="3644900"/>
          <a:ext cx="947738" cy="457200"/>
        </p:xfrm>
        <a:graphic>
          <a:graphicData uri="http://schemas.openxmlformats.org/presentationml/2006/ole">
            <mc:AlternateContent xmlns:mc="http://schemas.openxmlformats.org/markup-compatibility/2006">
              <mc:Choice xmlns:v="urn:schemas-microsoft-com:vml" Requires="v">
                <p:oleObj name="Equation" r:id="rId20" imgW="406080" imgH="177480" progId="Equation.DSMT4">
                  <p:embed/>
                </p:oleObj>
              </mc:Choice>
              <mc:Fallback>
                <p:oleObj name="Equation" r:id="rId20" imgW="406080" imgH="177480" progId="Equation.DSMT4">
                  <p:embed/>
                  <p:pic>
                    <p:nvPicPr>
                      <p:cNvPr id="0" name="Object 30"/>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7019925" y="3644900"/>
                        <a:ext cx="9477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463" name="Object 31">
            <a:extLst>
              <a:ext uri="{FF2B5EF4-FFF2-40B4-BE49-F238E27FC236}">
                <a16:creationId xmlns:a16="http://schemas.microsoft.com/office/drawing/2014/main" id="{6866EC91-8030-8DBD-3AD1-960443DAC0D5}"/>
              </a:ext>
            </a:extLst>
          </p:cNvPr>
          <p:cNvGraphicFramePr>
            <a:graphicFrameLocks noChangeAspect="1"/>
          </p:cNvGraphicFramePr>
          <p:nvPr/>
        </p:nvGraphicFramePr>
        <p:xfrm>
          <a:off x="611188" y="4587875"/>
          <a:ext cx="7777162" cy="1162050"/>
        </p:xfrm>
        <a:graphic>
          <a:graphicData uri="http://schemas.openxmlformats.org/presentationml/2006/ole">
            <mc:AlternateContent xmlns:mc="http://schemas.openxmlformats.org/markup-compatibility/2006">
              <mc:Choice xmlns:v="urn:schemas-microsoft-com:vml" Requires="v">
                <p:oleObj name="Equation" r:id="rId22" imgW="2590560" imgH="393480" progId="Equation.DSMT4">
                  <p:embed/>
                </p:oleObj>
              </mc:Choice>
              <mc:Fallback>
                <p:oleObj name="Equation" r:id="rId22" imgW="2590560" imgH="393480" progId="Equation.DSMT4">
                  <p:embed/>
                  <p:pic>
                    <p:nvPicPr>
                      <p:cNvPr id="0" name="Object 31"/>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611188" y="4587875"/>
                        <a:ext cx="7777162" cy="1162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464" name="Object 32">
            <a:extLst>
              <a:ext uri="{FF2B5EF4-FFF2-40B4-BE49-F238E27FC236}">
                <a16:creationId xmlns:a16="http://schemas.microsoft.com/office/drawing/2014/main" id="{677932D4-43BC-2D34-8CF2-E7E752F3317A}"/>
              </a:ext>
            </a:extLst>
          </p:cNvPr>
          <p:cNvGraphicFramePr>
            <a:graphicFrameLocks noChangeAspect="1"/>
          </p:cNvGraphicFramePr>
          <p:nvPr/>
        </p:nvGraphicFramePr>
        <p:xfrm>
          <a:off x="2209800" y="5791200"/>
          <a:ext cx="4306888" cy="893763"/>
        </p:xfrm>
        <a:graphic>
          <a:graphicData uri="http://schemas.openxmlformats.org/presentationml/2006/ole">
            <mc:AlternateContent xmlns:mc="http://schemas.openxmlformats.org/markup-compatibility/2006">
              <mc:Choice xmlns:v="urn:schemas-microsoft-com:vml" Requires="v">
                <p:oleObj name="Equation" r:id="rId24" imgW="1346040" imgH="279360" progId="Equation.DSMT4">
                  <p:embed/>
                </p:oleObj>
              </mc:Choice>
              <mc:Fallback>
                <p:oleObj name="Equation" r:id="rId24" imgW="1346040" imgH="279360" progId="Equation.DSMT4">
                  <p:embed/>
                  <p:pic>
                    <p:nvPicPr>
                      <p:cNvPr id="0" name="Object 32"/>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2209800" y="5791200"/>
                        <a:ext cx="4306888" cy="893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8459"/>
                                        </p:tgtEl>
                                        <p:attrNameLst>
                                          <p:attrName>style.visibility</p:attrName>
                                        </p:attrNameLst>
                                      </p:cBhvr>
                                      <p:to>
                                        <p:strVal val="visible"/>
                                      </p:to>
                                    </p:set>
                                    <p:anim calcmode="lin" valueType="num">
                                      <p:cBhvr additive="base">
                                        <p:cTn id="7" dur="500" fill="hold"/>
                                        <p:tgtEl>
                                          <p:spTgt spid="18459"/>
                                        </p:tgtEl>
                                        <p:attrNameLst>
                                          <p:attrName>ppt_x</p:attrName>
                                        </p:attrNameLst>
                                      </p:cBhvr>
                                      <p:tavLst>
                                        <p:tav tm="0">
                                          <p:val>
                                            <p:strVal val="0-#ppt_w/2"/>
                                          </p:val>
                                        </p:tav>
                                        <p:tav tm="100000">
                                          <p:val>
                                            <p:strVal val="#ppt_x"/>
                                          </p:val>
                                        </p:tav>
                                      </p:tavLst>
                                    </p:anim>
                                    <p:anim calcmode="lin" valueType="num">
                                      <p:cBhvr additive="base">
                                        <p:cTn id="8" dur="500" fill="hold"/>
                                        <p:tgtEl>
                                          <p:spTgt spid="18459"/>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8463"/>
                                        </p:tgtEl>
                                        <p:attrNameLst>
                                          <p:attrName>style.visibility</p:attrName>
                                        </p:attrNameLst>
                                      </p:cBhvr>
                                      <p:to>
                                        <p:strVal val="visible"/>
                                      </p:to>
                                    </p:set>
                                    <p:anim calcmode="lin" valueType="num">
                                      <p:cBhvr additive="base">
                                        <p:cTn id="13" dur="500" fill="hold"/>
                                        <p:tgtEl>
                                          <p:spTgt spid="18463"/>
                                        </p:tgtEl>
                                        <p:attrNameLst>
                                          <p:attrName>ppt_x</p:attrName>
                                        </p:attrNameLst>
                                      </p:cBhvr>
                                      <p:tavLst>
                                        <p:tav tm="0">
                                          <p:val>
                                            <p:strVal val="0-#ppt_w/2"/>
                                          </p:val>
                                        </p:tav>
                                        <p:tav tm="100000">
                                          <p:val>
                                            <p:strVal val="#ppt_x"/>
                                          </p:val>
                                        </p:tav>
                                      </p:tavLst>
                                    </p:anim>
                                    <p:anim calcmode="lin" valueType="num">
                                      <p:cBhvr additive="base">
                                        <p:cTn id="14" dur="500" fill="hold"/>
                                        <p:tgtEl>
                                          <p:spTgt spid="18463"/>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8464"/>
                                        </p:tgtEl>
                                        <p:attrNameLst>
                                          <p:attrName>style.visibility</p:attrName>
                                        </p:attrNameLst>
                                      </p:cBhvr>
                                      <p:to>
                                        <p:strVal val="visible"/>
                                      </p:to>
                                    </p:set>
                                    <p:anim calcmode="lin" valueType="num">
                                      <p:cBhvr additive="base">
                                        <p:cTn id="19" dur="500" fill="hold"/>
                                        <p:tgtEl>
                                          <p:spTgt spid="18464"/>
                                        </p:tgtEl>
                                        <p:attrNameLst>
                                          <p:attrName>ppt_x</p:attrName>
                                        </p:attrNameLst>
                                      </p:cBhvr>
                                      <p:tavLst>
                                        <p:tav tm="0">
                                          <p:val>
                                            <p:strVal val="0-#ppt_w/2"/>
                                          </p:val>
                                        </p:tav>
                                        <p:tav tm="100000">
                                          <p:val>
                                            <p:strVal val="#ppt_x"/>
                                          </p:val>
                                        </p:tav>
                                      </p:tavLst>
                                    </p:anim>
                                    <p:anim calcmode="lin" valueType="num">
                                      <p:cBhvr additive="base">
                                        <p:cTn id="20" dur="500" fill="hold"/>
                                        <p:tgtEl>
                                          <p:spTgt spid="1846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Text Box 3">
            <a:extLst>
              <a:ext uri="{FF2B5EF4-FFF2-40B4-BE49-F238E27FC236}">
                <a16:creationId xmlns:a16="http://schemas.microsoft.com/office/drawing/2014/main" id="{C1716E8A-5C9F-A96A-A190-22326563A2BF}"/>
              </a:ext>
            </a:extLst>
          </p:cNvPr>
          <p:cNvSpPr txBox="1">
            <a:spLocks noChangeArrowheads="1"/>
          </p:cNvSpPr>
          <p:nvPr/>
        </p:nvSpPr>
        <p:spPr bwMode="auto">
          <a:xfrm>
            <a:off x="1619250" y="161925"/>
            <a:ext cx="68611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760C04"/>
                </a:solidFill>
                <a:latin typeface="楷体_GB2312" pitchFamily="49" charset="-122"/>
                <a:ea typeface="楷体_GB2312" pitchFamily="49" charset="-122"/>
              </a:rPr>
              <a:t>极点在</a:t>
            </a:r>
            <a:r>
              <a:rPr lang="en-US" altLang="zh-CN" sz="3600" b="1">
                <a:solidFill>
                  <a:srgbClr val="760C04"/>
                </a:solidFill>
                <a:latin typeface="Times New Roman" panose="02020603050405020304" pitchFamily="18" charset="0"/>
                <a:ea typeface="楷体_GB2312" pitchFamily="49" charset="-122"/>
              </a:rPr>
              <a:t>S</a:t>
            </a:r>
            <a:r>
              <a:rPr lang="zh-CN" altLang="en-US" sz="3600" b="1">
                <a:solidFill>
                  <a:srgbClr val="760C04"/>
                </a:solidFill>
                <a:latin typeface="楷体_GB2312" pitchFamily="49" charset="-122"/>
                <a:ea typeface="楷体_GB2312" pitchFamily="49" charset="-122"/>
              </a:rPr>
              <a:t>平面的分布与终值的关系</a:t>
            </a:r>
          </a:p>
        </p:txBody>
      </p:sp>
      <p:pic>
        <p:nvPicPr>
          <p:cNvPr id="71684" name="Picture 4">
            <a:extLst>
              <a:ext uri="{FF2B5EF4-FFF2-40B4-BE49-F238E27FC236}">
                <a16:creationId xmlns:a16="http://schemas.microsoft.com/office/drawing/2014/main" id="{BAF45F1E-CA7C-45E6-8261-45C15521DE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936625"/>
            <a:ext cx="8439150" cy="55102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C3031048-B39E-E26A-FFBB-B41F66272416}"/>
              </a:ext>
            </a:extLst>
          </p:cNvPr>
          <p:cNvSpPr>
            <a:spLocks noRot="1" noChangeArrowheads="1"/>
          </p:cNvSpPr>
          <p:nvPr/>
        </p:nvSpPr>
        <p:spPr bwMode="auto">
          <a:xfrm>
            <a:off x="539750" y="620713"/>
            <a:ext cx="594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gn="l"/>
            <a:r>
              <a:rPr lang="en-US" altLang="zh-CN" sz="2800" b="1">
                <a:solidFill>
                  <a:srgbClr val="000066"/>
                </a:solidFill>
                <a:latin typeface="Times New Roman" panose="02020603050405020304" pitchFamily="18" charset="0"/>
                <a:ea typeface="楷体_GB2312" pitchFamily="49" charset="-122"/>
              </a:rPr>
              <a:t>The Inverse Laplace Transform</a:t>
            </a:r>
          </a:p>
        </p:txBody>
      </p:sp>
      <p:sp>
        <p:nvSpPr>
          <p:cNvPr id="70659" name="Rectangle 3">
            <a:extLst>
              <a:ext uri="{FF2B5EF4-FFF2-40B4-BE49-F238E27FC236}">
                <a16:creationId xmlns:a16="http://schemas.microsoft.com/office/drawing/2014/main" id="{C4F55E9E-180C-A759-20A7-EFE676150C87}"/>
              </a:ext>
            </a:extLst>
          </p:cNvPr>
          <p:cNvSpPr>
            <a:spLocks noRot="1" noChangeArrowheads="1"/>
          </p:cNvSpPr>
          <p:nvPr/>
        </p:nvSpPr>
        <p:spPr bwMode="auto">
          <a:xfrm>
            <a:off x="250825" y="1341438"/>
            <a:ext cx="2881313" cy="452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9144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1371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18288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800" b="1">
                <a:solidFill>
                  <a:schemeClr val="tx2"/>
                </a:solidFill>
                <a:latin typeface="楷体_GB2312" pitchFamily="49" charset="-122"/>
                <a:ea typeface="楷体_GB2312" pitchFamily="49" charset="-122"/>
              </a:rPr>
              <a:t> </a:t>
            </a:r>
            <a:r>
              <a:rPr lang="zh-CN" altLang="en-US" sz="3600" b="1">
                <a:solidFill>
                  <a:srgbClr val="760C04"/>
                </a:solidFill>
                <a:latin typeface="楷体_GB2312" pitchFamily="49" charset="-122"/>
                <a:ea typeface="楷体_GB2312" pitchFamily="49" charset="-122"/>
              </a:rPr>
              <a:t>一</a:t>
            </a:r>
            <a:r>
              <a:rPr lang="en-US" altLang="zh-CN" sz="3600" b="1">
                <a:solidFill>
                  <a:srgbClr val="760C04"/>
                </a:solidFill>
                <a:latin typeface="楷体_GB2312" pitchFamily="49" charset="-122"/>
                <a:ea typeface="楷体_GB2312" pitchFamily="49" charset="-122"/>
              </a:rPr>
              <a:t>.</a:t>
            </a:r>
            <a:r>
              <a:rPr lang="zh-CN" altLang="en-US" sz="3600" b="1">
                <a:solidFill>
                  <a:srgbClr val="760C04"/>
                </a:solidFill>
                <a:latin typeface="楷体_GB2312" pitchFamily="49" charset="-122"/>
                <a:ea typeface="楷体_GB2312" pitchFamily="49" charset="-122"/>
              </a:rPr>
              <a:t>定义：</a:t>
            </a:r>
          </a:p>
        </p:txBody>
      </p:sp>
      <p:grpSp>
        <p:nvGrpSpPr>
          <p:cNvPr id="70660" name="Group 4">
            <a:extLst>
              <a:ext uri="{FF2B5EF4-FFF2-40B4-BE49-F238E27FC236}">
                <a16:creationId xmlns:a16="http://schemas.microsoft.com/office/drawing/2014/main" id="{2444FBAE-DD35-76A0-0FFF-1B108249153C}"/>
              </a:ext>
            </a:extLst>
          </p:cNvPr>
          <p:cNvGrpSpPr>
            <a:grpSpLocks/>
          </p:cNvGrpSpPr>
          <p:nvPr/>
        </p:nvGrpSpPr>
        <p:grpSpPr bwMode="auto">
          <a:xfrm>
            <a:off x="2555875" y="1196975"/>
            <a:ext cx="4968875" cy="1008063"/>
            <a:chOff x="1776" y="1296"/>
            <a:chExt cx="2208" cy="449"/>
          </a:xfrm>
        </p:grpSpPr>
        <p:sp>
          <p:nvSpPr>
            <p:cNvPr id="70661" name="Text Box 5">
              <a:extLst>
                <a:ext uri="{FF2B5EF4-FFF2-40B4-BE49-F238E27FC236}">
                  <a16:creationId xmlns:a16="http://schemas.microsoft.com/office/drawing/2014/main" id="{AB0422A4-DABB-0784-7107-9FE6136CE77D}"/>
                </a:ext>
              </a:extLst>
            </p:cNvPr>
            <p:cNvSpPr txBox="1">
              <a:spLocks noChangeArrowheads="1"/>
            </p:cNvSpPr>
            <p:nvPr/>
          </p:nvSpPr>
          <p:spPr bwMode="auto">
            <a:xfrm>
              <a:off x="1776" y="1297"/>
              <a:ext cx="286"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000066"/>
                  </a:solidFill>
                  <a:latin typeface="楷体_GB2312" pitchFamily="49" charset="-122"/>
                  <a:ea typeface="楷体_GB2312" pitchFamily="49" charset="-122"/>
                </a:rPr>
                <a:t>由</a:t>
              </a:r>
            </a:p>
          </p:txBody>
        </p:sp>
        <p:graphicFrame>
          <p:nvGraphicFramePr>
            <p:cNvPr id="70662" name="Object 6">
              <a:extLst>
                <a:ext uri="{FF2B5EF4-FFF2-40B4-BE49-F238E27FC236}">
                  <a16:creationId xmlns:a16="http://schemas.microsoft.com/office/drawing/2014/main" id="{387C5BAD-3C1C-617D-EE04-B6F91933F928}"/>
                </a:ext>
              </a:extLst>
            </p:cNvPr>
            <p:cNvGraphicFramePr>
              <a:graphicFrameLocks noChangeAspect="1"/>
            </p:cNvGraphicFramePr>
            <p:nvPr/>
          </p:nvGraphicFramePr>
          <p:xfrm>
            <a:off x="2160" y="1296"/>
            <a:ext cx="1824" cy="449"/>
          </p:xfrm>
          <a:graphic>
            <a:graphicData uri="http://schemas.openxmlformats.org/presentationml/2006/ole">
              <mc:AlternateContent xmlns:mc="http://schemas.openxmlformats.org/markup-compatibility/2006">
                <mc:Choice xmlns:v="urn:schemas-microsoft-com:vml" Requires="v">
                  <p:oleObj name="Equation" r:id="rId2" imgW="1257120" imgH="330120" progId="Equation.DSMT4">
                    <p:embed/>
                  </p:oleObj>
                </mc:Choice>
                <mc:Fallback>
                  <p:oleObj name="Equation" r:id="rId2" imgW="1257120" imgH="330120" progId="Equation.DSMT4">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60" y="1296"/>
                          <a:ext cx="1824" cy="4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70663" name="Group 7">
            <a:extLst>
              <a:ext uri="{FF2B5EF4-FFF2-40B4-BE49-F238E27FC236}">
                <a16:creationId xmlns:a16="http://schemas.microsoft.com/office/drawing/2014/main" id="{005CEE26-4C51-AA16-656F-3DA4678718C9}"/>
              </a:ext>
            </a:extLst>
          </p:cNvPr>
          <p:cNvGrpSpPr>
            <a:grpSpLocks/>
          </p:cNvGrpSpPr>
          <p:nvPr/>
        </p:nvGrpSpPr>
        <p:grpSpPr bwMode="auto">
          <a:xfrm>
            <a:off x="755650" y="2420938"/>
            <a:ext cx="6696075" cy="641350"/>
            <a:chOff x="864" y="1855"/>
            <a:chExt cx="3216" cy="404"/>
          </a:xfrm>
        </p:grpSpPr>
        <p:sp>
          <p:nvSpPr>
            <p:cNvPr id="70664" name="Text Box 8">
              <a:extLst>
                <a:ext uri="{FF2B5EF4-FFF2-40B4-BE49-F238E27FC236}">
                  <a16:creationId xmlns:a16="http://schemas.microsoft.com/office/drawing/2014/main" id="{DA419568-AAD2-63CE-4727-B2EA1E32ADE9}"/>
                </a:ext>
              </a:extLst>
            </p:cNvPr>
            <p:cNvSpPr txBox="1">
              <a:spLocks noChangeArrowheads="1"/>
            </p:cNvSpPr>
            <p:nvPr/>
          </p:nvSpPr>
          <p:spPr bwMode="auto">
            <a:xfrm>
              <a:off x="864" y="1855"/>
              <a:ext cx="321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3600" b="1">
                  <a:solidFill>
                    <a:srgbClr val="000066"/>
                  </a:solidFill>
                  <a:latin typeface="Times New Roman" panose="02020603050405020304" pitchFamily="18" charset="0"/>
                  <a:ea typeface="楷体_GB2312" pitchFamily="49" charset="-122"/>
                </a:rPr>
                <a:t>若                 在</a:t>
              </a:r>
              <a:r>
                <a:rPr lang="en-US" altLang="zh-CN" sz="3600" b="1">
                  <a:solidFill>
                    <a:srgbClr val="000066"/>
                  </a:solidFill>
                  <a:latin typeface="Times New Roman" panose="02020603050405020304" pitchFamily="18" charset="0"/>
                  <a:ea typeface="楷体_GB2312" pitchFamily="49" charset="-122"/>
                </a:rPr>
                <a:t>ROC</a:t>
              </a:r>
              <a:r>
                <a:rPr lang="zh-CN" altLang="en-US" sz="3600" b="1">
                  <a:solidFill>
                    <a:srgbClr val="000066"/>
                  </a:solidFill>
                  <a:latin typeface="Times New Roman" panose="02020603050405020304" pitchFamily="18" charset="0"/>
                  <a:ea typeface="楷体_GB2312" pitchFamily="49" charset="-122"/>
                </a:rPr>
                <a:t>内，则有</a:t>
              </a:r>
              <a:r>
                <a:rPr lang="en-US" altLang="zh-CN" sz="3600" b="1">
                  <a:solidFill>
                    <a:srgbClr val="000066"/>
                  </a:solidFill>
                  <a:latin typeface="Times New Roman" panose="02020603050405020304" pitchFamily="18" charset="0"/>
                  <a:ea typeface="楷体_GB2312" pitchFamily="49" charset="-122"/>
                </a:rPr>
                <a:t>:</a:t>
              </a:r>
            </a:p>
          </p:txBody>
        </p:sp>
        <p:graphicFrame>
          <p:nvGraphicFramePr>
            <p:cNvPr id="70665" name="Object 9">
              <a:extLst>
                <a:ext uri="{FF2B5EF4-FFF2-40B4-BE49-F238E27FC236}">
                  <a16:creationId xmlns:a16="http://schemas.microsoft.com/office/drawing/2014/main" id="{7E3594BC-D88C-D7F3-435D-0E3090E4E64A}"/>
                </a:ext>
              </a:extLst>
            </p:cNvPr>
            <p:cNvGraphicFramePr>
              <a:graphicFrameLocks noChangeAspect="1"/>
            </p:cNvGraphicFramePr>
            <p:nvPr/>
          </p:nvGraphicFramePr>
          <p:xfrm>
            <a:off x="1154" y="1902"/>
            <a:ext cx="950" cy="289"/>
          </p:xfrm>
          <a:graphic>
            <a:graphicData uri="http://schemas.openxmlformats.org/presentationml/2006/ole">
              <mc:AlternateContent xmlns:mc="http://schemas.openxmlformats.org/markup-compatibility/2006">
                <mc:Choice xmlns:v="urn:schemas-microsoft-com:vml" Requires="v">
                  <p:oleObj name="Equation" r:id="rId4" imgW="685800" imgH="190440" progId="Equation.DSMT4">
                    <p:embed/>
                  </p:oleObj>
                </mc:Choice>
                <mc:Fallback>
                  <p:oleObj name="Equation" r:id="rId4" imgW="685800" imgH="190440" progId="Equation.DSMT4">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4" y="1902"/>
                          <a:ext cx="950" cy="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70666" name="Object 10">
            <a:extLst>
              <a:ext uri="{FF2B5EF4-FFF2-40B4-BE49-F238E27FC236}">
                <a16:creationId xmlns:a16="http://schemas.microsoft.com/office/drawing/2014/main" id="{93E8EF1C-7B33-A040-F96C-0CE620F676BA}"/>
              </a:ext>
            </a:extLst>
          </p:cNvPr>
          <p:cNvGraphicFramePr>
            <a:graphicFrameLocks noChangeAspect="1"/>
          </p:cNvGraphicFramePr>
          <p:nvPr/>
        </p:nvGraphicFramePr>
        <p:xfrm>
          <a:off x="395288" y="3141663"/>
          <a:ext cx="8064500" cy="939800"/>
        </p:xfrm>
        <a:graphic>
          <a:graphicData uri="http://schemas.openxmlformats.org/presentationml/2006/ole">
            <mc:AlternateContent xmlns:mc="http://schemas.openxmlformats.org/markup-compatibility/2006">
              <mc:Choice xmlns:v="urn:schemas-microsoft-com:vml" Requires="v">
                <p:oleObj name="Equation" r:id="rId6" imgW="2717640" imgH="330120" progId="Equation.DSMT4">
                  <p:embed/>
                </p:oleObj>
              </mc:Choice>
              <mc:Fallback>
                <p:oleObj name="Equation" r:id="rId6" imgW="2717640" imgH="330120" progId="Equation.DSMT4">
                  <p:embed/>
                  <p:pic>
                    <p:nvPicPr>
                      <p:cNvPr id="0"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5288" y="3141663"/>
                        <a:ext cx="8064500" cy="93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0667" name="Object 11">
            <a:extLst>
              <a:ext uri="{FF2B5EF4-FFF2-40B4-BE49-F238E27FC236}">
                <a16:creationId xmlns:a16="http://schemas.microsoft.com/office/drawing/2014/main" id="{8F1C4470-C36E-8837-BCE2-5061CFBCDB30}"/>
              </a:ext>
            </a:extLst>
          </p:cNvPr>
          <p:cNvGraphicFramePr>
            <a:graphicFrameLocks noChangeAspect="1"/>
          </p:cNvGraphicFramePr>
          <p:nvPr/>
        </p:nvGraphicFramePr>
        <p:xfrm>
          <a:off x="468313" y="4149725"/>
          <a:ext cx="7848600" cy="1200150"/>
        </p:xfrm>
        <a:graphic>
          <a:graphicData uri="http://schemas.openxmlformats.org/presentationml/2006/ole">
            <mc:AlternateContent xmlns:mc="http://schemas.openxmlformats.org/markup-compatibility/2006">
              <mc:Choice xmlns:v="urn:schemas-microsoft-com:vml" Requires="v">
                <p:oleObj name="Equation" r:id="rId8" imgW="2273040" imgH="393480" progId="Equation.DSMT4">
                  <p:embed/>
                </p:oleObj>
              </mc:Choice>
              <mc:Fallback>
                <p:oleObj name="Equation" r:id="rId8" imgW="2273040" imgH="393480" progId="Equation.DSMT4">
                  <p:embed/>
                  <p:pic>
                    <p:nvPicPr>
                      <p:cNvPr id="0" name="Object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68313" y="4149725"/>
                        <a:ext cx="7848600"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0668" name="Object 12">
            <a:extLst>
              <a:ext uri="{FF2B5EF4-FFF2-40B4-BE49-F238E27FC236}">
                <a16:creationId xmlns:a16="http://schemas.microsoft.com/office/drawing/2014/main" id="{866B1840-606E-FFA6-F6D8-8357753FBC11}"/>
              </a:ext>
            </a:extLst>
          </p:cNvPr>
          <p:cNvGraphicFramePr>
            <a:graphicFrameLocks noChangeAspect="1"/>
          </p:cNvGraphicFramePr>
          <p:nvPr/>
        </p:nvGraphicFramePr>
        <p:xfrm>
          <a:off x="0" y="5300663"/>
          <a:ext cx="9144000" cy="1158875"/>
        </p:xfrm>
        <a:graphic>
          <a:graphicData uri="http://schemas.openxmlformats.org/presentationml/2006/ole">
            <mc:AlternateContent xmlns:mc="http://schemas.openxmlformats.org/markup-compatibility/2006">
              <mc:Choice xmlns:v="urn:schemas-microsoft-com:vml" Requires="v">
                <p:oleObj name="Equation" r:id="rId10" imgW="3288960" imgH="393480" progId="Equation.DSMT4">
                  <p:embed/>
                </p:oleObj>
              </mc:Choice>
              <mc:Fallback>
                <p:oleObj name="Equation" r:id="rId10" imgW="3288960" imgH="393480" progId="Equation.DSMT4">
                  <p:embed/>
                  <p:pic>
                    <p:nvPicPr>
                      <p:cNvPr id="0" name="Object 1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0" y="5300663"/>
                        <a:ext cx="9144000" cy="115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0670" name="Rectangle 14">
            <a:extLst>
              <a:ext uri="{FF2B5EF4-FFF2-40B4-BE49-F238E27FC236}">
                <a16:creationId xmlns:a16="http://schemas.microsoft.com/office/drawing/2014/main" id="{BC6C243F-9C57-771A-55A4-D963F5FD5A6D}"/>
              </a:ext>
            </a:extLst>
          </p:cNvPr>
          <p:cNvSpPr>
            <a:spLocks noChangeArrowheads="1"/>
          </p:cNvSpPr>
          <p:nvPr/>
        </p:nvSpPr>
        <p:spPr bwMode="auto">
          <a:xfrm>
            <a:off x="0" y="0"/>
            <a:ext cx="58324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4000" b="1">
                <a:solidFill>
                  <a:srgbClr val="000066"/>
                </a:solidFill>
                <a:latin typeface="Times New Roman" panose="02020603050405020304" pitchFamily="18" charset="0"/>
                <a:ea typeface="楷体_GB2312" pitchFamily="49" charset="-122"/>
              </a:rPr>
              <a:t>9. 3</a:t>
            </a:r>
            <a:r>
              <a:rPr lang="en-US" altLang="zh-CN" sz="4000" b="1">
                <a:solidFill>
                  <a:srgbClr val="000066"/>
                </a:solidFill>
                <a:latin typeface="楷体_GB2312" pitchFamily="49" charset="-122"/>
                <a:ea typeface="楷体_GB2312" pitchFamily="49" charset="-122"/>
              </a:rPr>
              <a:t> </a:t>
            </a:r>
            <a:r>
              <a:rPr lang="zh-CN" altLang="en-US" sz="4000" b="1">
                <a:solidFill>
                  <a:srgbClr val="000066"/>
                </a:solidFill>
                <a:latin typeface="楷体_GB2312" pitchFamily="49" charset="-122"/>
                <a:ea typeface="楷体_GB2312" pitchFamily="49" charset="-122"/>
              </a:rPr>
              <a:t>拉普拉斯反变换</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0659"/>
                                        </p:tgtEl>
                                        <p:attrNameLst>
                                          <p:attrName>style.visibility</p:attrName>
                                        </p:attrNameLst>
                                      </p:cBhvr>
                                      <p:to>
                                        <p:strVal val="visible"/>
                                      </p:to>
                                    </p:set>
                                    <p:anim calcmode="lin" valueType="num">
                                      <p:cBhvr additive="base">
                                        <p:cTn id="7" dur="500" fill="hold"/>
                                        <p:tgtEl>
                                          <p:spTgt spid="70659"/>
                                        </p:tgtEl>
                                        <p:attrNameLst>
                                          <p:attrName>ppt_x</p:attrName>
                                        </p:attrNameLst>
                                      </p:cBhvr>
                                      <p:tavLst>
                                        <p:tav tm="0">
                                          <p:val>
                                            <p:strVal val="0-#ppt_w/2"/>
                                          </p:val>
                                        </p:tav>
                                        <p:tav tm="100000">
                                          <p:val>
                                            <p:strVal val="#ppt_x"/>
                                          </p:val>
                                        </p:tav>
                                      </p:tavLst>
                                    </p:anim>
                                    <p:anim calcmode="lin" valueType="num">
                                      <p:cBhvr additive="base">
                                        <p:cTn id="8" dur="500" fill="hold"/>
                                        <p:tgtEl>
                                          <p:spTgt spid="70659"/>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70660"/>
                                        </p:tgtEl>
                                        <p:attrNameLst>
                                          <p:attrName>style.visibility</p:attrName>
                                        </p:attrNameLst>
                                      </p:cBhvr>
                                      <p:to>
                                        <p:strVal val="visible"/>
                                      </p:to>
                                    </p:set>
                                    <p:anim calcmode="lin" valueType="num">
                                      <p:cBhvr additive="base">
                                        <p:cTn id="13" dur="500" fill="hold"/>
                                        <p:tgtEl>
                                          <p:spTgt spid="70660"/>
                                        </p:tgtEl>
                                        <p:attrNameLst>
                                          <p:attrName>ppt_x</p:attrName>
                                        </p:attrNameLst>
                                      </p:cBhvr>
                                      <p:tavLst>
                                        <p:tav tm="0">
                                          <p:val>
                                            <p:strVal val="0-#ppt_w/2"/>
                                          </p:val>
                                        </p:tav>
                                        <p:tav tm="100000">
                                          <p:val>
                                            <p:strVal val="#ppt_x"/>
                                          </p:val>
                                        </p:tav>
                                      </p:tavLst>
                                    </p:anim>
                                    <p:anim calcmode="lin" valueType="num">
                                      <p:cBhvr additive="base">
                                        <p:cTn id="14" dur="500" fill="hold"/>
                                        <p:tgtEl>
                                          <p:spTgt spid="70660"/>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70663"/>
                                        </p:tgtEl>
                                        <p:attrNameLst>
                                          <p:attrName>style.visibility</p:attrName>
                                        </p:attrNameLst>
                                      </p:cBhvr>
                                      <p:to>
                                        <p:strVal val="visible"/>
                                      </p:to>
                                    </p:set>
                                    <p:anim calcmode="lin" valueType="num">
                                      <p:cBhvr additive="base">
                                        <p:cTn id="19" dur="500" fill="hold"/>
                                        <p:tgtEl>
                                          <p:spTgt spid="70663"/>
                                        </p:tgtEl>
                                        <p:attrNameLst>
                                          <p:attrName>ppt_x</p:attrName>
                                        </p:attrNameLst>
                                      </p:cBhvr>
                                      <p:tavLst>
                                        <p:tav tm="0">
                                          <p:val>
                                            <p:strVal val="0-#ppt_w/2"/>
                                          </p:val>
                                        </p:tav>
                                        <p:tav tm="100000">
                                          <p:val>
                                            <p:strVal val="#ppt_x"/>
                                          </p:val>
                                        </p:tav>
                                      </p:tavLst>
                                    </p:anim>
                                    <p:anim calcmode="lin" valueType="num">
                                      <p:cBhvr additive="base">
                                        <p:cTn id="20" dur="500" fill="hold"/>
                                        <p:tgtEl>
                                          <p:spTgt spid="70663"/>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70666"/>
                                        </p:tgtEl>
                                        <p:attrNameLst>
                                          <p:attrName>style.visibility</p:attrName>
                                        </p:attrNameLst>
                                      </p:cBhvr>
                                      <p:to>
                                        <p:strVal val="visible"/>
                                      </p:to>
                                    </p:set>
                                    <p:anim calcmode="lin" valueType="num">
                                      <p:cBhvr additive="base">
                                        <p:cTn id="25" dur="500" fill="hold"/>
                                        <p:tgtEl>
                                          <p:spTgt spid="70666"/>
                                        </p:tgtEl>
                                        <p:attrNameLst>
                                          <p:attrName>ppt_x</p:attrName>
                                        </p:attrNameLst>
                                      </p:cBhvr>
                                      <p:tavLst>
                                        <p:tav tm="0">
                                          <p:val>
                                            <p:strVal val="0-#ppt_w/2"/>
                                          </p:val>
                                        </p:tav>
                                        <p:tav tm="100000">
                                          <p:val>
                                            <p:strVal val="#ppt_x"/>
                                          </p:val>
                                        </p:tav>
                                      </p:tavLst>
                                    </p:anim>
                                    <p:anim calcmode="lin" valueType="num">
                                      <p:cBhvr additive="base">
                                        <p:cTn id="26" dur="500" fill="hold"/>
                                        <p:tgtEl>
                                          <p:spTgt spid="70666"/>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70667"/>
                                        </p:tgtEl>
                                        <p:attrNameLst>
                                          <p:attrName>style.visibility</p:attrName>
                                        </p:attrNameLst>
                                      </p:cBhvr>
                                      <p:to>
                                        <p:strVal val="visible"/>
                                      </p:to>
                                    </p:set>
                                    <p:anim calcmode="lin" valueType="num">
                                      <p:cBhvr additive="base">
                                        <p:cTn id="31" dur="500" fill="hold"/>
                                        <p:tgtEl>
                                          <p:spTgt spid="70667"/>
                                        </p:tgtEl>
                                        <p:attrNameLst>
                                          <p:attrName>ppt_x</p:attrName>
                                        </p:attrNameLst>
                                      </p:cBhvr>
                                      <p:tavLst>
                                        <p:tav tm="0">
                                          <p:val>
                                            <p:strVal val="0-#ppt_w/2"/>
                                          </p:val>
                                        </p:tav>
                                        <p:tav tm="100000">
                                          <p:val>
                                            <p:strVal val="#ppt_x"/>
                                          </p:val>
                                        </p:tav>
                                      </p:tavLst>
                                    </p:anim>
                                    <p:anim calcmode="lin" valueType="num">
                                      <p:cBhvr additive="base">
                                        <p:cTn id="32" dur="500" fill="hold"/>
                                        <p:tgtEl>
                                          <p:spTgt spid="70667"/>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70668"/>
                                        </p:tgtEl>
                                        <p:attrNameLst>
                                          <p:attrName>style.visibility</p:attrName>
                                        </p:attrNameLst>
                                      </p:cBhvr>
                                      <p:to>
                                        <p:strVal val="visible"/>
                                      </p:to>
                                    </p:set>
                                    <p:anim calcmode="lin" valueType="num">
                                      <p:cBhvr additive="base">
                                        <p:cTn id="37" dur="500" fill="hold"/>
                                        <p:tgtEl>
                                          <p:spTgt spid="70668"/>
                                        </p:tgtEl>
                                        <p:attrNameLst>
                                          <p:attrName>ppt_x</p:attrName>
                                        </p:attrNameLst>
                                      </p:cBhvr>
                                      <p:tavLst>
                                        <p:tav tm="0">
                                          <p:val>
                                            <p:strVal val="0-#ppt_w/2"/>
                                          </p:val>
                                        </p:tav>
                                        <p:tav tm="100000">
                                          <p:val>
                                            <p:strVal val="#ppt_x"/>
                                          </p:val>
                                        </p:tav>
                                      </p:tavLst>
                                    </p:anim>
                                    <p:anim calcmode="lin" valueType="num">
                                      <p:cBhvr additive="base">
                                        <p:cTn id="38" dur="500" fill="hold"/>
                                        <p:tgtEl>
                                          <p:spTgt spid="7066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59" grpId="0"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Text Box 3">
            <a:extLst>
              <a:ext uri="{FF2B5EF4-FFF2-40B4-BE49-F238E27FC236}">
                <a16:creationId xmlns:a16="http://schemas.microsoft.com/office/drawing/2014/main" id="{A885D2A8-1ADD-645E-196D-A000129C6026}"/>
              </a:ext>
            </a:extLst>
          </p:cNvPr>
          <p:cNvSpPr txBox="1">
            <a:spLocks noChangeArrowheads="1"/>
          </p:cNvSpPr>
          <p:nvPr/>
        </p:nvSpPr>
        <p:spPr bwMode="auto">
          <a:xfrm>
            <a:off x="250825" y="836613"/>
            <a:ext cx="54451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latin typeface="楷体_GB2312" pitchFamily="49" charset="-122"/>
                <a:ea typeface="楷体_GB2312" pitchFamily="49" charset="-122"/>
              </a:rPr>
              <a:t> </a:t>
            </a:r>
            <a:r>
              <a:rPr lang="zh-CN" altLang="en-US" sz="3600" b="1">
                <a:solidFill>
                  <a:srgbClr val="000066"/>
                </a:solidFill>
                <a:latin typeface="楷体_GB2312" pitchFamily="49" charset="-122"/>
                <a:ea typeface="楷体_GB2312" pitchFamily="49" charset="-122"/>
              </a:rPr>
              <a:t>当  从         时</a:t>
            </a:r>
            <a:r>
              <a:rPr lang="en-US" altLang="zh-CN" sz="3600" b="1">
                <a:solidFill>
                  <a:srgbClr val="000066"/>
                </a:solidFill>
                <a:latin typeface="楷体_GB2312" pitchFamily="49" charset="-122"/>
                <a:ea typeface="楷体_GB2312" pitchFamily="49" charset="-122"/>
              </a:rPr>
              <a:t>,  </a:t>
            </a:r>
            <a:r>
              <a:rPr lang="zh-CN" altLang="en-US" sz="3600" b="1">
                <a:solidFill>
                  <a:srgbClr val="000066"/>
                </a:solidFill>
                <a:latin typeface="楷体_GB2312" pitchFamily="49" charset="-122"/>
                <a:ea typeface="楷体_GB2312" pitchFamily="49" charset="-122"/>
              </a:rPr>
              <a:t>从</a:t>
            </a:r>
          </a:p>
        </p:txBody>
      </p:sp>
      <p:graphicFrame>
        <p:nvGraphicFramePr>
          <p:cNvPr id="69636" name="Object 4">
            <a:extLst>
              <a:ext uri="{FF2B5EF4-FFF2-40B4-BE49-F238E27FC236}">
                <a16:creationId xmlns:a16="http://schemas.microsoft.com/office/drawing/2014/main" id="{762E801E-447E-26AB-CEF2-ECFAC326942E}"/>
              </a:ext>
            </a:extLst>
          </p:cNvPr>
          <p:cNvGraphicFramePr>
            <a:graphicFrameLocks noChangeAspect="1"/>
          </p:cNvGraphicFramePr>
          <p:nvPr/>
        </p:nvGraphicFramePr>
        <p:xfrm>
          <a:off x="917575" y="1074738"/>
          <a:ext cx="400050" cy="366712"/>
        </p:xfrm>
        <a:graphic>
          <a:graphicData uri="http://schemas.openxmlformats.org/presentationml/2006/ole">
            <mc:AlternateContent xmlns:mc="http://schemas.openxmlformats.org/markup-compatibility/2006">
              <mc:Choice xmlns:v="urn:schemas-microsoft-com:vml" Requires="v">
                <p:oleObj name="Equation" r:id="rId2" imgW="152280" imgH="139680" progId="Equation.DSMT4">
                  <p:embed/>
                </p:oleObj>
              </mc:Choice>
              <mc:Fallback>
                <p:oleObj name="Equation" r:id="rId2" imgW="152280" imgH="139680" progId="Equation.DSMT4">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7575" y="1074738"/>
                        <a:ext cx="4000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9637" name="Object 5">
            <a:extLst>
              <a:ext uri="{FF2B5EF4-FFF2-40B4-BE49-F238E27FC236}">
                <a16:creationId xmlns:a16="http://schemas.microsoft.com/office/drawing/2014/main" id="{4E9EBFBC-7B21-C3E6-081B-E24EF738488A}"/>
              </a:ext>
            </a:extLst>
          </p:cNvPr>
          <p:cNvGraphicFramePr>
            <a:graphicFrameLocks noChangeAspect="1"/>
          </p:cNvGraphicFramePr>
          <p:nvPr/>
        </p:nvGraphicFramePr>
        <p:xfrm>
          <a:off x="4643438" y="981075"/>
          <a:ext cx="322262" cy="393700"/>
        </p:xfrm>
        <a:graphic>
          <a:graphicData uri="http://schemas.openxmlformats.org/presentationml/2006/ole">
            <mc:AlternateContent xmlns:mc="http://schemas.openxmlformats.org/markup-compatibility/2006">
              <mc:Choice xmlns:v="urn:schemas-microsoft-com:vml" Requires="v">
                <p:oleObj name="Equation" r:id="rId4" imgW="114120" imgH="139680" progId="Equation.DSMT4">
                  <p:embed/>
                </p:oleObj>
              </mc:Choice>
              <mc:Fallback>
                <p:oleObj name="Equation" r:id="rId4" imgW="114120" imgH="139680"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43438" y="981075"/>
                        <a:ext cx="322262"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9638" name="Object 6">
            <a:extLst>
              <a:ext uri="{FF2B5EF4-FFF2-40B4-BE49-F238E27FC236}">
                <a16:creationId xmlns:a16="http://schemas.microsoft.com/office/drawing/2014/main" id="{3D174468-B08D-75A3-C820-B1F4C31C4B7D}"/>
              </a:ext>
            </a:extLst>
          </p:cNvPr>
          <p:cNvGraphicFramePr>
            <a:graphicFrameLocks noChangeAspect="1"/>
          </p:cNvGraphicFramePr>
          <p:nvPr/>
        </p:nvGraphicFramePr>
        <p:xfrm>
          <a:off x="2051050" y="981075"/>
          <a:ext cx="1600200" cy="417513"/>
        </p:xfrm>
        <a:graphic>
          <a:graphicData uri="http://schemas.openxmlformats.org/presentationml/2006/ole">
            <mc:AlternateContent xmlns:mc="http://schemas.openxmlformats.org/markup-compatibility/2006">
              <mc:Choice xmlns:v="urn:schemas-microsoft-com:vml" Requires="v">
                <p:oleObj name="Equation" r:id="rId6" imgW="647640" imgH="152280" progId="Equation.DSMT4">
                  <p:embed/>
                </p:oleObj>
              </mc:Choice>
              <mc:Fallback>
                <p:oleObj name="Equation" r:id="rId6" imgW="647640" imgH="152280" progId="Equation.DSMT4">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51050" y="981075"/>
                        <a:ext cx="1600200" cy="417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9639" name="Object 7">
            <a:extLst>
              <a:ext uri="{FF2B5EF4-FFF2-40B4-BE49-F238E27FC236}">
                <a16:creationId xmlns:a16="http://schemas.microsoft.com/office/drawing/2014/main" id="{CBDBE584-FCD6-BC90-95BB-DA56F9FD488D}"/>
              </a:ext>
            </a:extLst>
          </p:cNvPr>
          <p:cNvGraphicFramePr>
            <a:graphicFrameLocks noChangeAspect="1"/>
          </p:cNvGraphicFramePr>
          <p:nvPr/>
        </p:nvGraphicFramePr>
        <p:xfrm>
          <a:off x="5724525" y="908050"/>
          <a:ext cx="3024188" cy="547688"/>
        </p:xfrm>
        <a:graphic>
          <a:graphicData uri="http://schemas.openxmlformats.org/presentationml/2006/ole">
            <mc:AlternateContent xmlns:mc="http://schemas.openxmlformats.org/markup-compatibility/2006">
              <mc:Choice xmlns:v="urn:schemas-microsoft-com:vml" Requires="v">
                <p:oleObj name="Equation" r:id="rId8" imgW="1117440" imgH="190440" progId="Equation.DSMT4">
                  <p:embed/>
                </p:oleObj>
              </mc:Choice>
              <mc:Fallback>
                <p:oleObj name="Equation" r:id="rId8" imgW="1117440" imgH="190440" progId="Equation.DSMT4">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724525" y="908050"/>
                        <a:ext cx="3024188" cy="547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9641" name="Text Box 9">
            <a:extLst>
              <a:ext uri="{FF2B5EF4-FFF2-40B4-BE49-F238E27FC236}">
                <a16:creationId xmlns:a16="http://schemas.microsoft.com/office/drawing/2014/main" id="{D1A2B84E-9223-DB32-D82D-9CA7B22366A6}"/>
              </a:ext>
            </a:extLst>
          </p:cNvPr>
          <p:cNvSpPr txBox="1">
            <a:spLocks noChangeArrowheads="1"/>
          </p:cNvSpPr>
          <p:nvPr/>
        </p:nvSpPr>
        <p:spPr bwMode="auto">
          <a:xfrm>
            <a:off x="0" y="0"/>
            <a:ext cx="6096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3600" b="1">
                <a:solidFill>
                  <a:srgbClr val="000066"/>
                </a:solidFill>
                <a:latin typeface="楷体_GB2312" pitchFamily="49" charset="-122"/>
                <a:ea typeface="楷体_GB2312" pitchFamily="49" charset="-122"/>
              </a:rPr>
              <a:t>由</a:t>
            </a:r>
          </a:p>
        </p:txBody>
      </p:sp>
      <p:graphicFrame>
        <p:nvGraphicFramePr>
          <p:cNvPr id="69642" name="Object 10">
            <a:extLst>
              <a:ext uri="{FF2B5EF4-FFF2-40B4-BE49-F238E27FC236}">
                <a16:creationId xmlns:a16="http://schemas.microsoft.com/office/drawing/2014/main" id="{EDF8FA49-9C50-CA4C-A724-FF6CF8B37DB6}"/>
              </a:ext>
            </a:extLst>
          </p:cNvPr>
          <p:cNvGraphicFramePr>
            <a:graphicFrameLocks noChangeAspect="1"/>
          </p:cNvGraphicFramePr>
          <p:nvPr/>
        </p:nvGraphicFramePr>
        <p:xfrm>
          <a:off x="611188" y="0"/>
          <a:ext cx="2376487" cy="661988"/>
        </p:xfrm>
        <a:graphic>
          <a:graphicData uri="http://schemas.openxmlformats.org/presentationml/2006/ole">
            <mc:AlternateContent xmlns:mc="http://schemas.openxmlformats.org/markup-compatibility/2006">
              <mc:Choice xmlns:v="urn:schemas-microsoft-com:vml" Requires="v">
                <p:oleObj name="Equation" r:id="rId10" imgW="685800" imgH="190440" progId="Equation.DSMT4">
                  <p:embed/>
                </p:oleObj>
              </mc:Choice>
              <mc:Fallback>
                <p:oleObj name="Equation" r:id="rId10" imgW="685800" imgH="190440" progId="Equation.DSMT4">
                  <p:embed/>
                  <p:pic>
                    <p:nvPicPr>
                      <p:cNvPr id="0" name="Object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11188" y="0"/>
                        <a:ext cx="2376487" cy="661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9643" name="Object 11">
            <a:extLst>
              <a:ext uri="{FF2B5EF4-FFF2-40B4-BE49-F238E27FC236}">
                <a16:creationId xmlns:a16="http://schemas.microsoft.com/office/drawing/2014/main" id="{A78F929A-6568-5F0C-4397-3263A1306DBA}"/>
              </a:ext>
            </a:extLst>
          </p:cNvPr>
          <p:cNvGraphicFramePr>
            <a:graphicFrameLocks noChangeAspect="1"/>
          </p:cNvGraphicFramePr>
          <p:nvPr/>
        </p:nvGraphicFramePr>
        <p:xfrm>
          <a:off x="3635375" y="0"/>
          <a:ext cx="1944688" cy="571500"/>
        </p:xfrm>
        <a:graphic>
          <a:graphicData uri="http://schemas.openxmlformats.org/presentationml/2006/ole">
            <mc:AlternateContent xmlns:mc="http://schemas.openxmlformats.org/markup-compatibility/2006">
              <mc:Choice xmlns:v="urn:schemas-microsoft-com:vml" Requires="v">
                <p:oleObj name="Equation" r:id="rId12" imgW="609480" imgH="203040" progId="Equation.DSMT4">
                  <p:embed/>
                </p:oleObj>
              </mc:Choice>
              <mc:Fallback>
                <p:oleObj name="Equation" r:id="rId12" imgW="609480" imgH="203040" progId="Equation.DSMT4">
                  <p:embed/>
                  <p:pic>
                    <p:nvPicPr>
                      <p:cNvPr id="0" name="Object 1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635375" y="0"/>
                        <a:ext cx="1944688" cy="57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9644" name="Rectangle 12">
            <a:extLst>
              <a:ext uri="{FF2B5EF4-FFF2-40B4-BE49-F238E27FC236}">
                <a16:creationId xmlns:a16="http://schemas.microsoft.com/office/drawing/2014/main" id="{9E52C9A8-0F7E-C8E7-95C9-B2080045D3F7}"/>
              </a:ext>
            </a:extLst>
          </p:cNvPr>
          <p:cNvSpPr>
            <a:spLocks noChangeArrowheads="1"/>
          </p:cNvSpPr>
          <p:nvPr/>
        </p:nvSpPr>
        <p:spPr bwMode="auto">
          <a:xfrm>
            <a:off x="2916238" y="0"/>
            <a:ext cx="642937"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000066"/>
                </a:solidFill>
                <a:latin typeface="楷体_GB2312" pitchFamily="49" charset="-122"/>
                <a:ea typeface="楷体_GB2312" pitchFamily="49" charset="-122"/>
              </a:rPr>
              <a:t>得</a:t>
            </a:r>
          </a:p>
        </p:txBody>
      </p:sp>
      <p:sp>
        <p:nvSpPr>
          <p:cNvPr id="69646" name="Text Box 14">
            <a:extLst>
              <a:ext uri="{FF2B5EF4-FFF2-40B4-BE49-F238E27FC236}">
                <a16:creationId xmlns:a16="http://schemas.microsoft.com/office/drawing/2014/main" id="{14DFF809-F301-EC07-6328-19BBF42B86AC}"/>
              </a:ext>
            </a:extLst>
          </p:cNvPr>
          <p:cNvSpPr txBox="1">
            <a:spLocks noChangeArrowheads="1"/>
          </p:cNvSpPr>
          <p:nvPr/>
        </p:nvSpPr>
        <p:spPr bwMode="auto">
          <a:xfrm>
            <a:off x="0" y="3429000"/>
            <a:ext cx="8532813" cy="2563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en-US" altLang="zh-CN" sz="3600">
                <a:latin typeface="楷体_GB2312" pitchFamily="49" charset="-122"/>
                <a:ea typeface="楷体_GB2312" pitchFamily="49" charset="-122"/>
              </a:rPr>
              <a:t> </a:t>
            </a:r>
            <a:r>
              <a:rPr lang="zh-CN" altLang="en-US" sz="3600" b="1">
                <a:solidFill>
                  <a:srgbClr val="760C04"/>
                </a:solidFill>
                <a:latin typeface="楷体_GB2312" pitchFamily="49" charset="-122"/>
                <a:ea typeface="楷体_GB2312" pitchFamily="49" charset="-122"/>
              </a:rPr>
              <a:t>拉氏反变换表明</a:t>
            </a:r>
            <a:r>
              <a:rPr lang="en-US" altLang="zh-CN" sz="3600" b="1">
                <a:solidFill>
                  <a:srgbClr val="760C04"/>
                </a:solidFill>
                <a:latin typeface="楷体_GB2312" pitchFamily="49" charset="-122"/>
                <a:ea typeface="楷体_GB2312" pitchFamily="49" charset="-122"/>
              </a:rPr>
              <a:t>:</a:t>
            </a:r>
          </a:p>
          <a:p>
            <a:pPr>
              <a:lnSpc>
                <a:spcPct val="150000"/>
              </a:lnSpc>
            </a:pPr>
            <a:r>
              <a:rPr lang="en-US" altLang="zh-CN" sz="2800" b="1">
                <a:solidFill>
                  <a:srgbClr val="000066"/>
                </a:solidFill>
                <a:latin typeface="楷体_GB2312" pitchFamily="49" charset="-122"/>
                <a:ea typeface="楷体_GB2312" pitchFamily="49" charset="-122"/>
              </a:rPr>
              <a:t>        </a:t>
            </a:r>
            <a:r>
              <a:rPr lang="zh-CN" altLang="en-US" sz="3600" b="1">
                <a:solidFill>
                  <a:srgbClr val="000066"/>
                </a:solidFill>
                <a:latin typeface="楷体_GB2312" pitchFamily="49" charset="-122"/>
                <a:ea typeface="楷体_GB2312" pitchFamily="49" charset="-122"/>
              </a:rPr>
              <a:t>可以被分解成复振幅为</a:t>
            </a:r>
          </a:p>
          <a:p>
            <a:pPr>
              <a:lnSpc>
                <a:spcPct val="150000"/>
              </a:lnSpc>
            </a:pPr>
            <a:r>
              <a:rPr lang="zh-CN" altLang="en-US" sz="3600" b="1">
                <a:solidFill>
                  <a:srgbClr val="000066"/>
                </a:solidFill>
                <a:latin typeface="楷体_GB2312" pitchFamily="49" charset="-122"/>
                <a:ea typeface="楷体_GB2312" pitchFamily="49" charset="-122"/>
              </a:rPr>
              <a:t>  的复指数信号   的线性组合。</a:t>
            </a:r>
          </a:p>
        </p:txBody>
      </p:sp>
      <p:graphicFrame>
        <p:nvGraphicFramePr>
          <p:cNvPr id="69647" name="Object 15">
            <a:extLst>
              <a:ext uri="{FF2B5EF4-FFF2-40B4-BE49-F238E27FC236}">
                <a16:creationId xmlns:a16="http://schemas.microsoft.com/office/drawing/2014/main" id="{61F35550-7680-F151-94A5-BDA2550D4E34}"/>
              </a:ext>
            </a:extLst>
          </p:cNvPr>
          <p:cNvGraphicFramePr>
            <a:graphicFrameLocks noChangeAspect="1"/>
          </p:cNvGraphicFramePr>
          <p:nvPr/>
        </p:nvGraphicFramePr>
        <p:xfrm>
          <a:off x="539750" y="4513263"/>
          <a:ext cx="977900" cy="635000"/>
        </p:xfrm>
        <a:graphic>
          <a:graphicData uri="http://schemas.openxmlformats.org/presentationml/2006/ole">
            <mc:AlternateContent xmlns:mc="http://schemas.openxmlformats.org/markup-compatibility/2006">
              <mc:Choice xmlns:v="urn:schemas-microsoft-com:vml" Requires="v">
                <p:oleObj name="Equation" r:id="rId14" imgW="279360" imgH="203040" progId="Equation.DSMT4">
                  <p:embed/>
                </p:oleObj>
              </mc:Choice>
              <mc:Fallback>
                <p:oleObj name="Equation" r:id="rId14" imgW="279360" imgH="203040" progId="Equation.DSMT4">
                  <p:embed/>
                  <p:pic>
                    <p:nvPicPr>
                      <p:cNvPr id="0" name="Object 1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39750" y="4513263"/>
                        <a:ext cx="977900" cy="63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9648" name="Object 16">
            <a:extLst>
              <a:ext uri="{FF2B5EF4-FFF2-40B4-BE49-F238E27FC236}">
                <a16:creationId xmlns:a16="http://schemas.microsoft.com/office/drawing/2014/main" id="{58D9BF44-D72D-1C98-5DB8-7C6565B2268C}"/>
              </a:ext>
            </a:extLst>
          </p:cNvPr>
          <p:cNvGraphicFramePr>
            <a:graphicFrameLocks noChangeAspect="1"/>
          </p:cNvGraphicFramePr>
          <p:nvPr/>
        </p:nvGraphicFramePr>
        <p:xfrm>
          <a:off x="6227763" y="4221163"/>
          <a:ext cx="2592387" cy="1250950"/>
        </p:xfrm>
        <a:graphic>
          <a:graphicData uri="http://schemas.openxmlformats.org/presentationml/2006/ole">
            <mc:AlternateContent xmlns:mc="http://schemas.openxmlformats.org/markup-compatibility/2006">
              <mc:Choice xmlns:v="urn:schemas-microsoft-com:vml" Requires="v">
                <p:oleObj name="Equation" r:id="rId16" imgW="787320" imgH="419040" progId="Equation.DSMT4">
                  <p:embed/>
                </p:oleObj>
              </mc:Choice>
              <mc:Fallback>
                <p:oleObj name="Equation" r:id="rId16" imgW="787320" imgH="419040" progId="Equation.DSMT4">
                  <p:embed/>
                  <p:pic>
                    <p:nvPicPr>
                      <p:cNvPr id="0" name="Object 1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227763" y="4221163"/>
                        <a:ext cx="2592387" cy="1250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9649" name="Object 17">
            <a:extLst>
              <a:ext uri="{FF2B5EF4-FFF2-40B4-BE49-F238E27FC236}">
                <a16:creationId xmlns:a16="http://schemas.microsoft.com/office/drawing/2014/main" id="{6D275AEE-A7DC-F4AF-2637-0AF60121E5EB}"/>
              </a:ext>
            </a:extLst>
          </p:cNvPr>
          <p:cNvGraphicFramePr>
            <a:graphicFrameLocks noChangeAspect="1"/>
          </p:cNvGraphicFramePr>
          <p:nvPr/>
        </p:nvGraphicFramePr>
        <p:xfrm>
          <a:off x="3348038" y="5229225"/>
          <a:ext cx="858837" cy="833438"/>
        </p:xfrm>
        <a:graphic>
          <a:graphicData uri="http://schemas.openxmlformats.org/presentationml/2006/ole">
            <mc:AlternateContent xmlns:mc="http://schemas.openxmlformats.org/markup-compatibility/2006">
              <mc:Choice xmlns:v="urn:schemas-microsoft-com:vml" Requires="v">
                <p:oleObj name="Equation" r:id="rId18" imgW="190440" imgH="203040" progId="Equation.DSMT4">
                  <p:embed/>
                </p:oleObj>
              </mc:Choice>
              <mc:Fallback>
                <p:oleObj name="Equation" r:id="rId18" imgW="190440" imgH="203040" progId="Equation.DSMT4">
                  <p:embed/>
                  <p:pic>
                    <p:nvPicPr>
                      <p:cNvPr id="0" name="Object 17"/>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348038" y="5229225"/>
                        <a:ext cx="858837" cy="833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9651" name="Object 19">
            <a:extLst>
              <a:ext uri="{FF2B5EF4-FFF2-40B4-BE49-F238E27FC236}">
                <a16:creationId xmlns:a16="http://schemas.microsoft.com/office/drawing/2014/main" id="{C65CC0C2-FD11-2A33-18E4-3350DC1C74D2}"/>
              </a:ext>
            </a:extLst>
          </p:cNvPr>
          <p:cNvGraphicFramePr>
            <a:graphicFrameLocks noChangeAspect="1"/>
          </p:cNvGraphicFramePr>
          <p:nvPr/>
        </p:nvGraphicFramePr>
        <p:xfrm>
          <a:off x="250825" y="1628775"/>
          <a:ext cx="6008688" cy="1425575"/>
        </p:xfrm>
        <a:graphic>
          <a:graphicData uri="http://schemas.openxmlformats.org/presentationml/2006/ole">
            <mc:AlternateContent xmlns:mc="http://schemas.openxmlformats.org/markup-compatibility/2006">
              <mc:Choice xmlns:v="urn:schemas-microsoft-com:vml" Requires="v">
                <p:oleObj name="Equation" r:id="rId20" imgW="1777680" imgH="419040" progId="Equation.DSMT4">
                  <p:embed/>
                </p:oleObj>
              </mc:Choice>
              <mc:Fallback>
                <p:oleObj name="Equation" r:id="rId20" imgW="1777680" imgH="419040" progId="Equation.DSMT4">
                  <p:embed/>
                  <p:pic>
                    <p:nvPicPr>
                      <p:cNvPr id="0" name="Object 19"/>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50825" y="1628775"/>
                        <a:ext cx="6008688" cy="1425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9652" name="Text Box 20">
            <a:extLst>
              <a:ext uri="{FF2B5EF4-FFF2-40B4-BE49-F238E27FC236}">
                <a16:creationId xmlns:a16="http://schemas.microsoft.com/office/drawing/2014/main" id="{6920FC0D-A966-0FCC-6B36-9954C85697C6}"/>
              </a:ext>
            </a:extLst>
          </p:cNvPr>
          <p:cNvSpPr txBox="1">
            <a:spLocks noChangeArrowheads="1"/>
          </p:cNvSpPr>
          <p:nvPr/>
        </p:nvSpPr>
        <p:spPr bwMode="auto">
          <a:xfrm>
            <a:off x="6588125" y="2997200"/>
            <a:ext cx="203358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3600" b="1">
                <a:solidFill>
                  <a:srgbClr val="000066"/>
                </a:solidFill>
                <a:ea typeface="楷体_GB2312" pitchFamily="49" charset="-122"/>
              </a:rPr>
              <a:t>的反变换</a:t>
            </a:r>
          </a:p>
        </p:txBody>
      </p:sp>
      <p:graphicFrame>
        <p:nvGraphicFramePr>
          <p:cNvPr id="69653" name="Object 21">
            <a:extLst>
              <a:ext uri="{FF2B5EF4-FFF2-40B4-BE49-F238E27FC236}">
                <a16:creationId xmlns:a16="http://schemas.microsoft.com/office/drawing/2014/main" id="{F9E81C6D-E9D2-EF1E-89BD-A4A4914B2FA6}"/>
              </a:ext>
            </a:extLst>
          </p:cNvPr>
          <p:cNvGraphicFramePr>
            <a:graphicFrameLocks noChangeAspect="1"/>
          </p:cNvGraphicFramePr>
          <p:nvPr/>
        </p:nvGraphicFramePr>
        <p:xfrm>
          <a:off x="5526088" y="2968625"/>
          <a:ext cx="1016000" cy="676275"/>
        </p:xfrm>
        <a:graphic>
          <a:graphicData uri="http://schemas.openxmlformats.org/presentationml/2006/ole">
            <mc:AlternateContent xmlns:mc="http://schemas.openxmlformats.org/markup-compatibility/2006">
              <mc:Choice xmlns:v="urn:schemas-microsoft-com:vml" Requires="v">
                <p:oleObj name="Equation" r:id="rId22" imgW="355320" imgH="203040" progId="Equation.DSMT4">
                  <p:embed/>
                </p:oleObj>
              </mc:Choice>
              <mc:Fallback>
                <p:oleObj name="Equation" r:id="rId22" imgW="355320" imgH="203040" progId="Equation.DSMT4">
                  <p:embed/>
                  <p:pic>
                    <p:nvPicPr>
                      <p:cNvPr id="0" name="Object 21"/>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5526088" y="2968625"/>
                        <a:ext cx="1016000" cy="676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9654" name="Line 22">
            <a:extLst>
              <a:ext uri="{FF2B5EF4-FFF2-40B4-BE49-F238E27FC236}">
                <a16:creationId xmlns:a16="http://schemas.microsoft.com/office/drawing/2014/main" id="{3D028734-8154-6303-8A79-DC6B2D5AC7D5}"/>
              </a:ext>
            </a:extLst>
          </p:cNvPr>
          <p:cNvSpPr>
            <a:spLocks noChangeShapeType="1"/>
          </p:cNvSpPr>
          <p:nvPr/>
        </p:nvSpPr>
        <p:spPr bwMode="auto">
          <a:xfrm>
            <a:off x="4548188" y="3246438"/>
            <a:ext cx="1200150" cy="158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B0123CEE-9DC4-C33D-3CE6-13AD2555480C}"/>
              </a:ext>
            </a:extLst>
          </p:cNvPr>
          <p:cNvSpPr>
            <a:spLocks noChangeArrowheads="1"/>
          </p:cNvSpPr>
          <p:nvPr/>
        </p:nvSpPr>
        <p:spPr bwMode="auto">
          <a:xfrm>
            <a:off x="250825" y="155575"/>
            <a:ext cx="47736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760C04"/>
                </a:solidFill>
                <a:latin typeface="楷体_GB2312" pitchFamily="49" charset="-122"/>
                <a:ea typeface="楷体_GB2312" pitchFamily="49" charset="-122"/>
              </a:rPr>
              <a:t>二</a:t>
            </a:r>
            <a:r>
              <a:rPr lang="en-US" altLang="zh-CN" sz="3600" b="1">
                <a:solidFill>
                  <a:srgbClr val="760C04"/>
                </a:solidFill>
                <a:latin typeface="楷体_GB2312" pitchFamily="49" charset="-122"/>
                <a:ea typeface="楷体_GB2312" pitchFamily="49" charset="-122"/>
              </a:rPr>
              <a:t>.</a:t>
            </a:r>
            <a:r>
              <a:rPr lang="zh-CN" altLang="en-US" sz="3600" b="1">
                <a:solidFill>
                  <a:srgbClr val="760C04"/>
                </a:solidFill>
                <a:latin typeface="楷体_GB2312" pitchFamily="49" charset="-122"/>
                <a:ea typeface="楷体_GB2312" pitchFamily="49" charset="-122"/>
              </a:rPr>
              <a:t>拉氏反变换的求法</a:t>
            </a:r>
            <a:r>
              <a:rPr lang="en-US" altLang="zh-CN" sz="3600" b="1">
                <a:solidFill>
                  <a:srgbClr val="760C04"/>
                </a:solidFill>
                <a:latin typeface="楷体_GB2312" pitchFamily="49" charset="-122"/>
                <a:ea typeface="楷体_GB2312" pitchFamily="49" charset="-122"/>
              </a:rPr>
              <a:t>:</a:t>
            </a:r>
          </a:p>
        </p:txBody>
      </p:sp>
      <p:sp>
        <p:nvSpPr>
          <p:cNvPr id="68612" name="Rectangle 4">
            <a:extLst>
              <a:ext uri="{FF2B5EF4-FFF2-40B4-BE49-F238E27FC236}">
                <a16:creationId xmlns:a16="http://schemas.microsoft.com/office/drawing/2014/main" id="{C4D5EE1C-1F1A-81FA-65FA-A9436F473BE0}"/>
              </a:ext>
            </a:extLst>
          </p:cNvPr>
          <p:cNvSpPr>
            <a:spLocks noChangeArrowheads="1"/>
          </p:cNvSpPr>
          <p:nvPr/>
        </p:nvSpPr>
        <p:spPr bwMode="auto">
          <a:xfrm>
            <a:off x="0" y="862013"/>
            <a:ext cx="8893175"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spcBef>
                <a:spcPct val="50000"/>
              </a:spcBef>
            </a:pPr>
            <a:r>
              <a:rPr lang="en-US" altLang="zh-CN" sz="2800">
                <a:latin typeface="楷体_GB2312" pitchFamily="49" charset="-122"/>
                <a:ea typeface="楷体_GB2312" pitchFamily="49" charset="-122"/>
              </a:rPr>
              <a:t>  </a:t>
            </a:r>
            <a:r>
              <a:rPr lang="zh-CN" altLang="en-US" sz="3600" b="1">
                <a:solidFill>
                  <a:srgbClr val="000066"/>
                </a:solidFill>
                <a:latin typeface="楷体_GB2312" pitchFamily="49" charset="-122"/>
                <a:ea typeface="楷体_GB2312" pitchFamily="49" charset="-122"/>
              </a:rPr>
              <a:t>对有理函数形式的    求反变换一般有两种方法</a:t>
            </a:r>
            <a:r>
              <a:rPr lang="en-US" altLang="zh-CN" sz="3600" b="1">
                <a:solidFill>
                  <a:srgbClr val="000066"/>
                </a:solidFill>
                <a:latin typeface="楷体_GB2312" pitchFamily="49" charset="-122"/>
                <a:ea typeface="楷体_GB2312" pitchFamily="49" charset="-122"/>
              </a:rPr>
              <a:t>,</a:t>
            </a:r>
            <a:r>
              <a:rPr lang="zh-CN" altLang="en-US" sz="3600" b="1">
                <a:solidFill>
                  <a:srgbClr val="000066"/>
                </a:solidFill>
                <a:latin typeface="楷体_GB2312" pitchFamily="49" charset="-122"/>
                <a:ea typeface="楷体_GB2312" pitchFamily="49" charset="-122"/>
              </a:rPr>
              <a:t>即</a:t>
            </a:r>
            <a:r>
              <a:rPr lang="zh-CN" altLang="en-US" sz="3600" b="1">
                <a:solidFill>
                  <a:srgbClr val="760C04"/>
                </a:solidFill>
                <a:latin typeface="楷体_GB2312" pitchFamily="49" charset="-122"/>
                <a:ea typeface="楷体_GB2312" pitchFamily="49" charset="-122"/>
              </a:rPr>
              <a:t>部分分式展开法</a:t>
            </a:r>
            <a:r>
              <a:rPr lang="zh-CN" altLang="en-US" sz="3600" b="1">
                <a:solidFill>
                  <a:srgbClr val="000066"/>
                </a:solidFill>
                <a:latin typeface="楷体_GB2312" pitchFamily="49" charset="-122"/>
                <a:ea typeface="楷体_GB2312" pitchFamily="49" charset="-122"/>
              </a:rPr>
              <a:t>和</a:t>
            </a:r>
            <a:r>
              <a:rPr lang="zh-CN" altLang="en-US" sz="3600" b="1">
                <a:solidFill>
                  <a:srgbClr val="760C04"/>
                </a:solidFill>
                <a:latin typeface="楷体_GB2312" pitchFamily="49" charset="-122"/>
                <a:ea typeface="楷体_GB2312" pitchFamily="49" charset="-122"/>
              </a:rPr>
              <a:t>留数法</a:t>
            </a:r>
            <a:r>
              <a:rPr lang="zh-CN" altLang="en-US" sz="3600" b="1">
                <a:solidFill>
                  <a:srgbClr val="000066"/>
                </a:solidFill>
                <a:latin typeface="楷体_GB2312" pitchFamily="49" charset="-122"/>
                <a:ea typeface="楷体_GB2312" pitchFamily="49" charset="-122"/>
              </a:rPr>
              <a:t>。</a:t>
            </a:r>
          </a:p>
        </p:txBody>
      </p:sp>
      <p:graphicFrame>
        <p:nvGraphicFramePr>
          <p:cNvPr id="68613" name="Object 5">
            <a:extLst>
              <a:ext uri="{FF2B5EF4-FFF2-40B4-BE49-F238E27FC236}">
                <a16:creationId xmlns:a16="http://schemas.microsoft.com/office/drawing/2014/main" id="{62E041DF-421E-06B5-D0AA-A391CE635AC1}"/>
              </a:ext>
            </a:extLst>
          </p:cNvPr>
          <p:cNvGraphicFramePr>
            <a:graphicFrameLocks noChangeAspect="1"/>
          </p:cNvGraphicFramePr>
          <p:nvPr/>
        </p:nvGraphicFramePr>
        <p:xfrm>
          <a:off x="4067175" y="1196975"/>
          <a:ext cx="1081088" cy="542925"/>
        </p:xfrm>
        <a:graphic>
          <a:graphicData uri="http://schemas.openxmlformats.org/presentationml/2006/ole">
            <mc:AlternateContent xmlns:mc="http://schemas.openxmlformats.org/markup-compatibility/2006">
              <mc:Choice xmlns:v="urn:schemas-microsoft-com:vml" Requires="v">
                <p:oleObj name="Equation" r:id="rId2" imgW="355320" imgH="203040" progId="Equation.DSMT4">
                  <p:embed/>
                </p:oleObj>
              </mc:Choice>
              <mc:Fallback>
                <p:oleObj name="Equation" r:id="rId2" imgW="355320" imgH="203040" progId="Equation.DSMT4">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7175" y="1196975"/>
                        <a:ext cx="1081088" cy="54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8615" name="Rectangle 7">
            <a:extLst>
              <a:ext uri="{FF2B5EF4-FFF2-40B4-BE49-F238E27FC236}">
                <a16:creationId xmlns:a16="http://schemas.microsoft.com/office/drawing/2014/main" id="{5A6186CE-B83B-BA51-4019-B65007103C79}"/>
              </a:ext>
            </a:extLst>
          </p:cNvPr>
          <p:cNvSpPr>
            <a:spLocks noChangeArrowheads="1"/>
          </p:cNvSpPr>
          <p:nvPr/>
        </p:nvSpPr>
        <p:spPr bwMode="auto">
          <a:xfrm>
            <a:off x="0" y="3357563"/>
            <a:ext cx="9144000" cy="3387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800100" indent="-342900">
              <a:defRPr>
                <a:solidFill>
                  <a:schemeClr val="tx1"/>
                </a:solidFill>
                <a:latin typeface="Arial" panose="020B0604020202020204" pitchFamily="34" charset="0"/>
                <a:ea typeface="宋体" panose="02010600030101010101" pitchFamily="2" charset="-122"/>
              </a:defRPr>
            </a:lvl2pPr>
            <a:lvl3pPr marL="1257300" indent="-342900">
              <a:defRPr>
                <a:solidFill>
                  <a:schemeClr val="tx1"/>
                </a:solidFill>
                <a:latin typeface="Arial" panose="020B0604020202020204" pitchFamily="34" charset="0"/>
                <a:ea typeface="宋体" panose="02010600030101010101" pitchFamily="2" charset="-122"/>
              </a:defRPr>
            </a:lvl3pPr>
            <a:lvl4pPr marL="1714500" indent="-342900">
              <a:defRPr>
                <a:solidFill>
                  <a:schemeClr val="tx1"/>
                </a:solidFill>
                <a:latin typeface="Arial" panose="020B0604020202020204" pitchFamily="34" charset="0"/>
                <a:ea typeface="宋体" panose="02010600030101010101" pitchFamily="2" charset="-122"/>
              </a:defRPr>
            </a:lvl4pPr>
            <a:lvl5pPr marL="2171700" indent="-342900">
              <a:defRPr>
                <a:solidFill>
                  <a:schemeClr val="tx1"/>
                </a:solidFill>
                <a:latin typeface="Arial" panose="020B0604020202020204" pitchFamily="34" charset="0"/>
                <a:ea typeface="宋体" panose="02010600030101010101" pitchFamily="2" charset="-122"/>
              </a:defRPr>
            </a:lvl5pPr>
            <a:lvl6pPr marL="26289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0861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5433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0005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spcBef>
                <a:spcPct val="50000"/>
              </a:spcBef>
            </a:pPr>
            <a:r>
              <a:rPr lang="en-US" altLang="zh-CN" sz="2800" b="1">
                <a:latin typeface="楷体_GB2312" pitchFamily="49" charset="-122"/>
                <a:ea typeface="楷体_GB2312" pitchFamily="49" charset="-122"/>
              </a:rPr>
              <a:t>  </a:t>
            </a:r>
            <a:r>
              <a:rPr lang="en-US" altLang="zh-CN" sz="3600" b="1">
                <a:solidFill>
                  <a:srgbClr val="000066"/>
                </a:solidFill>
                <a:latin typeface="Times New Roman" panose="02020603050405020304" pitchFamily="18" charset="0"/>
                <a:ea typeface="楷体_GB2312" pitchFamily="49" charset="-122"/>
              </a:rPr>
              <a:t>1. </a:t>
            </a:r>
            <a:r>
              <a:rPr lang="zh-CN" altLang="en-US" sz="3600" b="1">
                <a:solidFill>
                  <a:srgbClr val="000066"/>
                </a:solidFill>
                <a:latin typeface="Times New Roman" panose="02020603050405020304" pitchFamily="18" charset="0"/>
                <a:ea typeface="楷体_GB2312" pitchFamily="49" charset="-122"/>
              </a:rPr>
              <a:t>将         展开为部分分式。                                </a:t>
            </a:r>
            <a:r>
              <a:rPr lang="en-US" altLang="zh-CN" sz="3600" b="1">
                <a:solidFill>
                  <a:srgbClr val="000066"/>
                </a:solidFill>
                <a:latin typeface="Times New Roman" panose="02020603050405020304" pitchFamily="18" charset="0"/>
                <a:ea typeface="楷体_GB2312" pitchFamily="49" charset="-122"/>
              </a:rPr>
              <a:t>2. </a:t>
            </a:r>
            <a:r>
              <a:rPr lang="zh-CN" altLang="en-US" sz="3600" b="1">
                <a:solidFill>
                  <a:srgbClr val="000066"/>
                </a:solidFill>
                <a:latin typeface="Times New Roman" panose="02020603050405020304" pitchFamily="18" charset="0"/>
                <a:ea typeface="楷体_GB2312" pitchFamily="49" charset="-122"/>
              </a:rPr>
              <a:t>根据       的</a:t>
            </a:r>
            <a:r>
              <a:rPr lang="en-US" altLang="zh-CN" sz="3600" b="1">
                <a:solidFill>
                  <a:srgbClr val="000066"/>
                </a:solidFill>
                <a:latin typeface="Times New Roman" panose="02020603050405020304" pitchFamily="18" charset="0"/>
                <a:ea typeface="楷体_GB2312" pitchFamily="49" charset="-122"/>
              </a:rPr>
              <a:t>ROC</a:t>
            </a:r>
            <a:r>
              <a:rPr lang="zh-CN" altLang="en-US" sz="3600" b="1">
                <a:solidFill>
                  <a:srgbClr val="000066"/>
                </a:solidFill>
                <a:latin typeface="Times New Roman" panose="02020603050405020304" pitchFamily="18" charset="0"/>
                <a:ea typeface="楷体_GB2312" pitchFamily="49" charset="-122"/>
              </a:rPr>
              <a:t>，确定每一项的</a:t>
            </a:r>
            <a:r>
              <a:rPr lang="en-US" altLang="zh-CN" sz="3600" b="1">
                <a:solidFill>
                  <a:srgbClr val="000066"/>
                </a:solidFill>
                <a:latin typeface="Times New Roman" panose="02020603050405020304" pitchFamily="18" charset="0"/>
                <a:ea typeface="楷体_GB2312" pitchFamily="49" charset="-122"/>
              </a:rPr>
              <a:t>ROC </a:t>
            </a:r>
            <a:r>
              <a:rPr lang="zh-CN" altLang="en-US" sz="3600" b="1">
                <a:solidFill>
                  <a:srgbClr val="000066"/>
                </a:solidFill>
                <a:latin typeface="Times New Roman" panose="02020603050405020304" pitchFamily="18" charset="0"/>
                <a:ea typeface="楷体_GB2312" pitchFamily="49" charset="-122"/>
              </a:rPr>
              <a:t>。         </a:t>
            </a:r>
            <a:r>
              <a:rPr lang="en-US" altLang="zh-CN" sz="3600" b="1">
                <a:solidFill>
                  <a:srgbClr val="000066"/>
                </a:solidFill>
                <a:latin typeface="Times New Roman" panose="02020603050405020304" pitchFamily="18" charset="0"/>
                <a:ea typeface="楷体_GB2312" pitchFamily="49" charset="-122"/>
              </a:rPr>
              <a:t>3. </a:t>
            </a:r>
            <a:r>
              <a:rPr lang="zh-CN" altLang="en-US" sz="3600" b="1">
                <a:solidFill>
                  <a:srgbClr val="000066"/>
                </a:solidFill>
                <a:latin typeface="Times New Roman" panose="02020603050405020304" pitchFamily="18" charset="0"/>
                <a:ea typeface="楷体_GB2312" pitchFamily="49" charset="-122"/>
              </a:rPr>
              <a:t>利用常用信号的变换对与拉氏变换的性质</a:t>
            </a:r>
            <a:r>
              <a:rPr lang="en-US" altLang="zh-CN" sz="3600" b="1">
                <a:solidFill>
                  <a:srgbClr val="000066"/>
                </a:solidFill>
                <a:latin typeface="Times New Roman" panose="02020603050405020304" pitchFamily="18" charset="0"/>
                <a:ea typeface="楷体_GB2312" pitchFamily="49" charset="-122"/>
              </a:rPr>
              <a:t>,</a:t>
            </a:r>
            <a:r>
              <a:rPr lang="zh-CN" altLang="en-US" sz="3600" b="1">
                <a:solidFill>
                  <a:srgbClr val="000066"/>
                </a:solidFill>
                <a:latin typeface="Times New Roman" panose="02020603050405020304" pitchFamily="18" charset="0"/>
                <a:ea typeface="楷体_GB2312" pitchFamily="49" charset="-122"/>
              </a:rPr>
              <a:t>对每一项进行反变换。</a:t>
            </a:r>
          </a:p>
        </p:txBody>
      </p:sp>
      <p:graphicFrame>
        <p:nvGraphicFramePr>
          <p:cNvPr id="68616" name="Object 8">
            <a:extLst>
              <a:ext uri="{FF2B5EF4-FFF2-40B4-BE49-F238E27FC236}">
                <a16:creationId xmlns:a16="http://schemas.microsoft.com/office/drawing/2014/main" id="{4449070C-FF7D-C7BC-A383-DB8DA19E9C16}"/>
              </a:ext>
            </a:extLst>
          </p:cNvPr>
          <p:cNvGraphicFramePr>
            <a:graphicFrameLocks noChangeAspect="1"/>
          </p:cNvGraphicFramePr>
          <p:nvPr/>
        </p:nvGraphicFramePr>
        <p:xfrm>
          <a:off x="1331913" y="3644900"/>
          <a:ext cx="1152525" cy="587375"/>
        </p:xfrm>
        <a:graphic>
          <a:graphicData uri="http://schemas.openxmlformats.org/presentationml/2006/ole">
            <mc:AlternateContent xmlns:mc="http://schemas.openxmlformats.org/markup-compatibility/2006">
              <mc:Choice xmlns:v="urn:schemas-microsoft-com:vml" Requires="v">
                <p:oleObj name="Equation" r:id="rId4" imgW="355320" imgH="203040" progId="Equation.DSMT4">
                  <p:embed/>
                </p:oleObj>
              </mc:Choice>
              <mc:Fallback>
                <p:oleObj name="Equation" r:id="rId4" imgW="355320" imgH="203040" progId="Equation.DSMT4">
                  <p:embed/>
                  <p:pic>
                    <p:nvPicPr>
                      <p:cNvPr id="0"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913" y="3644900"/>
                        <a:ext cx="1152525" cy="587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8617" name="Object 9">
            <a:extLst>
              <a:ext uri="{FF2B5EF4-FFF2-40B4-BE49-F238E27FC236}">
                <a16:creationId xmlns:a16="http://schemas.microsoft.com/office/drawing/2014/main" id="{E7520261-FAB1-7B5E-F8EF-74CB247ED590}"/>
              </a:ext>
            </a:extLst>
          </p:cNvPr>
          <p:cNvGraphicFramePr>
            <a:graphicFrameLocks noChangeAspect="1"/>
          </p:cNvGraphicFramePr>
          <p:nvPr/>
        </p:nvGraphicFramePr>
        <p:xfrm>
          <a:off x="1763713" y="4508500"/>
          <a:ext cx="847725" cy="438150"/>
        </p:xfrm>
        <a:graphic>
          <a:graphicData uri="http://schemas.openxmlformats.org/presentationml/2006/ole">
            <mc:AlternateContent xmlns:mc="http://schemas.openxmlformats.org/markup-compatibility/2006">
              <mc:Choice xmlns:v="urn:schemas-microsoft-com:vml" Requires="v">
                <p:oleObj name="Equation" r:id="rId2" imgW="355320" imgH="203040" progId="Equation.DSMT4">
                  <p:embed/>
                </p:oleObj>
              </mc:Choice>
              <mc:Fallback>
                <p:oleObj name="Equation" r:id="rId2" imgW="355320" imgH="203040" progId="Equation.DSMT4">
                  <p:embed/>
                  <p:pic>
                    <p:nvPicPr>
                      <p:cNvPr id="0" name="Object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3713" y="4508500"/>
                        <a:ext cx="847725" cy="438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8618" name="Rectangle 10">
            <a:extLst>
              <a:ext uri="{FF2B5EF4-FFF2-40B4-BE49-F238E27FC236}">
                <a16:creationId xmlns:a16="http://schemas.microsoft.com/office/drawing/2014/main" id="{308B4025-4BD7-5D80-76DB-09FC632FB618}"/>
              </a:ext>
            </a:extLst>
          </p:cNvPr>
          <p:cNvSpPr>
            <a:spLocks noChangeArrowheads="1"/>
          </p:cNvSpPr>
          <p:nvPr/>
        </p:nvSpPr>
        <p:spPr bwMode="auto">
          <a:xfrm>
            <a:off x="395288" y="2676525"/>
            <a:ext cx="4351337"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50000"/>
              </a:spcBef>
              <a:buFont typeface="Wingdings" panose="05000000000000000000" pitchFamily="2" charset="2"/>
              <a:buChar char="v"/>
            </a:pPr>
            <a:r>
              <a:rPr lang="en-US" altLang="zh-CN" sz="2800" b="1">
                <a:solidFill>
                  <a:srgbClr val="000066"/>
                </a:solidFill>
                <a:latin typeface="楷体_GB2312" pitchFamily="49" charset="-122"/>
                <a:ea typeface="楷体_GB2312" pitchFamily="49" charset="-122"/>
              </a:rPr>
              <a:t> </a:t>
            </a:r>
            <a:r>
              <a:rPr lang="zh-CN" altLang="en-US" sz="3600" b="1">
                <a:solidFill>
                  <a:srgbClr val="000066"/>
                </a:solidFill>
                <a:latin typeface="楷体_GB2312" pitchFamily="49" charset="-122"/>
                <a:ea typeface="楷体_GB2312" pitchFamily="49" charset="-122"/>
              </a:rPr>
              <a:t>部分分式展开法：</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8618"/>
                                        </p:tgtEl>
                                        <p:attrNameLst>
                                          <p:attrName>style.visibility</p:attrName>
                                        </p:attrNameLst>
                                      </p:cBhvr>
                                      <p:to>
                                        <p:strVal val="visible"/>
                                      </p:to>
                                    </p:set>
                                    <p:anim calcmode="lin" valueType="num">
                                      <p:cBhvr additive="base">
                                        <p:cTn id="7" dur="500" fill="hold"/>
                                        <p:tgtEl>
                                          <p:spTgt spid="68618"/>
                                        </p:tgtEl>
                                        <p:attrNameLst>
                                          <p:attrName>ppt_x</p:attrName>
                                        </p:attrNameLst>
                                      </p:cBhvr>
                                      <p:tavLst>
                                        <p:tav tm="0">
                                          <p:val>
                                            <p:strVal val="0-#ppt_w/2"/>
                                          </p:val>
                                        </p:tav>
                                        <p:tav tm="100000">
                                          <p:val>
                                            <p:strVal val="#ppt_x"/>
                                          </p:val>
                                        </p:tav>
                                      </p:tavLst>
                                    </p:anim>
                                    <p:anim calcmode="lin" valueType="num">
                                      <p:cBhvr additive="base">
                                        <p:cTn id="8" dur="500" fill="hold"/>
                                        <p:tgtEl>
                                          <p:spTgt spid="686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8" grpId="0"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7587" name="Object 3">
            <a:extLst>
              <a:ext uri="{FF2B5EF4-FFF2-40B4-BE49-F238E27FC236}">
                <a16:creationId xmlns:a16="http://schemas.microsoft.com/office/drawing/2014/main" id="{7E586C5C-2643-23BE-9079-E2898E91AA79}"/>
              </a:ext>
            </a:extLst>
          </p:cNvPr>
          <p:cNvGraphicFramePr>
            <a:graphicFrameLocks noChangeAspect="1"/>
          </p:cNvGraphicFramePr>
          <p:nvPr/>
        </p:nvGraphicFramePr>
        <p:xfrm>
          <a:off x="1331913" y="2349500"/>
          <a:ext cx="2689225" cy="569913"/>
        </p:xfrm>
        <a:graphic>
          <a:graphicData uri="http://schemas.openxmlformats.org/presentationml/2006/ole">
            <mc:AlternateContent xmlns:mc="http://schemas.openxmlformats.org/markup-compatibility/2006">
              <mc:Choice xmlns:v="urn:schemas-microsoft-com:vml" Requires="v">
                <p:oleObj name="Equation" r:id="rId2" imgW="990360" imgH="203040" progId="Equation.DSMT4">
                  <p:embed/>
                </p:oleObj>
              </mc:Choice>
              <mc:Fallback>
                <p:oleObj name="Equation" r:id="rId2" imgW="990360" imgH="203040" progId="Equation.DSMT4">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913" y="2349500"/>
                        <a:ext cx="2689225" cy="569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7588" name="Text Box 4">
            <a:extLst>
              <a:ext uri="{FF2B5EF4-FFF2-40B4-BE49-F238E27FC236}">
                <a16:creationId xmlns:a16="http://schemas.microsoft.com/office/drawing/2014/main" id="{43655CB7-7109-1726-EFFA-5A11CC88C2F7}"/>
              </a:ext>
            </a:extLst>
          </p:cNvPr>
          <p:cNvSpPr txBox="1">
            <a:spLocks noChangeArrowheads="1"/>
          </p:cNvSpPr>
          <p:nvPr/>
        </p:nvSpPr>
        <p:spPr bwMode="auto">
          <a:xfrm>
            <a:off x="0" y="2349500"/>
            <a:ext cx="147478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3600" b="1">
                <a:solidFill>
                  <a:srgbClr val="000066"/>
                </a:solidFill>
                <a:latin typeface="楷体_GB2312" pitchFamily="49" charset="-122"/>
                <a:ea typeface="楷体_GB2312" pitchFamily="49" charset="-122"/>
              </a:rPr>
              <a:t>极点</a:t>
            </a:r>
            <a:r>
              <a:rPr kumimoji="1" lang="zh-CN" altLang="en-US" sz="2800" b="1">
                <a:solidFill>
                  <a:srgbClr val="000066"/>
                </a:solidFill>
                <a:latin typeface="楷体_GB2312" pitchFamily="49" charset="-122"/>
                <a:ea typeface="楷体_GB2312" pitchFamily="49" charset="-122"/>
              </a:rPr>
              <a:t>：</a:t>
            </a:r>
          </a:p>
        </p:txBody>
      </p:sp>
      <p:sp>
        <p:nvSpPr>
          <p:cNvPr id="67590" name="Text Box 6">
            <a:extLst>
              <a:ext uri="{FF2B5EF4-FFF2-40B4-BE49-F238E27FC236}">
                <a16:creationId xmlns:a16="http://schemas.microsoft.com/office/drawing/2014/main" id="{82975F08-BE8C-8145-44B2-F2945ED475AE}"/>
              </a:ext>
            </a:extLst>
          </p:cNvPr>
          <p:cNvSpPr txBox="1">
            <a:spLocks noChangeArrowheads="1"/>
          </p:cNvSpPr>
          <p:nvPr/>
        </p:nvSpPr>
        <p:spPr bwMode="auto">
          <a:xfrm>
            <a:off x="0" y="1628775"/>
            <a:ext cx="9144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3600" b="1">
                <a:solidFill>
                  <a:srgbClr val="000066"/>
                </a:solidFill>
                <a:latin typeface="楷体_GB2312" pitchFamily="49" charset="-122"/>
                <a:ea typeface="楷体_GB2312" pitchFamily="49" charset="-122"/>
              </a:rPr>
              <a:t>确定其可能的收敛域及所对应信号的属性。</a:t>
            </a:r>
          </a:p>
        </p:txBody>
      </p:sp>
      <p:graphicFrame>
        <p:nvGraphicFramePr>
          <p:cNvPr id="67591" name="Object 7">
            <a:extLst>
              <a:ext uri="{FF2B5EF4-FFF2-40B4-BE49-F238E27FC236}">
                <a16:creationId xmlns:a16="http://schemas.microsoft.com/office/drawing/2014/main" id="{6E546399-C0CD-2B5E-C1B9-06AC122DFC00}"/>
              </a:ext>
            </a:extLst>
          </p:cNvPr>
          <p:cNvGraphicFramePr>
            <a:graphicFrameLocks noChangeAspect="1"/>
          </p:cNvGraphicFramePr>
          <p:nvPr/>
        </p:nvGraphicFramePr>
        <p:xfrm>
          <a:off x="1331913" y="260350"/>
          <a:ext cx="4183062" cy="1281113"/>
        </p:xfrm>
        <a:graphic>
          <a:graphicData uri="http://schemas.openxmlformats.org/presentationml/2006/ole">
            <mc:AlternateContent xmlns:mc="http://schemas.openxmlformats.org/markup-compatibility/2006">
              <mc:Choice xmlns:v="urn:schemas-microsoft-com:vml" Requires="v">
                <p:oleObj name="Equation" r:id="rId4" imgW="1269720" imgH="419040" progId="Equation.DSMT4">
                  <p:embed/>
                </p:oleObj>
              </mc:Choice>
              <mc:Fallback>
                <p:oleObj name="Equation" r:id="rId4" imgW="1269720" imgH="419040" progId="Equation.DSMT4">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31913" y="260350"/>
                        <a:ext cx="4183062" cy="1281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7592" name="Rectangle 8">
            <a:extLst>
              <a:ext uri="{FF2B5EF4-FFF2-40B4-BE49-F238E27FC236}">
                <a16:creationId xmlns:a16="http://schemas.microsoft.com/office/drawing/2014/main" id="{EE00F87F-C026-D903-D5F6-613661FE40F5}"/>
              </a:ext>
            </a:extLst>
          </p:cNvPr>
          <p:cNvSpPr>
            <a:spLocks noChangeArrowheads="1"/>
          </p:cNvSpPr>
          <p:nvPr/>
        </p:nvSpPr>
        <p:spPr bwMode="auto">
          <a:xfrm>
            <a:off x="250825" y="260350"/>
            <a:ext cx="102393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000066"/>
                </a:solidFill>
                <a:ea typeface="楷体_GB2312" pitchFamily="49" charset="-122"/>
              </a:rPr>
              <a:t>例</a:t>
            </a:r>
            <a:r>
              <a:rPr lang="en-US" altLang="zh-CN" sz="3600" b="1">
                <a:solidFill>
                  <a:srgbClr val="000066"/>
                </a:solidFill>
                <a:ea typeface="楷体_GB2312" pitchFamily="49" charset="-122"/>
              </a:rPr>
              <a:t>1.</a:t>
            </a:r>
          </a:p>
        </p:txBody>
      </p:sp>
      <p:sp>
        <p:nvSpPr>
          <p:cNvPr id="67594" name="Rectangle 10">
            <a:extLst>
              <a:ext uri="{FF2B5EF4-FFF2-40B4-BE49-F238E27FC236}">
                <a16:creationId xmlns:a16="http://schemas.microsoft.com/office/drawing/2014/main" id="{A5C281DA-973A-70DE-D2D0-1CEEB356FA65}"/>
              </a:ext>
            </a:extLst>
          </p:cNvPr>
          <p:cNvSpPr>
            <a:spLocks noChangeArrowheads="1"/>
          </p:cNvSpPr>
          <p:nvPr/>
        </p:nvSpPr>
        <p:spPr bwMode="auto">
          <a:xfrm>
            <a:off x="1554163" y="3359150"/>
            <a:ext cx="1165225" cy="2328863"/>
          </a:xfrm>
          <a:prstGeom prst="rect">
            <a:avLst/>
          </a:prstGeom>
          <a:solidFill>
            <a:srgbClr val="CC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7595" name="Text Box 11">
            <a:extLst>
              <a:ext uri="{FF2B5EF4-FFF2-40B4-BE49-F238E27FC236}">
                <a16:creationId xmlns:a16="http://schemas.microsoft.com/office/drawing/2014/main" id="{80DF5752-F483-4CAF-DD6B-167A99B4E8FC}"/>
              </a:ext>
            </a:extLst>
          </p:cNvPr>
          <p:cNvSpPr txBox="1">
            <a:spLocks noChangeArrowheads="1"/>
          </p:cNvSpPr>
          <p:nvPr/>
        </p:nvSpPr>
        <p:spPr bwMode="auto">
          <a:xfrm>
            <a:off x="930275" y="5883275"/>
            <a:ext cx="23463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800" b="1">
                <a:solidFill>
                  <a:srgbClr val="760C04"/>
                </a:solidFill>
                <a:latin typeface="楷体_GB2312" pitchFamily="49" charset="-122"/>
                <a:ea typeface="楷体_GB2312" pitchFamily="49" charset="-122"/>
              </a:rPr>
              <a:t>右边信号</a:t>
            </a:r>
          </a:p>
        </p:txBody>
      </p:sp>
      <p:sp>
        <p:nvSpPr>
          <p:cNvPr id="67597" name="Line 13">
            <a:extLst>
              <a:ext uri="{FF2B5EF4-FFF2-40B4-BE49-F238E27FC236}">
                <a16:creationId xmlns:a16="http://schemas.microsoft.com/office/drawing/2014/main" id="{1A7FD1AD-E625-0087-02A4-B5FD742DF247}"/>
              </a:ext>
            </a:extLst>
          </p:cNvPr>
          <p:cNvSpPr>
            <a:spLocks noChangeShapeType="1"/>
          </p:cNvSpPr>
          <p:nvPr/>
        </p:nvSpPr>
        <p:spPr bwMode="auto">
          <a:xfrm>
            <a:off x="250825" y="4530725"/>
            <a:ext cx="2693988"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7598" name="Line 14">
            <a:extLst>
              <a:ext uri="{FF2B5EF4-FFF2-40B4-BE49-F238E27FC236}">
                <a16:creationId xmlns:a16="http://schemas.microsoft.com/office/drawing/2014/main" id="{37A87C2A-40DE-658E-FD9B-C0AE8D8133E5}"/>
              </a:ext>
            </a:extLst>
          </p:cNvPr>
          <p:cNvSpPr>
            <a:spLocks noChangeShapeType="1"/>
          </p:cNvSpPr>
          <p:nvPr/>
        </p:nvSpPr>
        <p:spPr bwMode="auto">
          <a:xfrm flipV="1">
            <a:off x="2011363" y="3122613"/>
            <a:ext cx="0" cy="269081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aphicFrame>
        <p:nvGraphicFramePr>
          <p:cNvPr id="67599" name="Object 15">
            <a:extLst>
              <a:ext uri="{FF2B5EF4-FFF2-40B4-BE49-F238E27FC236}">
                <a16:creationId xmlns:a16="http://schemas.microsoft.com/office/drawing/2014/main" id="{D659834F-B635-A7A7-08FB-7D430548D11D}"/>
              </a:ext>
            </a:extLst>
          </p:cNvPr>
          <p:cNvGraphicFramePr>
            <a:graphicFrameLocks noChangeAspect="1"/>
          </p:cNvGraphicFramePr>
          <p:nvPr/>
        </p:nvGraphicFramePr>
        <p:xfrm>
          <a:off x="1282700" y="4660900"/>
          <a:ext cx="460375" cy="331788"/>
        </p:xfrm>
        <a:graphic>
          <a:graphicData uri="http://schemas.openxmlformats.org/presentationml/2006/ole">
            <mc:AlternateContent xmlns:mc="http://schemas.openxmlformats.org/markup-compatibility/2006">
              <mc:Choice xmlns:v="urn:schemas-microsoft-com:vml" Requires="v">
                <p:oleObj name="Equation" r:id="rId6" imgW="507960" imgH="368280" progId="Equation.3">
                  <p:embed/>
                </p:oleObj>
              </mc:Choice>
              <mc:Fallback>
                <p:oleObj name="Equation" r:id="rId6" imgW="507960" imgH="368280" progId="Equation.3">
                  <p:embed/>
                  <p:pic>
                    <p:nvPicPr>
                      <p:cNvPr id="0" name="Object 1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82700" y="4660900"/>
                        <a:ext cx="460375" cy="331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600" name="Object 16">
            <a:extLst>
              <a:ext uri="{FF2B5EF4-FFF2-40B4-BE49-F238E27FC236}">
                <a16:creationId xmlns:a16="http://schemas.microsoft.com/office/drawing/2014/main" id="{B18C0096-B40F-6CB5-F26C-978895B6BE19}"/>
              </a:ext>
            </a:extLst>
          </p:cNvPr>
          <p:cNvGraphicFramePr>
            <a:graphicFrameLocks noChangeAspect="1"/>
          </p:cNvGraphicFramePr>
          <p:nvPr/>
        </p:nvGraphicFramePr>
        <p:xfrm>
          <a:off x="581025" y="4638675"/>
          <a:ext cx="525463" cy="331788"/>
        </p:xfrm>
        <a:graphic>
          <a:graphicData uri="http://schemas.openxmlformats.org/presentationml/2006/ole">
            <mc:AlternateContent xmlns:mc="http://schemas.openxmlformats.org/markup-compatibility/2006">
              <mc:Choice xmlns:v="urn:schemas-microsoft-com:vml" Requires="v">
                <p:oleObj name="Equation" r:id="rId8" imgW="583920" imgH="368280" progId="Equation.3">
                  <p:embed/>
                </p:oleObj>
              </mc:Choice>
              <mc:Fallback>
                <p:oleObj name="Equation" r:id="rId8" imgW="583920" imgH="368280" progId="Equation.3">
                  <p:embed/>
                  <p:pic>
                    <p:nvPicPr>
                      <p:cNvPr id="0" name="Object 1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81025" y="4638675"/>
                        <a:ext cx="525463" cy="331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7601" name="Group 17">
            <a:extLst>
              <a:ext uri="{FF2B5EF4-FFF2-40B4-BE49-F238E27FC236}">
                <a16:creationId xmlns:a16="http://schemas.microsoft.com/office/drawing/2014/main" id="{F939D774-D254-6DCA-780B-B28E0E1E4001}"/>
              </a:ext>
            </a:extLst>
          </p:cNvPr>
          <p:cNvGrpSpPr>
            <a:grpSpLocks/>
          </p:cNvGrpSpPr>
          <p:nvPr/>
        </p:nvGrpSpPr>
        <p:grpSpPr bwMode="auto">
          <a:xfrm>
            <a:off x="928688" y="4446588"/>
            <a:ext cx="177800" cy="177800"/>
            <a:chOff x="4276" y="2159"/>
            <a:chExt cx="88" cy="88"/>
          </a:xfrm>
        </p:grpSpPr>
        <p:sp>
          <p:nvSpPr>
            <p:cNvPr id="67602" name="Line 18">
              <a:extLst>
                <a:ext uri="{FF2B5EF4-FFF2-40B4-BE49-F238E27FC236}">
                  <a16:creationId xmlns:a16="http://schemas.microsoft.com/office/drawing/2014/main" id="{B271E11B-F12C-3E4E-6845-2169295AD1F3}"/>
                </a:ext>
              </a:extLst>
            </p:cNvPr>
            <p:cNvSpPr>
              <a:spLocks noChangeShapeType="1"/>
            </p:cNvSpPr>
            <p:nvPr/>
          </p:nvSpPr>
          <p:spPr bwMode="auto">
            <a:xfrm flipH="1">
              <a:off x="4276" y="2159"/>
              <a:ext cx="88" cy="88"/>
            </a:xfrm>
            <a:prstGeom prst="line">
              <a:avLst/>
            </a:prstGeom>
            <a:noFill/>
            <a:ln w="28575">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67603" name="Line 19">
              <a:extLst>
                <a:ext uri="{FF2B5EF4-FFF2-40B4-BE49-F238E27FC236}">
                  <a16:creationId xmlns:a16="http://schemas.microsoft.com/office/drawing/2014/main" id="{EAC709B4-90A3-7727-4600-1E1C10169486}"/>
                </a:ext>
              </a:extLst>
            </p:cNvPr>
            <p:cNvSpPr>
              <a:spLocks noChangeShapeType="1"/>
            </p:cNvSpPr>
            <p:nvPr/>
          </p:nvSpPr>
          <p:spPr bwMode="auto">
            <a:xfrm>
              <a:off x="4276" y="2159"/>
              <a:ext cx="88" cy="88"/>
            </a:xfrm>
            <a:prstGeom prst="line">
              <a:avLst/>
            </a:prstGeom>
            <a:noFill/>
            <a:ln w="28575">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67604" name="Group 20">
            <a:extLst>
              <a:ext uri="{FF2B5EF4-FFF2-40B4-BE49-F238E27FC236}">
                <a16:creationId xmlns:a16="http://schemas.microsoft.com/office/drawing/2014/main" id="{B13D6274-830D-CB11-8559-98780B8A2085}"/>
              </a:ext>
            </a:extLst>
          </p:cNvPr>
          <p:cNvGrpSpPr>
            <a:grpSpLocks/>
          </p:cNvGrpSpPr>
          <p:nvPr/>
        </p:nvGrpSpPr>
        <p:grpSpPr bwMode="auto">
          <a:xfrm>
            <a:off x="1447800" y="4446588"/>
            <a:ext cx="177800" cy="177800"/>
            <a:chOff x="4276" y="2159"/>
            <a:chExt cx="88" cy="88"/>
          </a:xfrm>
        </p:grpSpPr>
        <p:sp>
          <p:nvSpPr>
            <p:cNvPr id="67605" name="Line 21">
              <a:extLst>
                <a:ext uri="{FF2B5EF4-FFF2-40B4-BE49-F238E27FC236}">
                  <a16:creationId xmlns:a16="http://schemas.microsoft.com/office/drawing/2014/main" id="{55C853CE-46CE-8574-7084-04D87EEC79A9}"/>
                </a:ext>
              </a:extLst>
            </p:cNvPr>
            <p:cNvSpPr>
              <a:spLocks noChangeShapeType="1"/>
            </p:cNvSpPr>
            <p:nvPr/>
          </p:nvSpPr>
          <p:spPr bwMode="auto">
            <a:xfrm flipH="1">
              <a:off x="4276" y="2159"/>
              <a:ext cx="88" cy="88"/>
            </a:xfrm>
            <a:prstGeom prst="line">
              <a:avLst/>
            </a:prstGeom>
            <a:noFill/>
            <a:ln w="28575">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67606" name="Line 22">
              <a:extLst>
                <a:ext uri="{FF2B5EF4-FFF2-40B4-BE49-F238E27FC236}">
                  <a16:creationId xmlns:a16="http://schemas.microsoft.com/office/drawing/2014/main" id="{0A874CD4-EA2E-C8CC-94FE-88FFFA877777}"/>
                </a:ext>
              </a:extLst>
            </p:cNvPr>
            <p:cNvSpPr>
              <a:spLocks noChangeShapeType="1"/>
            </p:cNvSpPr>
            <p:nvPr/>
          </p:nvSpPr>
          <p:spPr bwMode="auto">
            <a:xfrm>
              <a:off x="4276" y="2159"/>
              <a:ext cx="88" cy="88"/>
            </a:xfrm>
            <a:prstGeom prst="line">
              <a:avLst/>
            </a:prstGeom>
            <a:noFill/>
            <a:ln w="28575">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aphicFrame>
        <p:nvGraphicFramePr>
          <p:cNvPr id="67607" name="Object 23">
            <a:extLst>
              <a:ext uri="{FF2B5EF4-FFF2-40B4-BE49-F238E27FC236}">
                <a16:creationId xmlns:a16="http://schemas.microsoft.com/office/drawing/2014/main" id="{DEB628BB-25E4-07E8-459C-D87E4E4C7806}"/>
              </a:ext>
            </a:extLst>
          </p:cNvPr>
          <p:cNvGraphicFramePr>
            <a:graphicFrameLocks noChangeAspect="1"/>
          </p:cNvGraphicFramePr>
          <p:nvPr/>
        </p:nvGraphicFramePr>
        <p:xfrm>
          <a:off x="2422525" y="4176713"/>
          <a:ext cx="388938" cy="355600"/>
        </p:xfrm>
        <a:graphic>
          <a:graphicData uri="http://schemas.openxmlformats.org/presentationml/2006/ole">
            <mc:AlternateContent xmlns:mc="http://schemas.openxmlformats.org/markup-compatibility/2006">
              <mc:Choice xmlns:v="urn:schemas-microsoft-com:vml" Requires="v">
                <p:oleObj name="Equation" r:id="rId10" imgW="152280" imgH="139680" progId="Equation.DSMT4">
                  <p:embed/>
                </p:oleObj>
              </mc:Choice>
              <mc:Fallback>
                <p:oleObj name="Equation" r:id="rId10" imgW="152280" imgH="139680" progId="Equation.DSMT4">
                  <p:embed/>
                  <p:pic>
                    <p:nvPicPr>
                      <p:cNvPr id="0" name="Object 2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422525" y="4176713"/>
                        <a:ext cx="388938" cy="355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608" name="Object 24">
            <a:extLst>
              <a:ext uri="{FF2B5EF4-FFF2-40B4-BE49-F238E27FC236}">
                <a16:creationId xmlns:a16="http://schemas.microsoft.com/office/drawing/2014/main" id="{38B50249-8C66-14B1-551E-B3DDA36BDA4F}"/>
              </a:ext>
            </a:extLst>
          </p:cNvPr>
          <p:cNvGraphicFramePr>
            <a:graphicFrameLocks noChangeAspect="1"/>
          </p:cNvGraphicFramePr>
          <p:nvPr/>
        </p:nvGraphicFramePr>
        <p:xfrm>
          <a:off x="2051050" y="2781300"/>
          <a:ext cx="681038" cy="565150"/>
        </p:xfrm>
        <a:graphic>
          <a:graphicData uri="http://schemas.openxmlformats.org/presentationml/2006/ole">
            <mc:AlternateContent xmlns:mc="http://schemas.openxmlformats.org/markup-compatibility/2006">
              <mc:Choice xmlns:v="urn:schemas-microsoft-com:vml" Requires="v">
                <p:oleObj name="Equation" r:id="rId12" imgW="228600" imgH="190440" progId="Equation.DSMT4">
                  <p:embed/>
                </p:oleObj>
              </mc:Choice>
              <mc:Fallback>
                <p:oleObj name="Equation" r:id="rId12" imgW="228600" imgH="190440" progId="Equation.DSMT4">
                  <p:embed/>
                  <p:pic>
                    <p:nvPicPr>
                      <p:cNvPr id="0" name="Object 2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051050" y="2781300"/>
                        <a:ext cx="681038" cy="565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7610" name="Rectangle 26">
            <a:extLst>
              <a:ext uri="{FF2B5EF4-FFF2-40B4-BE49-F238E27FC236}">
                <a16:creationId xmlns:a16="http://schemas.microsoft.com/office/drawing/2014/main" id="{E07BD888-7FE7-2DEC-AD57-9EB4466DBE7C}"/>
              </a:ext>
            </a:extLst>
          </p:cNvPr>
          <p:cNvSpPr>
            <a:spLocks noChangeArrowheads="1"/>
          </p:cNvSpPr>
          <p:nvPr/>
        </p:nvSpPr>
        <p:spPr bwMode="auto">
          <a:xfrm>
            <a:off x="3708400" y="3159125"/>
            <a:ext cx="609600" cy="2552700"/>
          </a:xfrm>
          <a:prstGeom prst="rect">
            <a:avLst/>
          </a:prstGeom>
          <a:solidFill>
            <a:srgbClr val="CC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7611" name="Text Box 27">
            <a:extLst>
              <a:ext uri="{FF2B5EF4-FFF2-40B4-BE49-F238E27FC236}">
                <a16:creationId xmlns:a16="http://schemas.microsoft.com/office/drawing/2014/main" id="{0EEFED25-5433-2CA5-D240-09173014D997}"/>
              </a:ext>
            </a:extLst>
          </p:cNvPr>
          <p:cNvSpPr txBox="1">
            <a:spLocks noChangeArrowheads="1"/>
          </p:cNvSpPr>
          <p:nvPr/>
        </p:nvSpPr>
        <p:spPr bwMode="auto">
          <a:xfrm>
            <a:off x="4089400" y="5880100"/>
            <a:ext cx="17049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800" b="1">
                <a:solidFill>
                  <a:srgbClr val="760C04"/>
                </a:solidFill>
                <a:latin typeface="楷体_GB2312" pitchFamily="49" charset="-122"/>
                <a:ea typeface="楷体_GB2312" pitchFamily="49" charset="-122"/>
              </a:rPr>
              <a:t>左边信号</a:t>
            </a:r>
          </a:p>
        </p:txBody>
      </p:sp>
      <p:grpSp>
        <p:nvGrpSpPr>
          <p:cNvPr id="67612" name="Group 28">
            <a:extLst>
              <a:ext uri="{FF2B5EF4-FFF2-40B4-BE49-F238E27FC236}">
                <a16:creationId xmlns:a16="http://schemas.microsoft.com/office/drawing/2014/main" id="{294371DA-D790-706B-06DB-EE681680B732}"/>
              </a:ext>
            </a:extLst>
          </p:cNvPr>
          <p:cNvGrpSpPr>
            <a:grpSpLocks/>
          </p:cNvGrpSpPr>
          <p:nvPr/>
        </p:nvGrpSpPr>
        <p:grpSpPr bwMode="auto">
          <a:xfrm>
            <a:off x="3708400" y="2852738"/>
            <a:ext cx="2112963" cy="2936875"/>
            <a:chOff x="367" y="2044"/>
            <a:chExt cx="1331" cy="1358"/>
          </a:xfrm>
        </p:grpSpPr>
        <p:sp>
          <p:nvSpPr>
            <p:cNvPr id="67613" name="Line 29">
              <a:extLst>
                <a:ext uri="{FF2B5EF4-FFF2-40B4-BE49-F238E27FC236}">
                  <a16:creationId xmlns:a16="http://schemas.microsoft.com/office/drawing/2014/main" id="{113F8175-8DE2-C8E8-3955-2CE47C33DCE9}"/>
                </a:ext>
              </a:extLst>
            </p:cNvPr>
            <p:cNvSpPr>
              <a:spLocks noChangeShapeType="1"/>
            </p:cNvSpPr>
            <p:nvPr/>
          </p:nvSpPr>
          <p:spPr bwMode="auto">
            <a:xfrm>
              <a:off x="367" y="2767"/>
              <a:ext cx="1331"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7614" name="Line 30">
              <a:extLst>
                <a:ext uri="{FF2B5EF4-FFF2-40B4-BE49-F238E27FC236}">
                  <a16:creationId xmlns:a16="http://schemas.microsoft.com/office/drawing/2014/main" id="{57ECD96D-AB34-E868-E625-8F37D6049218}"/>
                </a:ext>
              </a:extLst>
            </p:cNvPr>
            <p:cNvSpPr>
              <a:spLocks noChangeShapeType="1"/>
            </p:cNvSpPr>
            <p:nvPr/>
          </p:nvSpPr>
          <p:spPr bwMode="auto">
            <a:xfrm flipV="1">
              <a:off x="1237" y="2071"/>
              <a:ext cx="0" cy="1331"/>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aphicFrame>
          <p:nvGraphicFramePr>
            <p:cNvPr id="67615" name="Object 31">
              <a:extLst>
                <a:ext uri="{FF2B5EF4-FFF2-40B4-BE49-F238E27FC236}">
                  <a16:creationId xmlns:a16="http://schemas.microsoft.com/office/drawing/2014/main" id="{190FFDBA-84E6-816C-EBD3-EEE500F970FD}"/>
                </a:ext>
              </a:extLst>
            </p:cNvPr>
            <p:cNvGraphicFramePr>
              <a:graphicFrameLocks noChangeAspect="1"/>
            </p:cNvGraphicFramePr>
            <p:nvPr/>
          </p:nvGraphicFramePr>
          <p:xfrm>
            <a:off x="877" y="2832"/>
            <a:ext cx="227" cy="164"/>
          </p:xfrm>
          <a:graphic>
            <a:graphicData uri="http://schemas.openxmlformats.org/presentationml/2006/ole">
              <mc:AlternateContent xmlns:mc="http://schemas.openxmlformats.org/markup-compatibility/2006">
                <mc:Choice xmlns:v="urn:schemas-microsoft-com:vml" Requires="v">
                  <p:oleObj name="Equation" r:id="rId6" imgW="507960" imgH="368280" progId="Equation.3">
                    <p:embed/>
                  </p:oleObj>
                </mc:Choice>
                <mc:Fallback>
                  <p:oleObj name="Equation" r:id="rId6" imgW="507960" imgH="368280" progId="Equation.3">
                    <p:embed/>
                    <p:pic>
                      <p:nvPicPr>
                        <p:cNvPr id="0" name="Object 3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77" y="2832"/>
                          <a:ext cx="227" cy="1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616" name="Object 32">
              <a:extLst>
                <a:ext uri="{FF2B5EF4-FFF2-40B4-BE49-F238E27FC236}">
                  <a16:creationId xmlns:a16="http://schemas.microsoft.com/office/drawing/2014/main" id="{FAEA6EAD-CE8C-FD3C-3EFC-7565C87CC609}"/>
                </a:ext>
              </a:extLst>
            </p:cNvPr>
            <p:cNvGraphicFramePr>
              <a:graphicFrameLocks noChangeAspect="1"/>
            </p:cNvGraphicFramePr>
            <p:nvPr/>
          </p:nvGraphicFramePr>
          <p:xfrm>
            <a:off x="530" y="2821"/>
            <a:ext cx="260" cy="164"/>
          </p:xfrm>
          <a:graphic>
            <a:graphicData uri="http://schemas.openxmlformats.org/presentationml/2006/ole">
              <mc:AlternateContent xmlns:mc="http://schemas.openxmlformats.org/markup-compatibility/2006">
                <mc:Choice xmlns:v="urn:schemas-microsoft-com:vml" Requires="v">
                  <p:oleObj name="Equation" r:id="rId8" imgW="583920" imgH="368280" progId="Equation.3">
                    <p:embed/>
                  </p:oleObj>
                </mc:Choice>
                <mc:Fallback>
                  <p:oleObj name="Equation" r:id="rId8" imgW="583920" imgH="368280" progId="Equation.3">
                    <p:embed/>
                    <p:pic>
                      <p:nvPicPr>
                        <p:cNvPr id="0" name="Object 3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0" y="2821"/>
                          <a:ext cx="260" cy="1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7617" name="Group 33">
              <a:extLst>
                <a:ext uri="{FF2B5EF4-FFF2-40B4-BE49-F238E27FC236}">
                  <a16:creationId xmlns:a16="http://schemas.microsoft.com/office/drawing/2014/main" id="{A79708CC-0919-F556-1B3C-609D0BCD14F2}"/>
                </a:ext>
              </a:extLst>
            </p:cNvPr>
            <p:cNvGrpSpPr>
              <a:grpSpLocks/>
            </p:cNvGrpSpPr>
            <p:nvPr/>
          </p:nvGrpSpPr>
          <p:grpSpPr bwMode="auto">
            <a:xfrm>
              <a:off x="702" y="2726"/>
              <a:ext cx="88" cy="88"/>
              <a:chOff x="4276" y="2159"/>
              <a:chExt cx="88" cy="88"/>
            </a:xfrm>
          </p:grpSpPr>
          <p:sp>
            <p:nvSpPr>
              <p:cNvPr id="67618" name="Line 34">
                <a:extLst>
                  <a:ext uri="{FF2B5EF4-FFF2-40B4-BE49-F238E27FC236}">
                    <a16:creationId xmlns:a16="http://schemas.microsoft.com/office/drawing/2014/main" id="{08FD5D4F-2F7E-83D0-9DF6-2C68F6F1745C}"/>
                  </a:ext>
                </a:extLst>
              </p:cNvPr>
              <p:cNvSpPr>
                <a:spLocks noChangeShapeType="1"/>
              </p:cNvSpPr>
              <p:nvPr/>
            </p:nvSpPr>
            <p:spPr bwMode="auto">
              <a:xfrm flipH="1">
                <a:off x="4276" y="2159"/>
                <a:ext cx="88" cy="88"/>
              </a:xfrm>
              <a:prstGeom prst="line">
                <a:avLst/>
              </a:prstGeom>
              <a:noFill/>
              <a:ln w="28575">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67619" name="Line 35">
                <a:extLst>
                  <a:ext uri="{FF2B5EF4-FFF2-40B4-BE49-F238E27FC236}">
                    <a16:creationId xmlns:a16="http://schemas.microsoft.com/office/drawing/2014/main" id="{1222A80A-B3BC-7B81-0BC9-3074D78C9574}"/>
                  </a:ext>
                </a:extLst>
              </p:cNvPr>
              <p:cNvSpPr>
                <a:spLocks noChangeShapeType="1"/>
              </p:cNvSpPr>
              <p:nvPr/>
            </p:nvSpPr>
            <p:spPr bwMode="auto">
              <a:xfrm>
                <a:off x="4276" y="2159"/>
                <a:ext cx="88" cy="88"/>
              </a:xfrm>
              <a:prstGeom prst="line">
                <a:avLst/>
              </a:prstGeom>
              <a:noFill/>
              <a:ln w="28575">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67620" name="Group 36">
              <a:extLst>
                <a:ext uri="{FF2B5EF4-FFF2-40B4-BE49-F238E27FC236}">
                  <a16:creationId xmlns:a16="http://schemas.microsoft.com/office/drawing/2014/main" id="{E828E5D6-6F27-FA60-C915-4D9AD6C1D555}"/>
                </a:ext>
              </a:extLst>
            </p:cNvPr>
            <p:cNvGrpSpPr>
              <a:grpSpLocks/>
            </p:cNvGrpSpPr>
            <p:nvPr/>
          </p:nvGrpSpPr>
          <p:grpSpPr bwMode="auto">
            <a:xfrm>
              <a:off x="958" y="2726"/>
              <a:ext cx="88" cy="88"/>
              <a:chOff x="4276" y="2159"/>
              <a:chExt cx="88" cy="88"/>
            </a:xfrm>
          </p:grpSpPr>
          <p:sp>
            <p:nvSpPr>
              <p:cNvPr id="67621" name="Line 37">
                <a:extLst>
                  <a:ext uri="{FF2B5EF4-FFF2-40B4-BE49-F238E27FC236}">
                    <a16:creationId xmlns:a16="http://schemas.microsoft.com/office/drawing/2014/main" id="{D419A316-E9FF-150C-BD15-DD785596F8A4}"/>
                  </a:ext>
                </a:extLst>
              </p:cNvPr>
              <p:cNvSpPr>
                <a:spLocks noChangeShapeType="1"/>
              </p:cNvSpPr>
              <p:nvPr/>
            </p:nvSpPr>
            <p:spPr bwMode="auto">
              <a:xfrm flipH="1">
                <a:off x="4276" y="2159"/>
                <a:ext cx="88" cy="88"/>
              </a:xfrm>
              <a:prstGeom prst="line">
                <a:avLst/>
              </a:prstGeom>
              <a:noFill/>
              <a:ln w="28575">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67622" name="Line 38">
                <a:extLst>
                  <a:ext uri="{FF2B5EF4-FFF2-40B4-BE49-F238E27FC236}">
                    <a16:creationId xmlns:a16="http://schemas.microsoft.com/office/drawing/2014/main" id="{1B583B83-9CAA-DCCA-DBEB-B17E12A0335E}"/>
                  </a:ext>
                </a:extLst>
              </p:cNvPr>
              <p:cNvSpPr>
                <a:spLocks noChangeShapeType="1"/>
              </p:cNvSpPr>
              <p:nvPr/>
            </p:nvSpPr>
            <p:spPr bwMode="auto">
              <a:xfrm>
                <a:off x="4276" y="2159"/>
                <a:ext cx="88" cy="88"/>
              </a:xfrm>
              <a:prstGeom prst="line">
                <a:avLst/>
              </a:prstGeom>
              <a:noFill/>
              <a:ln w="28575">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aphicFrame>
          <p:nvGraphicFramePr>
            <p:cNvPr id="67623" name="Object 39">
              <a:extLst>
                <a:ext uri="{FF2B5EF4-FFF2-40B4-BE49-F238E27FC236}">
                  <a16:creationId xmlns:a16="http://schemas.microsoft.com/office/drawing/2014/main" id="{35AE470C-51EF-477D-8765-FA9B19B9B313}"/>
                </a:ext>
              </a:extLst>
            </p:cNvPr>
            <p:cNvGraphicFramePr>
              <a:graphicFrameLocks noChangeAspect="1"/>
            </p:cNvGraphicFramePr>
            <p:nvPr/>
          </p:nvGraphicFramePr>
          <p:xfrm>
            <a:off x="1440" y="2592"/>
            <a:ext cx="192" cy="176"/>
          </p:xfrm>
          <a:graphic>
            <a:graphicData uri="http://schemas.openxmlformats.org/presentationml/2006/ole">
              <mc:AlternateContent xmlns:mc="http://schemas.openxmlformats.org/markup-compatibility/2006">
                <mc:Choice xmlns:v="urn:schemas-microsoft-com:vml" Requires="v">
                  <p:oleObj name="Equation" r:id="rId14" imgW="152280" imgH="139680" progId="Equation.DSMT4">
                    <p:embed/>
                  </p:oleObj>
                </mc:Choice>
                <mc:Fallback>
                  <p:oleObj name="Equation" r:id="rId14" imgW="152280" imgH="139680" progId="Equation.DSMT4">
                    <p:embed/>
                    <p:pic>
                      <p:nvPicPr>
                        <p:cNvPr id="0" name="Object 3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440" y="2592"/>
                          <a:ext cx="192" cy="1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624" name="Object 40">
              <a:extLst>
                <a:ext uri="{FF2B5EF4-FFF2-40B4-BE49-F238E27FC236}">
                  <a16:creationId xmlns:a16="http://schemas.microsoft.com/office/drawing/2014/main" id="{F25E30B4-4D93-FA69-B0A3-7BEC82A92BF2}"/>
                </a:ext>
              </a:extLst>
            </p:cNvPr>
            <p:cNvGraphicFramePr>
              <a:graphicFrameLocks noChangeAspect="1"/>
            </p:cNvGraphicFramePr>
            <p:nvPr/>
          </p:nvGraphicFramePr>
          <p:xfrm>
            <a:off x="1226" y="2044"/>
            <a:ext cx="336" cy="280"/>
          </p:xfrm>
          <a:graphic>
            <a:graphicData uri="http://schemas.openxmlformats.org/presentationml/2006/ole">
              <mc:AlternateContent xmlns:mc="http://schemas.openxmlformats.org/markup-compatibility/2006">
                <mc:Choice xmlns:v="urn:schemas-microsoft-com:vml" Requires="v">
                  <p:oleObj name="Equation" r:id="rId12" imgW="228600" imgH="190440" progId="Equation.DSMT4">
                    <p:embed/>
                  </p:oleObj>
                </mc:Choice>
                <mc:Fallback>
                  <p:oleObj name="Equation" r:id="rId12" imgW="228600" imgH="190440" progId="Equation.DSMT4">
                    <p:embed/>
                    <p:pic>
                      <p:nvPicPr>
                        <p:cNvPr id="0" name="Object 4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226" y="2044"/>
                          <a:ext cx="336" cy="2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67626" name="Rectangle 42">
            <a:extLst>
              <a:ext uri="{FF2B5EF4-FFF2-40B4-BE49-F238E27FC236}">
                <a16:creationId xmlns:a16="http://schemas.microsoft.com/office/drawing/2014/main" id="{4FC8FB89-BEAC-F8E6-3B81-66E64AE05D35}"/>
              </a:ext>
            </a:extLst>
          </p:cNvPr>
          <p:cNvSpPr>
            <a:spLocks noChangeArrowheads="1"/>
          </p:cNvSpPr>
          <p:nvPr/>
        </p:nvSpPr>
        <p:spPr bwMode="auto">
          <a:xfrm>
            <a:off x="6873875" y="3163888"/>
            <a:ext cx="396875" cy="2617787"/>
          </a:xfrm>
          <a:prstGeom prst="rect">
            <a:avLst/>
          </a:prstGeom>
          <a:solidFill>
            <a:srgbClr val="CC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7627" name="Text Box 43">
            <a:extLst>
              <a:ext uri="{FF2B5EF4-FFF2-40B4-BE49-F238E27FC236}">
                <a16:creationId xmlns:a16="http://schemas.microsoft.com/office/drawing/2014/main" id="{93843A5D-3C28-D1A8-DC29-C2E024E84148}"/>
              </a:ext>
            </a:extLst>
          </p:cNvPr>
          <p:cNvSpPr txBox="1">
            <a:spLocks noChangeArrowheads="1"/>
          </p:cNvSpPr>
          <p:nvPr/>
        </p:nvSpPr>
        <p:spPr bwMode="auto">
          <a:xfrm>
            <a:off x="6400800" y="5881688"/>
            <a:ext cx="2057400"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800" b="1">
                <a:solidFill>
                  <a:srgbClr val="760C04"/>
                </a:solidFill>
                <a:latin typeface="楷体_GB2312" pitchFamily="49" charset="-122"/>
                <a:ea typeface="楷体_GB2312" pitchFamily="49" charset="-122"/>
              </a:rPr>
              <a:t>双边信号</a:t>
            </a:r>
          </a:p>
        </p:txBody>
      </p:sp>
      <p:sp>
        <p:nvSpPr>
          <p:cNvPr id="67628" name="Line 44">
            <a:extLst>
              <a:ext uri="{FF2B5EF4-FFF2-40B4-BE49-F238E27FC236}">
                <a16:creationId xmlns:a16="http://schemas.microsoft.com/office/drawing/2014/main" id="{9DFB61C3-DD8A-7644-65DC-551D7AE925F8}"/>
              </a:ext>
            </a:extLst>
          </p:cNvPr>
          <p:cNvSpPr>
            <a:spLocks noChangeShapeType="1"/>
          </p:cNvSpPr>
          <p:nvPr/>
        </p:nvSpPr>
        <p:spPr bwMode="auto">
          <a:xfrm>
            <a:off x="6248400" y="4440238"/>
            <a:ext cx="2112963"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7629" name="Line 45">
            <a:extLst>
              <a:ext uri="{FF2B5EF4-FFF2-40B4-BE49-F238E27FC236}">
                <a16:creationId xmlns:a16="http://schemas.microsoft.com/office/drawing/2014/main" id="{8BDA260E-62FF-CE0A-B4E6-1E73276358A7}"/>
              </a:ext>
            </a:extLst>
          </p:cNvPr>
          <p:cNvSpPr>
            <a:spLocks noChangeShapeType="1"/>
          </p:cNvSpPr>
          <p:nvPr/>
        </p:nvSpPr>
        <p:spPr bwMode="auto">
          <a:xfrm flipV="1">
            <a:off x="7629525" y="2981325"/>
            <a:ext cx="0" cy="2792413"/>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aphicFrame>
        <p:nvGraphicFramePr>
          <p:cNvPr id="67630" name="Object 46">
            <a:extLst>
              <a:ext uri="{FF2B5EF4-FFF2-40B4-BE49-F238E27FC236}">
                <a16:creationId xmlns:a16="http://schemas.microsoft.com/office/drawing/2014/main" id="{1A71A893-F79A-B83D-FFD7-62C9901890F2}"/>
              </a:ext>
            </a:extLst>
          </p:cNvPr>
          <p:cNvGraphicFramePr>
            <a:graphicFrameLocks noChangeAspect="1"/>
          </p:cNvGraphicFramePr>
          <p:nvPr/>
        </p:nvGraphicFramePr>
        <p:xfrm>
          <a:off x="7058025" y="4576763"/>
          <a:ext cx="360363" cy="344487"/>
        </p:xfrm>
        <a:graphic>
          <a:graphicData uri="http://schemas.openxmlformats.org/presentationml/2006/ole">
            <mc:AlternateContent xmlns:mc="http://schemas.openxmlformats.org/markup-compatibility/2006">
              <mc:Choice xmlns:v="urn:schemas-microsoft-com:vml" Requires="v">
                <p:oleObj name="Equation" r:id="rId6" imgW="507960" imgH="368280" progId="Equation.3">
                  <p:embed/>
                </p:oleObj>
              </mc:Choice>
              <mc:Fallback>
                <p:oleObj name="Equation" r:id="rId6" imgW="507960" imgH="368280" progId="Equation.3">
                  <p:embed/>
                  <p:pic>
                    <p:nvPicPr>
                      <p:cNvPr id="0" name="Object 4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058025" y="4576763"/>
                        <a:ext cx="360363" cy="344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631" name="Object 47">
            <a:extLst>
              <a:ext uri="{FF2B5EF4-FFF2-40B4-BE49-F238E27FC236}">
                <a16:creationId xmlns:a16="http://schemas.microsoft.com/office/drawing/2014/main" id="{3F17B241-3E8B-3186-CA90-3D939B92AF65}"/>
              </a:ext>
            </a:extLst>
          </p:cNvPr>
          <p:cNvGraphicFramePr>
            <a:graphicFrameLocks noChangeAspect="1"/>
          </p:cNvGraphicFramePr>
          <p:nvPr/>
        </p:nvGraphicFramePr>
        <p:xfrm>
          <a:off x="6507163" y="4554538"/>
          <a:ext cx="412750" cy="344487"/>
        </p:xfrm>
        <a:graphic>
          <a:graphicData uri="http://schemas.openxmlformats.org/presentationml/2006/ole">
            <mc:AlternateContent xmlns:mc="http://schemas.openxmlformats.org/markup-compatibility/2006">
              <mc:Choice xmlns:v="urn:schemas-microsoft-com:vml" Requires="v">
                <p:oleObj name="Equation" r:id="rId8" imgW="583920" imgH="368280" progId="Equation.3">
                  <p:embed/>
                </p:oleObj>
              </mc:Choice>
              <mc:Fallback>
                <p:oleObj name="Equation" r:id="rId8" imgW="583920" imgH="368280" progId="Equation.3">
                  <p:embed/>
                  <p:pic>
                    <p:nvPicPr>
                      <p:cNvPr id="0" name="Object 4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507163" y="4554538"/>
                        <a:ext cx="412750" cy="344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7632" name="Group 48">
            <a:extLst>
              <a:ext uri="{FF2B5EF4-FFF2-40B4-BE49-F238E27FC236}">
                <a16:creationId xmlns:a16="http://schemas.microsoft.com/office/drawing/2014/main" id="{A9E37E87-0C1E-75AF-1A4B-5188C1AD99B3}"/>
              </a:ext>
            </a:extLst>
          </p:cNvPr>
          <p:cNvGrpSpPr>
            <a:grpSpLocks/>
          </p:cNvGrpSpPr>
          <p:nvPr/>
        </p:nvGrpSpPr>
        <p:grpSpPr bwMode="auto">
          <a:xfrm>
            <a:off x="6780213" y="4354513"/>
            <a:ext cx="139700" cy="185737"/>
            <a:chOff x="4276" y="2159"/>
            <a:chExt cx="88" cy="88"/>
          </a:xfrm>
        </p:grpSpPr>
        <p:sp>
          <p:nvSpPr>
            <p:cNvPr id="67633" name="Line 49">
              <a:extLst>
                <a:ext uri="{FF2B5EF4-FFF2-40B4-BE49-F238E27FC236}">
                  <a16:creationId xmlns:a16="http://schemas.microsoft.com/office/drawing/2014/main" id="{7534ACF8-7A75-2F9C-20F8-E12DBEA2C754}"/>
                </a:ext>
              </a:extLst>
            </p:cNvPr>
            <p:cNvSpPr>
              <a:spLocks noChangeShapeType="1"/>
            </p:cNvSpPr>
            <p:nvPr/>
          </p:nvSpPr>
          <p:spPr bwMode="auto">
            <a:xfrm flipH="1">
              <a:off x="4276" y="2159"/>
              <a:ext cx="88" cy="88"/>
            </a:xfrm>
            <a:prstGeom prst="line">
              <a:avLst/>
            </a:prstGeom>
            <a:noFill/>
            <a:ln w="28575">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67634" name="Line 50">
              <a:extLst>
                <a:ext uri="{FF2B5EF4-FFF2-40B4-BE49-F238E27FC236}">
                  <a16:creationId xmlns:a16="http://schemas.microsoft.com/office/drawing/2014/main" id="{AF5F1E9A-025C-5CD9-0FE5-0C4328C019DB}"/>
                </a:ext>
              </a:extLst>
            </p:cNvPr>
            <p:cNvSpPr>
              <a:spLocks noChangeShapeType="1"/>
            </p:cNvSpPr>
            <p:nvPr/>
          </p:nvSpPr>
          <p:spPr bwMode="auto">
            <a:xfrm>
              <a:off x="4276" y="2159"/>
              <a:ext cx="88" cy="88"/>
            </a:xfrm>
            <a:prstGeom prst="line">
              <a:avLst/>
            </a:prstGeom>
            <a:noFill/>
            <a:ln w="28575">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67635" name="Group 51">
            <a:extLst>
              <a:ext uri="{FF2B5EF4-FFF2-40B4-BE49-F238E27FC236}">
                <a16:creationId xmlns:a16="http://schemas.microsoft.com/office/drawing/2014/main" id="{6B6B4F60-3605-8E6B-DA36-BD7E47CB5D99}"/>
              </a:ext>
            </a:extLst>
          </p:cNvPr>
          <p:cNvGrpSpPr>
            <a:grpSpLocks/>
          </p:cNvGrpSpPr>
          <p:nvPr/>
        </p:nvGrpSpPr>
        <p:grpSpPr bwMode="auto">
          <a:xfrm>
            <a:off x="7186613" y="4354513"/>
            <a:ext cx="139700" cy="185737"/>
            <a:chOff x="4276" y="2159"/>
            <a:chExt cx="88" cy="88"/>
          </a:xfrm>
        </p:grpSpPr>
        <p:sp>
          <p:nvSpPr>
            <p:cNvPr id="67636" name="Line 52">
              <a:extLst>
                <a:ext uri="{FF2B5EF4-FFF2-40B4-BE49-F238E27FC236}">
                  <a16:creationId xmlns:a16="http://schemas.microsoft.com/office/drawing/2014/main" id="{13391C57-0C0D-05AA-0B1B-DA589428F1F6}"/>
                </a:ext>
              </a:extLst>
            </p:cNvPr>
            <p:cNvSpPr>
              <a:spLocks noChangeShapeType="1"/>
            </p:cNvSpPr>
            <p:nvPr/>
          </p:nvSpPr>
          <p:spPr bwMode="auto">
            <a:xfrm flipH="1">
              <a:off x="4276" y="2159"/>
              <a:ext cx="88" cy="88"/>
            </a:xfrm>
            <a:prstGeom prst="line">
              <a:avLst/>
            </a:prstGeom>
            <a:noFill/>
            <a:ln w="28575">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67637" name="Line 53">
              <a:extLst>
                <a:ext uri="{FF2B5EF4-FFF2-40B4-BE49-F238E27FC236}">
                  <a16:creationId xmlns:a16="http://schemas.microsoft.com/office/drawing/2014/main" id="{9FCF6FAC-01D8-A14E-7E91-4EC84A1BDB7D}"/>
                </a:ext>
              </a:extLst>
            </p:cNvPr>
            <p:cNvSpPr>
              <a:spLocks noChangeShapeType="1"/>
            </p:cNvSpPr>
            <p:nvPr/>
          </p:nvSpPr>
          <p:spPr bwMode="auto">
            <a:xfrm>
              <a:off x="4276" y="2159"/>
              <a:ext cx="88" cy="88"/>
            </a:xfrm>
            <a:prstGeom prst="line">
              <a:avLst/>
            </a:prstGeom>
            <a:noFill/>
            <a:ln w="28575">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aphicFrame>
        <p:nvGraphicFramePr>
          <p:cNvPr id="67638" name="Object 54">
            <a:extLst>
              <a:ext uri="{FF2B5EF4-FFF2-40B4-BE49-F238E27FC236}">
                <a16:creationId xmlns:a16="http://schemas.microsoft.com/office/drawing/2014/main" id="{D54B17B3-AC73-E75A-3E0B-9BF5BFC3D372}"/>
              </a:ext>
            </a:extLst>
          </p:cNvPr>
          <p:cNvGraphicFramePr>
            <a:graphicFrameLocks noChangeAspect="1"/>
          </p:cNvGraphicFramePr>
          <p:nvPr/>
        </p:nvGraphicFramePr>
        <p:xfrm>
          <a:off x="7951788" y="4073525"/>
          <a:ext cx="304800" cy="369888"/>
        </p:xfrm>
        <a:graphic>
          <a:graphicData uri="http://schemas.openxmlformats.org/presentationml/2006/ole">
            <mc:AlternateContent xmlns:mc="http://schemas.openxmlformats.org/markup-compatibility/2006">
              <mc:Choice xmlns:v="urn:schemas-microsoft-com:vml" Requires="v">
                <p:oleObj name="Equation" r:id="rId14" imgW="152280" imgH="139680" progId="Equation.DSMT4">
                  <p:embed/>
                </p:oleObj>
              </mc:Choice>
              <mc:Fallback>
                <p:oleObj name="Equation" r:id="rId14" imgW="152280" imgH="139680" progId="Equation.DSMT4">
                  <p:embed/>
                  <p:pic>
                    <p:nvPicPr>
                      <p:cNvPr id="0" name="Object 5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951788" y="4073525"/>
                        <a:ext cx="304800" cy="369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639" name="Object 55">
            <a:extLst>
              <a:ext uri="{FF2B5EF4-FFF2-40B4-BE49-F238E27FC236}">
                <a16:creationId xmlns:a16="http://schemas.microsoft.com/office/drawing/2014/main" id="{5819821F-F142-A74F-C2FE-B311B3E6DCC5}"/>
              </a:ext>
            </a:extLst>
          </p:cNvPr>
          <p:cNvGraphicFramePr>
            <a:graphicFrameLocks noChangeAspect="1"/>
          </p:cNvGraphicFramePr>
          <p:nvPr/>
        </p:nvGraphicFramePr>
        <p:xfrm>
          <a:off x="7612063" y="2924175"/>
          <a:ext cx="533400" cy="587375"/>
        </p:xfrm>
        <a:graphic>
          <a:graphicData uri="http://schemas.openxmlformats.org/presentationml/2006/ole">
            <mc:AlternateContent xmlns:mc="http://schemas.openxmlformats.org/markup-compatibility/2006">
              <mc:Choice xmlns:v="urn:schemas-microsoft-com:vml" Requires="v">
                <p:oleObj name="Equation" r:id="rId12" imgW="228600" imgH="190440" progId="Equation.DSMT4">
                  <p:embed/>
                </p:oleObj>
              </mc:Choice>
              <mc:Fallback>
                <p:oleObj name="Equation" r:id="rId12" imgW="228600" imgH="190440" progId="Equation.DSMT4">
                  <p:embed/>
                  <p:pic>
                    <p:nvPicPr>
                      <p:cNvPr id="0" name="Object 5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612063" y="2924175"/>
                        <a:ext cx="533400" cy="587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Text Box 3">
            <a:extLst>
              <a:ext uri="{FF2B5EF4-FFF2-40B4-BE49-F238E27FC236}">
                <a16:creationId xmlns:a16="http://schemas.microsoft.com/office/drawing/2014/main" id="{C0969057-B5C0-178E-D016-7F5CC677AE42}"/>
              </a:ext>
            </a:extLst>
          </p:cNvPr>
          <p:cNvSpPr txBox="1">
            <a:spLocks noChangeArrowheads="1"/>
          </p:cNvSpPr>
          <p:nvPr/>
        </p:nvSpPr>
        <p:spPr bwMode="auto">
          <a:xfrm>
            <a:off x="0" y="0"/>
            <a:ext cx="98583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000066"/>
                </a:solidFill>
                <a:latin typeface="Times New Roman" panose="02020603050405020304" pitchFamily="18" charset="0"/>
                <a:ea typeface="楷体_GB2312" pitchFamily="49" charset="-122"/>
              </a:rPr>
              <a:t>例</a:t>
            </a:r>
            <a:r>
              <a:rPr lang="en-US" altLang="zh-CN" sz="3600" b="1">
                <a:solidFill>
                  <a:srgbClr val="000066"/>
                </a:solidFill>
                <a:latin typeface="Times New Roman" panose="02020603050405020304" pitchFamily="18" charset="0"/>
                <a:ea typeface="楷体_GB2312" pitchFamily="49" charset="-122"/>
              </a:rPr>
              <a:t>2.</a:t>
            </a:r>
          </a:p>
        </p:txBody>
      </p:sp>
      <p:graphicFrame>
        <p:nvGraphicFramePr>
          <p:cNvPr id="66564" name="Object 4">
            <a:extLst>
              <a:ext uri="{FF2B5EF4-FFF2-40B4-BE49-F238E27FC236}">
                <a16:creationId xmlns:a16="http://schemas.microsoft.com/office/drawing/2014/main" id="{076EFD48-A1CC-F0DF-A85E-8E5052D431B5}"/>
              </a:ext>
            </a:extLst>
          </p:cNvPr>
          <p:cNvGraphicFramePr>
            <a:graphicFrameLocks noChangeAspect="1"/>
          </p:cNvGraphicFramePr>
          <p:nvPr/>
        </p:nvGraphicFramePr>
        <p:xfrm>
          <a:off x="900113" y="0"/>
          <a:ext cx="4057650" cy="1141413"/>
        </p:xfrm>
        <a:graphic>
          <a:graphicData uri="http://schemas.openxmlformats.org/presentationml/2006/ole">
            <mc:AlternateContent xmlns:mc="http://schemas.openxmlformats.org/markup-compatibility/2006">
              <mc:Choice xmlns:v="urn:schemas-microsoft-com:vml" Requires="v">
                <p:oleObj name="Equation" r:id="rId2" imgW="1269720" imgH="419040" progId="Equation.DSMT4">
                  <p:embed/>
                </p:oleObj>
              </mc:Choice>
              <mc:Fallback>
                <p:oleObj name="Equation" r:id="rId2" imgW="1269720" imgH="419040" progId="Equation.DSMT4">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113" y="0"/>
                        <a:ext cx="4057650" cy="1141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6565" name="Object 5">
            <a:extLst>
              <a:ext uri="{FF2B5EF4-FFF2-40B4-BE49-F238E27FC236}">
                <a16:creationId xmlns:a16="http://schemas.microsoft.com/office/drawing/2014/main" id="{330A2B1C-5C01-4E1B-CC7A-6818C06DC574}"/>
              </a:ext>
            </a:extLst>
          </p:cNvPr>
          <p:cNvGraphicFramePr>
            <a:graphicFrameLocks noChangeAspect="1"/>
          </p:cNvGraphicFramePr>
          <p:nvPr/>
        </p:nvGraphicFramePr>
        <p:xfrm>
          <a:off x="900113" y="1268413"/>
          <a:ext cx="5111750" cy="735012"/>
        </p:xfrm>
        <a:graphic>
          <a:graphicData uri="http://schemas.openxmlformats.org/presentationml/2006/ole">
            <mc:AlternateContent xmlns:mc="http://schemas.openxmlformats.org/markup-compatibility/2006">
              <mc:Choice xmlns:v="urn:schemas-microsoft-com:vml" Requires="v">
                <p:oleObj name="Equation" r:id="rId4" imgW="1409400" imgH="203040" progId="Equation.DSMT4">
                  <p:embed/>
                </p:oleObj>
              </mc:Choice>
              <mc:Fallback>
                <p:oleObj name="Equation" r:id="rId4" imgW="1409400" imgH="203040"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0113" y="1268413"/>
                        <a:ext cx="5111750" cy="735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6566" name="Object 6">
            <a:extLst>
              <a:ext uri="{FF2B5EF4-FFF2-40B4-BE49-F238E27FC236}">
                <a16:creationId xmlns:a16="http://schemas.microsoft.com/office/drawing/2014/main" id="{BB6B5BD9-2E71-4DD6-9E29-8D3A4ED06C5A}"/>
              </a:ext>
            </a:extLst>
          </p:cNvPr>
          <p:cNvGraphicFramePr>
            <a:graphicFrameLocks noChangeAspect="1"/>
          </p:cNvGraphicFramePr>
          <p:nvPr/>
        </p:nvGraphicFramePr>
        <p:xfrm>
          <a:off x="1187450" y="2085975"/>
          <a:ext cx="5400675" cy="1125538"/>
        </p:xfrm>
        <a:graphic>
          <a:graphicData uri="http://schemas.openxmlformats.org/presentationml/2006/ole">
            <mc:AlternateContent xmlns:mc="http://schemas.openxmlformats.org/markup-compatibility/2006">
              <mc:Choice xmlns:v="urn:schemas-microsoft-com:vml" Requires="v">
                <p:oleObj name="Equation" r:id="rId6" imgW="1218960" imgH="393480" progId="Equation.DSMT4">
                  <p:embed/>
                </p:oleObj>
              </mc:Choice>
              <mc:Fallback>
                <p:oleObj name="Equation" r:id="rId6" imgW="1218960" imgH="393480" progId="Equation.DSMT4">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87450" y="2085975"/>
                        <a:ext cx="5400675" cy="1125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6567" name="Object 7">
            <a:extLst>
              <a:ext uri="{FF2B5EF4-FFF2-40B4-BE49-F238E27FC236}">
                <a16:creationId xmlns:a16="http://schemas.microsoft.com/office/drawing/2014/main" id="{6153002D-3529-2BB3-175C-85908DFDB150}"/>
              </a:ext>
            </a:extLst>
          </p:cNvPr>
          <p:cNvGraphicFramePr>
            <a:graphicFrameLocks noChangeAspect="1"/>
          </p:cNvGraphicFramePr>
          <p:nvPr/>
        </p:nvGraphicFramePr>
        <p:xfrm>
          <a:off x="827088" y="3270250"/>
          <a:ext cx="6883400" cy="1122363"/>
        </p:xfrm>
        <a:graphic>
          <a:graphicData uri="http://schemas.openxmlformats.org/presentationml/2006/ole">
            <mc:AlternateContent xmlns:mc="http://schemas.openxmlformats.org/markup-compatibility/2006">
              <mc:Choice xmlns:v="urn:schemas-microsoft-com:vml" Requires="v">
                <p:oleObj name="Equation" r:id="rId8" imgW="2412720" imgH="393480" progId="Equation.DSMT4">
                  <p:embed/>
                </p:oleObj>
              </mc:Choice>
              <mc:Fallback>
                <p:oleObj name="Equation" r:id="rId8" imgW="2412720" imgH="393480" progId="Equation.DSMT4">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27088" y="3270250"/>
                        <a:ext cx="6883400" cy="1122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6568" name="Object 8">
            <a:extLst>
              <a:ext uri="{FF2B5EF4-FFF2-40B4-BE49-F238E27FC236}">
                <a16:creationId xmlns:a16="http://schemas.microsoft.com/office/drawing/2014/main" id="{859705EF-C67E-43A9-E659-24DBD386C74B}"/>
              </a:ext>
            </a:extLst>
          </p:cNvPr>
          <p:cNvGraphicFramePr>
            <a:graphicFrameLocks noChangeAspect="1"/>
          </p:cNvGraphicFramePr>
          <p:nvPr/>
        </p:nvGraphicFramePr>
        <p:xfrm>
          <a:off x="900113" y="4406900"/>
          <a:ext cx="6942137" cy="1152525"/>
        </p:xfrm>
        <a:graphic>
          <a:graphicData uri="http://schemas.openxmlformats.org/presentationml/2006/ole">
            <mc:AlternateContent xmlns:mc="http://schemas.openxmlformats.org/markup-compatibility/2006">
              <mc:Choice xmlns:v="urn:schemas-microsoft-com:vml" Requires="v">
                <p:oleObj name="Equation" r:id="rId10" imgW="2286000" imgH="393480" progId="Equation.DSMT4">
                  <p:embed/>
                </p:oleObj>
              </mc:Choice>
              <mc:Fallback>
                <p:oleObj name="Equation" r:id="rId10" imgW="2286000" imgH="393480" progId="Equation.DSMT4">
                  <p:embed/>
                  <p:pic>
                    <p:nvPicPr>
                      <p:cNvPr id="0" name="Object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00113" y="4406900"/>
                        <a:ext cx="6942137" cy="1152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6569" name="Object 9">
            <a:extLst>
              <a:ext uri="{FF2B5EF4-FFF2-40B4-BE49-F238E27FC236}">
                <a16:creationId xmlns:a16="http://schemas.microsoft.com/office/drawing/2014/main" id="{05D97EF1-B8D9-2CEF-2B70-04F241CEB239}"/>
              </a:ext>
            </a:extLst>
          </p:cNvPr>
          <p:cNvGraphicFramePr>
            <a:graphicFrameLocks noChangeAspect="1"/>
          </p:cNvGraphicFramePr>
          <p:nvPr/>
        </p:nvGraphicFramePr>
        <p:xfrm>
          <a:off x="900113" y="5702300"/>
          <a:ext cx="6048375" cy="822325"/>
        </p:xfrm>
        <a:graphic>
          <a:graphicData uri="http://schemas.openxmlformats.org/presentationml/2006/ole">
            <mc:AlternateContent xmlns:mc="http://schemas.openxmlformats.org/markup-compatibility/2006">
              <mc:Choice xmlns:v="urn:schemas-microsoft-com:vml" Requires="v">
                <p:oleObj name="Equation" r:id="rId12" imgW="1612800" imgH="228600" progId="Equation.DSMT4">
                  <p:embed/>
                </p:oleObj>
              </mc:Choice>
              <mc:Fallback>
                <p:oleObj name="Equation" r:id="rId12" imgW="1612800" imgH="228600" progId="Equation.DSMT4">
                  <p:embed/>
                  <p:pic>
                    <p:nvPicPr>
                      <p:cNvPr id="0" name="Object 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00113" y="5702300"/>
                        <a:ext cx="604837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66566"/>
                                        </p:tgtEl>
                                        <p:attrNameLst>
                                          <p:attrName>style.visibility</p:attrName>
                                        </p:attrNameLst>
                                      </p:cBhvr>
                                      <p:to>
                                        <p:strVal val="visible"/>
                                      </p:to>
                                    </p:set>
                                    <p:anim calcmode="lin" valueType="num">
                                      <p:cBhvr additive="base">
                                        <p:cTn id="7" dur="500" fill="hold"/>
                                        <p:tgtEl>
                                          <p:spTgt spid="66566"/>
                                        </p:tgtEl>
                                        <p:attrNameLst>
                                          <p:attrName>ppt_x</p:attrName>
                                        </p:attrNameLst>
                                      </p:cBhvr>
                                      <p:tavLst>
                                        <p:tav tm="0">
                                          <p:val>
                                            <p:strVal val="0-#ppt_w/2"/>
                                          </p:val>
                                        </p:tav>
                                        <p:tav tm="100000">
                                          <p:val>
                                            <p:strVal val="#ppt_x"/>
                                          </p:val>
                                        </p:tav>
                                      </p:tavLst>
                                    </p:anim>
                                    <p:anim calcmode="lin" valueType="num">
                                      <p:cBhvr additive="base">
                                        <p:cTn id="8" dur="500" fill="hold"/>
                                        <p:tgtEl>
                                          <p:spTgt spid="6656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66567"/>
                                        </p:tgtEl>
                                        <p:attrNameLst>
                                          <p:attrName>style.visibility</p:attrName>
                                        </p:attrNameLst>
                                      </p:cBhvr>
                                      <p:to>
                                        <p:strVal val="visible"/>
                                      </p:to>
                                    </p:set>
                                    <p:anim calcmode="lin" valueType="num">
                                      <p:cBhvr additive="base">
                                        <p:cTn id="13" dur="500" fill="hold"/>
                                        <p:tgtEl>
                                          <p:spTgt spid="66567"/>
                                        </p:tgtEl>
                                        <p:attrNameLst>
                                          <p:attrName>ppt_x</p:attrName>
                                        </p:attrNameLst>
                                      </p:cBhvr>
                                      <p:tavLst>
                                        <p:tav tm="0">
                                          <p:val>
                                            <p:strVal val="0-#ppt_w/2"/>
                                          </p:val>
                                        </p:tav>
                                        <p:tav tm="100000">
                                          <p:val>
                                            <p:strVal val="#ppt_x"/>
                                          </p:val>
                                        </p:tav>
                                      </p:tavLst>
                                    </p:anim>
                                    <p:anim calcmode="lin" valueType="num">
                                      <p:cBhvr additive="base">
                                        <p:cTn id="14" dur="500" fill="hold"/>
                                        <p:tgtEl>
                                          <p:spTgt spid="66567"/>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66568"/>
                                        </p:tgtEl>
                                        <p:attrNameLst>
                                          <p:attrName>style.visibility</p:attrName>
                                        </p:attrNameLst>
                                      </p:cBhvr>
                                      <p:to>
                                        <p:strVal val="visible"/>
                                      </p:to>
                                    </p:set>
                                    <p:anim calcmode="lin" valueType="num">
                                      <p:cBhvr additive="base">
                                        <p:cTn id="19" dur="500" fill="hold"/>
                                        <p:tgtEl>
                                          <p:spTgt spid="66568"/>
                                        </p:tgtEl>
                                        <p:attrNameLst>
                                          <p:attrName>ppt_x</p:attrName>
                                        </p:attrNameLst>
                                      </p:cBhvr>
                                      <p:tavLst>
                                        <p:tav tm="0">
                                          <p:val>
                                            <p:strVal val="0-#ppt_w/2"/>
                                          </p:val>
                                        </p:tav>
                                        <p:tav tm="100000">
                                          <p:val>
                                            <p:strVal val="#ppt_x"/>
                                          </p:val>
                                        </p:tav>
                                      </p:tavLst>
                                    </p:anim>
                                    <p:anim calcmode="lin" valueType="num">
                                      <p:cBhvr additive="base">
                                        <p:cTn id="20" dur="500" fill="hold"/>
                                        <p:tgtEl>
                                          <p:spTgt spid="66568"/>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66569"/>
                                        </p:tgtEl>
                                        <p:attrNameLst>
                                          <p:attrName>style.visibility</p:attrName>
                                        </p:attrNameLst>
                                      </p:cBhvr>
                                      <p:to>
                                        <p:strVal val="visible"/>
                                      </p:to>
                                    </p:set>
                                    <p:anim calcmode="lin" valueType="num">
                                      <p:cBhvr additive="base">
                                        <p:cTn id="25" dur="500" fill="hold"/>
                                        <p:tgtEl>
                                          <p:spTgt spid="66569"/>
                                        </p:tgtEl>
                                        <p:attrNameLst>
                                          <p:attrName>ppt_x</p:attrName>
                                        </p:attrNameLst>
                                      </p:cBhvr>
                                      <p:tavLst>
                                        <p:tav tm="0">
                                          <p:val>
                                            <p:strVal val="0-#ppt_w/2"/>
                                          </p:val>
                                        </p:tav>
                                        <p:tav tm="100000">
                                          <p:val>
                                            <p:strVal val="#ppt_x"/>
                                          </p:val>
                                        </p:tav>
                                      </p:tavLst>
                                    </p:anim>
                                    <p:anim calcmode="lin" valueType="num">
                                      <p:cBhvr additive="base">
                                        <p:cTn id="26" dur="500" fill="hold"/>
                                        <p:tgtEl>
                                          <p:spTgt spid="6656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ED57B1C0-9F1C-309D-9833-D9956AF848B8}"/>
              </a:ext>
            </a:extLst>
          </p:cNvPr>
          <p:cNvSpPr>
            <a:spLocks noRot="1" noChangeArrowheads="1"/>
          </p:cNvSpPr>
          <p:nvPr/>
        </p:nvSpPr>
        <p:spPr bwMode="auto">
          <a:xfrm>
            <a:off x="0" y="549275"/>
            <a:ext cx="7924800"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sz="2800" b="1">
                <a:solidFill>
                  <a:srgbClr val="000066"/>
                </a:solidFill>
                <a:latin typeface="Times New Roman" panose="02020603050405020304" pitchFamily="18" charset="0"/>
                <a:ea typeface="楷体_GB2312" pitchFamily="49" charset="-122"/>
              </a:rPr>
              <a:t>Geometric Evaluation of the Fourier Transform </a:t>
            </a:r>
            <a:br>
              <a:rPr lang="en-US" altLang="zh-CN" sz="2800" b="1">
                <a:solidFill>
                  <a:srgbClr val="000066"/>
                </a:solidFill>
                <a:latin typeface="Times New Roman" panose="02020603050405020304" pitchFamily="18" charset="0"/>
                <a:ea typeface="楷体_GB2312" pitchFamily="49" charset="-122"/>
              </a:rPr>
            </a:br>
            <a:r>
              <a:rPr lang="en-US" altLang="zh-CN" sz="2800" b="1">
                <a:solidFill>
                  <a:srgbClr val="000066"/>
                </a:solidFill>
                <a:latin typeface="Times New Roman" panose="02020603050405020304" pitchFamily="18" charset="0"/>
                <a:ea typeface="楷体_GB2312" pitchFamily="49" charset="-122"/>
              </a:rPr>
              <a:t>from the Pole-Zero Plot</a:t>
            </a:r>
          </a:p>
        </p:txBody>
      </p:sp>
      <p:sp>
        <p:nvSpPr>
          <p:cNvPr id="65539" name="Rectangle 3">
            <a:extLst>
              <a:ext uri="{FF2B5EF4-FFF2-40B4-BE49-F238E27FC236}">
                <a16:creationId xmlns:a16="http://schemas.microsoft.com/office/drawing/2014/main" id="{9620C90B-716C-C04F-4AE0-E8977F7F24FA}"/>
              </a:ext>
            </a:extLst>
          </p:cNvPr>
          <p:cNvSpPr>
            <a:spLocks noRot="1" noChangeArrowheads="1"/>
          </p:cNvSpPr>
          <p:nvPr/>
        </p:nvSpPr>
        <p:spPr bwMode="auto">
          <a:xfrm>
            <a:off x="323850" y="1700213"/>
            <a:ext cx="8569325" cy="4897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609600">
              <a:spcBef>
                <a:spcPct val="20000"/>
              </a:spcBef>
              <a:buChar char="•"/>
              <a:defRPr sz="3200">
                <a:solidFill>
                  <a:schemeClr val="tx1"/>
                </a:solidFill>
                <a:latin typeface="Arial" panose="020B0604020202020204" pitchFamily="34" charset="0"/>
                <a:ea typeface="宋体" panose="02010600030101010101" pitchFamily="2" charset="-122"/>
              </a:defRPr>
            </a:lvl1pPr>
            <a:lvl2pPr marL="990600" indent="-533400">
              <a:spcBef>
                <a:spcPct val="20000"/>
              </a:spcBef>
              <a:buChar char="–"/>
              <a:defRPr sz="2800">
                <a:solidFill>
                  <a:schemeClr val="tx1"/>
                </a:solidFill>
                <a:latin typeface="Arial" panose="020B0604020202020204" pitchFamily="34" charset="0"/>
                <a:ea typeface="宋体" panose="02010600030101010101" pitchFamily="2" charset="-122"/>
              </a:defRPr>
            </a:lvl2pPr>
            <a:lvl3pPr marL="1371600" indent="-457200">
              <a:spcBef>
                <a:spcPct val="20000"/>
              </a:spcBef>
              <a:buChar char="•"/>
              <a:defRPr sz="2400">
                <a:solidFill>
                  <a:schemeClr val="tx1"/>
                </a:solidFill>
                <a:latin typeface="Arial" panose="020B0604020202020204" pitchFamily="34" charset="0"/>
                <a:ea typeface="宋体" panose="02010600030101010101" pitchFamily="2" charset="-122"/>
              </a:defRPr>
            </a:lvl3pPr>
            <a:lvl4pPr marL="1752600" indent="-381000">
              <a:spcBef>
                <a:spcPct val="20000"/>
              </a:spcBef>
              <a:buChar char="–"/>
              <a:defRPr sz="2000">
                <a:solidFill>
                  <a:schemeClr val="tx1"/>
                </a:solidFill>
                <a:latin typeface="Arial" panose="020B0604020202020204" pitchFamily="34" charset="0"/>
                <a:ea typeface="宋体" panose="02010600030101010101" pitchFamily="2" charset="-122"/>
              </a:defRPr>
            </a:lvl4pPr>
            <a:lvl5pPr marL="2209800" indent="-381000">
              <a:spcBef>
                <a:spcPct val="20000"/>
              </a:spcBef>
              <a:buChar char="»"/>
              <a:defRPr sz="2000">
                <a:solidFill>
                  <a:schemeClr val="tx1"/>
                </a:solidFill>
                <a:latin typeface="Arial" panose="020B0604020202020204" pitchFamily="34" charset="0"/>
                <a:ea typeface="宋体" panose="02010600030101010101" pitchFamily="2" charset="-122"/>
              </a:defRPr>
            </a:lvl5pPr>
            <a:lvl6pPr marL="2667000" indent="-381000" fontAlgn="base">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3124200" indent="-381000" fontAlgn="base">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581400" indent="-381000" fontAlgn="base">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4038600" indent="-381000" fontAlgn="base">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50000"/>
              </a:lnSpc>
              <a:buClr>
                <a:srgbClr val="000066"/>
              </a:buClr>
              <a:buSzPct val="95000"/>
            </a:pPr>
            <a:r>
              <a:rPr lang="zh-CN" altLang="en-US" sz="3600" b="1">
                <a:solidFill>
                  <a:srgbClr val="760C04"/>
                </a:solidFill>
                <a:latin typeface="Times New Roman" panose="02020603050405020304" pitchFamily="18" charset="0"/>
                <a:ea typeface="楷体_GB2312" pitchFamily="49" charset="-122"/>
              </a:rPr>
              <a:t>可以用零极点图表示         的特征</a:t>
            </a:r>
            <a:r>
              <a:rPr lang="zh-CN" altLang="en-US" sz="3600" b="1">
                <a:solidFill>
                  <a:srgbClr val="000066"/>
                </a:solidFill>
                <a:latin typeface="Times New Roman" panose="02020603050405020304" pitchFamily="18" charset="0"/>
                <a:ea typeface="楷体_GB2312" pitchFamily="49" charset="-122"/>
              </a:rPr>
              <a:t>。当</a:t>
            </a:r>
            <a:r>
              <a:rPr lang="en-US" altLang="zh-CN" sz="3600" b="1">
                <a:solidFill>
                  <a:srgbClr val="000066"/>
                </a:solidFill>
                <a:latin typeface="Times New Roman" panose="02020603050405020304" pitchFamily="18" charset="0"/>
                <a:ea typeface="楷体_GB2312" pitchFamily="49" charset="-122"/>
              </a:rPr>
              <a:t>ROC</a:t>
            </a:r>
            <a:r>
              <a:rPr lang="zh-CN" altLang="en-US" sz="3600" b="1">
                <a:solidFill>
                  <a:srgbClr val="000066"/>
                </a:solidFill>
                <a:latin typeface="Times New Roman" panose="02020603050405020304" pitchFamily="18" charset="0"/>
                <a:ea typeface="楷体_GB2312" pitchFamily="49" charset="-122"/>
              </a:rPr>
              <a:t>包括　　轴时，以            代入</a:t>
            </a:r>
          </a:p>
          <a:p>
            <a:pPr>
              <a:lnSpc>
                <a:spcPct val="150000"/>
              </a:lnSpc>
              <a:buClr>
                <a:srgbClr val="000066"/>
              </a:buClr>
              <a:buSzPct val="95000"/>
              <a:buFontTx/>
              <a:buNone/>
            </a:pPr>
            <a:r>
              <a:rPr lang="zh-CN" altLang="en-US" sz="3600" b="1">
                <a:solidFill>
                  <a:srgbClr val="000066"/>
                </a:solidFill>
                <a:latin typeface="Times New Roman" panose="02020603050405020304" pitchFamily="18" charset="0"/>
                <a:ea typeface="楷体_GB2312" pitchFamily="49" charset="-122"/>
              </a:rPr>
              <a:t>就可以得到          。以此为基础可以用几何求值的方法从零极点图求得		            的特性。这在定性分析系统频率特性时有很大用处。</a:t>
            </a:r>
          </a:p>
        </p:txBody>
      </p:sp>
      <p:graphicFrame>
        <p:nvGraphicFramePr>
          <p:cNvPr id="65540" name="Object 4">
            <a:extLst>
              <a:ext uri="{FF2B5EF4-FFF2-40B4-BE49-F238E27FC236}">
                <a16:creationId xmlns:a16="http://schemas.microsoft.com/office/drawing/2014/main" id="{4F62E16C-6EC5-8A0F-BD48-B4D946FAE367}"/>
              </a:ext>
            </a:extLst>
          </p:cNvPr>
          <p:cNvGraphicFramePr>
            <a:graphicFrameLocks noChangeAspect="1"/>
          </p:cNvGraphicFramePr>
          <p:nvPr/>
        </p:nvGraphicFramePr>
        <p:xfrm>
          <a:off x="5148263" y="1916113"/>
          <a:ext cx="1008062" cy="681037"/>
        </p:xfrm>
        <a:graphic>
          <a:graphicData uri="http://schemas.openxmlformats.org/presentationml/2006/ole">
            <mc:AlternateContent xmlns:mc="http://schemas.openxmlformats.org/markup-compatibility/2006">
              <mc:Choice xmlns:v="urn:schemas-microsoft-com:vml" Requires="v">
                <p:oleObj name="Equation" r:id="rId2" imgW="355320" imgH="203040" progId="Equation.DSMT4">
                  <p:embed/>
                </p:oleObj>
              </mc:Choice>
              <mc:Fallback>
                <p:oleObj name="Equation" r:id="rId2" imgW="355320" imgH="203040" progId="Equation.DSMT4">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8263" y="1916113"/>
                        <a:ext cx="1008062" cy="681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5541" name="Object 5">
            <a:extLst>
              <a:ext uri="{FF2B5EF4-FFF2-40B4-BE49-F238E27FC236}">
                <a16:creationId xmlns:a16="http://schemas.microsoft.com/office/drawing/2014/main" id="{C97FAF71-7419-C957-8955-63E351C0937F}"/>
              </a:ext>
            </a:extLst>
          </p:cNvPr>
          <p:cNvGraphicFramePr>
            <a:graphicFrameLocks noChangeAspect="1"/>
          </p:cNvGraphicFramePr>
          <p:nvPr/>
        </p:nvGraphicFramePr>
        <p:xfrm>
          <a:off x="3132138" y="2781300"/>
          <a:ext cx="568325" cy="508000"/>
        </p:xfrm>
        <a:graphic>
          <a:graphicData uri="http://schemas.openxmlformats.org/presentationml/2006/ole">
            <mc:AlternateContent xmlns:mc="http://schemas.openxmlformats.org/markup-compatibility/2006">
              <mc:Choice xmlns:v="urn:schemas-microsoft-com:vml" Requires="v">
                <p:oleObj name="Equation" r:id="rId4" imgW="228600" imgH="190440" progId="Equation.DSMT4">
                  <p:embed/>
                </p:oleObj>
              </mc:Choice>
              <mc:Fallback>
                <p:oleObj name="Equation" r:id="rId4" imgW="228600" imgH="190440"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32138" y="2781300"/>
                        <a:ext cx="568325" cy="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5542" name="Object 6">
            <a:extLst>
              <a:ext uri="{FF2B5EF4-FFF2-40B4-BE49-F238E27FC236}">
                <a16:creationId xmlns:a16="http://schemas.microsoft.com/office/drawing/2014/main" id="{E8A62AAF-277A-1130-FD77-7BFBFDC33B1A}"/>
              </a:ext>
            </a:extLst>
          </p:cNvPr>
          <p:cNvGraphicFramePr>
            <a:graphicFrameLocks noChangeAspect="1"/>
          </p:cNvGraphicFramePr>
          <p:nvPr/>
        </p:nvGraphicFramePr>
        <p:xfrm>
          <a:off x="5795963" y="2781300"/>
          <a:ext cx="1206500" cy="490538"/>
        </p:xfrm>
        <a:graphic>
          <a:graphicData uri="http://schemas.openxmlformats.org/presentationml/2006/ole">
            <mc:AlternateContent xmlns:mc="http://schemas.openxmlformats.org/markup-compatibility/2006">
              <mc:Choice xmlns:v="urn:schemas-microsoft-com:vml" Requires="v">
                <p:oleObj name="Equation" r:id="rId6" imgW="444240" imgH="190440" progId="Equation.DSMT4">
                  <p:embed/>
                </p:oleObj>
              </mc:Choice>
              <mc:Fallback>
                <p:oleObj name="Equation" r:id="rId6" imgW="444240" imgH="190440" progId="Equation.DSMT4">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95963" y="2781300"/>
                        <a:ext cx="1206500" cy="490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5543" name="Object 7">
            <a:extLst>
              <a:ext uri="{FF2B5EF4-FFF2-40B4-BE49-F238E27FC236}">
                <a16:creationId xmlns:a16="http://schemas.microsoft.com/office/drawing/2014/main" id="{FB580D5F-28ED-A101-D7DA-4A3DEB7D30F7}"/>
              </a:ext>
            </a:extLst>
          </p:cNvPr>
          <p:cNvGraphicFramePr>
            <a:graphicFrameLocks noChangeAspect="1"/>
          </p:cNvGraphicFramePr>
          <p:nvPr/>
        </p:nvGraphicFramePr>
        <p:xfrm>
          <a:off x="2771775" y="3716338"/>
          <a:ext cx="1152525" cy="568325"/>
        </p:xfrm>
        <a:graphic>
          <a:graphicData uri="http://schemas.openxmlformats.org/presentationml/2006/ole">
            <mc:AlternateContent xmlns:mc="http://schemas.openxmlformats.org/markup-compatibility/2006">
              <mc:Choice xmlns:v="urn:schemas-microsoft-com:vml" Requires="v">
                <p:oleObj name="Equation" r:id="rId8" imgW="469800" imgH="203040" progId="Equation.DSMT4">
                  <p:embed/>
                </p:oleObj>
              </mc:Choice>
              <mc:Fallback>
                <p:oleObj name="Equation" r:id="rId8" imgW="469800" imgH="203040" progId="Equation.DSMT4">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71775" y="3716338"/>
                        <a:ext cx="1152525" cy="568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5544" name="Object 8">
            <a:extLst>
              <a:ext uri="{FF2B5EF4-FFF2-40B4-BE49-F238E27FC236}">
                <a16:creationId xmlns:a16="http://schemas.microsoft.com/office/drawing/2014/main" id="{28B5E101-5AEE-4EFE-80D5-6C252C146EBC}"/>
              </a:ext>
            </a:extLst>
          </p:cNvPr>
          <p:cNvGraphicFramePr>
            <a:graphicFrameLocks noChangeAspect="1"/>
          </p:cNvGraphicFramePr>
          <p:nvPr/>
        </p:nvGraphicFramePr>
        <p:xfrm>
          <a:off x="7092950" y="4508500"/>
          <a:ext cx="1223963" cy="603250"/>
        </p:xfrm>
        <a:graphic>
          <a:graphicData uri="http://schemas.openxmlformats.org/presentationml/2006/ole">
            <mc:AlternateContent xmlns:mc="http://schemas.openxmlformats.org/markup-compatibility/2006">
              <mc:Choice xmlns:v="urn:schemas-microsoft-com:vml" Requires="v">
                <p:oleObj name="Equation" r:id="rId8" imgW="469800" imgH="203040" progId="Equation.DSMT4">
                  <p:embed/>
                </p:oleObj>
              </mc:Choice>
              <mc:Fallback>
                <p:oleObj name="Equation" r:id="rId8" imgW="469800" imgH="203040" progId="Equation.DSMT4">
                  <p:embed/>
                  <p:pic>
                    <p:nvPicPr>
                      <p:cNvPr id="0"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092950" y="4508500"/>
                        <a:ext cx="1223963" cy="603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5546" name="Rectangle 10">
            <a:extLst>
              <a:ext uri="{FF2B5EF4-FFF2-40B4-BE49-F238E27FC236}">
                <a16:creationId xmlns:a16="http://schemas.microsoft.com/office/drawing/2014/main" id="{C7D47F71-1D68-14A6-ACF5-D401AB4B8439}"/>
              </a:ext>
            </a:extLst>
          </p:cNvPr>
          <p:cNvSpPr>
            <a:spLocks noChangeArrowheads="1"/>
          </p:cNvSpPr>
          <p:nvPr/>
        </p:nvSpPr>
        <p:spPr bwMode="auto">
          <a:xfrm>
            <a:off x="0" y="0"/>
            <a:ext cx="786606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b="1">
                <a:solidFill>
                  <a:srgbClr val="000066"/>
                </a:solidFill>
                <a:latin typeface="Times New Roman" panose="02020603050405020304" pitchFamily="18" charset="0"/>
                <a:ea typeface="楷体_GB2312" pitchFamily="49" charset="-122"/>
              </a:rPr>
              <a:t>9.4  </a:t>
            </a:r>
            <a:r>
              <a:rPr lang="zh-CN" altLang="en-US" sz="3600" b="1">
                <a:solidFill>
                  <a:srgbClr val="000066"/>
                </a:solidFill>
                <a:latin typeface="Times New Roman" panose="02020603050405020304" pitchFamily="18" charset="0"/>
                <a:ea typeface="楷体_GB2312" pitchFamily="49" charset="-122"/>
              </a:rPr>
              <a:t>由零极点图对傅里叶变换几何求值</a:t>
            </a:r>
          </a:p>
        </p:txBody>
      </p:sp>
      <p:graphicFrame>
        <p:nvGraphicFramePr>
          <p:cNvPr id="65547" name="Object 11">
            <a:extLst>
              <a:ext uri="{FF2B5EF4-FFF2-40B4-BE49-F238E27FC236}">
                <a16:creationId xmlns:a16="http://schemas.microsoft.com/office/drawing/2014/main" id="{EB5FCD07-A646-DDE9-48C5-2A34FD1F6447}"/>
              </a:ext>
            </a:extLst>
          </p:cNvPr>
          <p:cNvGraphicFramePr>
            <a:graphicFrameLocks noChangeAspect="1"/>
          </p:cNvGraphicFramePr>
          <p:nvPr/>
        </p:nvGraphicFramePr>
        <p:xfrm>
          <a:off x="8101013" y="2781300"/>
          <a:ext cx="792162" cy="534988"/>
        </p:xfrm>
        <a:graphic>
          <a:graphicData uri="http://schemas.openxmlformats.org/presentationml/2006/ole">
            <mc:AlternateContent xmlns:mc="http://schemas.openxmlformats.org/markup-compatibility/2006">
              <mc:Choice xmlns:v="urn:schemas-microsoft-com:vml" Requires="v">
                <p:oleObj name="Equation" r:id="rId2" imgW="355320" imgH="203040" progId="Equation.DSMT4">
                  <p:embed/>
                </p:oleObj>
              </mc:Choice>
              <mc:Fallback>
                <p:oleObj name="Equation" r:id="rId2" imgW="355320" imgH="203040" progId="Equation.DSMT4">
                  <p:embed/>
                  <p:pic>
                    <p:nvPicPr>
                      <p:cNvPr id="0" name="Object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1013" y="2781300"/>
                        <a:ext cx="792162" cy="534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4514" name="Object 2">
            <a:extLst>
              <a:ext uri="{FF2B5EF4-FFF2-40B4-BE49-F238E27FC236}">
                <a16:creationId xmlns:a16="http://schemas.microsoft.com/office/drawing/2014/main" id="{82383278-9E64-DE5D-E44F-D58B48ED8307}"/>
              </a:ext>
            </a:extLst>
          </p:cNvPr>
          <p:cNvGraphicFramePr>
            <a:graphicFrameLocks noChangeAspect="1"/>
          </p:cNvGraphicFramePr>
          <p:nvPr/>
        </p:nvGraphicFramePr>
        <p:xfrm>
          <a:off x="0" y="0"/>
          <a:ext cx="3671888" cy="2425700"/>
        </p:xfrm>
        <a:graphic>
          <a:graphicData uri="http://schemas.openxmlformats.org/presentationml/2006/ole">
            <mc:AlternateContent xmlns:mc="http://schemas.openxmlformats.org/markup-compatibility/2006">
              <mc:Choice xmlns:v="urn:schemas-microsoft-com:vml" Requires="v">
                <p:oleObj name="公式" r:id="rId2" imgW="1307880" imgH="863280" progId="Equation.3">
                  <p:embed/>
                </p:oleObj>
              </mc:Choice>
              <mc:Fallback>
                <p:oleObj name="公式" r:id="rId2" imgW="1307880" imgH="863280"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3671888" cy="2425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515" name="Object 3">
            <a:extLst>
              <a:ext uri="{FF2B5EF4-FFF2-40B4-BE49-F238E27FC236}">
                <a16:creationId xmlns:a16="http://schemas.microsoft.com/office/drawing/2014/main" id="{FF6BC322-7A70-4FD8-0371-6AD76E4915FD}"/>
              </a:ext>
            </a:extLst>
          </p:cNvPr>
          <p:cNvGraphicFramePr>
            <a:graphicFrameLocks noChangeAspect="1"/>
          </p:cNvGraphicFramePr>
          <p:nvPr/>
        </p:nvGraphicFramePr>
        <p:xfrm>
          <a:off x="0" y="2420938"/>
          <a:ext cx="3995738" cy="2246312"/>
        </p:xfrm>
        <a:graphic>
          <a:graphicData uri="http://schemas.openxmlformats.org/presentationml/2006/ole">
            <mc:AlternateContent xmlns:mc="http://schemas.openxmlformats.org/markup-compatibility/2006">
              <mc:Choice xmlns:v="urn:schemas-microsoft-com:vml" Requires="v">
                <p:oleObj name="公式" r:id="rId4" imgW="1536480" imgH="863280" progId="Equation.3">
                  <p:embed/>
                </p:oleObj>
              </mc:Choice>
              <mc:Fallback>
                <p:oleObj name="公式" r:id="rId4" imgW="1536480" imgH="86328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2420938"/>
                        <a:ext cx="3995738" cy="2246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517" name="Object 5">
            <a:extLst>
              <a:ext uri="{FF2B5EF4-FFF2-40B4-BE49-F238E27FC236}">
                <a16:creationId xmlns:a16="http://schemas.microsoft.com/office/drawing/2014/main" id="{6947BB0C-2E23-20DA-FD70-B0915BC71D6C}"/>
              </a:ext>
            </a:extLst>
          </p:cNvPr>
          <p:cNvGraphicFramePr>
            <a:graphicFrameLocks noChangeAspect="1"/>
          </p:cNvGraphicFramePr>
          <p:nvPr>
            <p:ph sz="quarter" idx="2"/>
          </p:nvPr>
        </p:nvGraphicFramePr>
        <p:xfrm>
          <a:off x="4643438" y="549275"/>
          <a:ext cx="1223962" cy="509588"/>
        </p:xfrm>
        <a:graphic>
          <a:graphicData uri="http://schemas.openxmlformats.org/presentationml/2006/ole">
            <mc:AlternateContent xmlns:mc="http://schemas.openxmlformats.org/markup-compatibility/2006">
              <mc:Choice xmlns:v="urn:schemas-microsoft-com:vml" Requires="v">
                <p:oleObj name="公式" r:id="rId6" imgW="457200" imgH="190440" progId="Equation.3">
                  <p:embed/>
                </p:oleObj>
              </mc:Choice>
              <mc:Fallback>
                <p:oleObj name="公式" r:id="rId6" imgW="457200" imgH="190440"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43438" y="549275"/>
                        <a:ext cx="1223962" cy="509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4518" name="Rectangle 6">
            <a:extLst>
              <a:ext uri="{FF2B5EF4-FFF2-40B4-BE49-F238E27FC236}">
                <a16:creationId xmlns:a16="http://schemas.microsoft.com/office/drawing/2014/main" id="{8A9EB012-994A-3A74-BD64-9C88F71EDDED}"/>
              </a:ext>
            </a:extLst>
          </p:cNvPr>
          <p:cNvSpPr>
            <a:spLocks noChangeArrowheads="1"/>
          </p:cNvSpPr>
          <p:nvPr/>
        </p:nvSpPr>
        <p:spPr bwMode="auto">
          <a:xfrm>
            <a:off x="3851275" y="549275"/>
            <a:ext cx="5076825"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3600" b="1">
                <a:solidFill>
                  <a:srgbClr val="760C04"/>
                </a:solidFill>
                <a:ea typeface="楷体_GB2312" pitchFamily="49" charset="-122"/>
              </a:rPr>
              <a:t>令             即在</a:t>
            </a:r>
            <a:r>
              <a:rPr lang="en-US" altLang="zh-CN" sz="3600" b="1">
                <a:solidFill>
                  <a:srgbClr val="760C04"/>
                </a:solidFill>
                <a:ea typeface="楷体_GB2312" pitchFamily="49" charset="-122"/>
              </a:rPr>
              <a:t>S</a:t>
            </a:r>
            <a:r>
              <a:rPr lang="zh-CN" altLang="en-US" sz="3600" b="1">
                <a:solidFill>
                  <a:srgbClr val="760C04"/>
                </a:solidFill>
                <a:ea typeface="楷体_GB2312" pitchFamily="49" charset="-122"/>
              </a:rPr>
              <a:t>平面中</a:t>
            </a:r>
            <a:r>
              <a:rPr lang="en-US" altLang="zh-CN" sz="3600" b="1">
                <a:solidFill>
                  <a:srgbClr val="760C04"/>
                </a:solidFill>
                <a:ea typeface="楷体_GB2312" pitchFamily="49" charset="-122"/>
              </a:rPr>
              <a:t>s</a:t>
            </a:r>
            <a:r>
              <a:rPr lang="zh-CN" altLang="en-US" sz="3600" b="1">
                <a:solidFill>
                  <a:srgbClr val="760C04"/>
                </a:solidFill>
                <a:ea typeface="楷体_GB2312" pitchFamily="49" charset="-122"/>
              </a:rPr>
              <a:t>沿虚轴移动，可得：</a:t>
            </a:r>
          </a:p>
        </p:txBody>
      </p:sp>
      <p:grpSp>
        <p:nvGrpSpPr>
          <p:cNvPr id="64520" name="Group 8">
            <a:extLst>
              <a:ext uri="{FF2B5EF4-FFF2-40B4-BE49-F238E27FC236}">
                <a16:creationId xmlns:a16="http://schemas.microsoft.com/office/drawing/2014/main" id="{3BEE2E23-8638-ADC3-80DE-B5C892ECF636}"/>
              </a:ext>
            </a:extLst>
          </p:cNvPr>
          <p:cNvGrpSpPr>
            <a:grpSpLocks/>
          </p:cNvGrpSpPr>
          <p:nvPr/>
        </p:nvGrpSpPr>
        <p:grpSpPr bwMode="auto">
          <a:xfrm>
            <a:off x="0" y="4619625"/>
            <a:ext cx="4140200" cy="2238375"/>
            <a:chOff x="2922" y="1422"/>
            <a:chExt cx="1772" cy="1097"/>
          </a:xfrm>
        </p:grpSpPr>
        <p:sp>
          <p:nvSpPr>
            <p:cNvPr id="64521" name="Rectangle 9">
              <a:extLst>
                <a:ext uri="{FF2B5EF4-FFF2-40B4-BE49-F238E27FC236}">
                  <a16:creationId xmlns:a16="http://schemas.microsoft.com/office/drawing/2014/main" id="{48EB1EEC-1310-DD0A-9BD8-2F699B7B2F1A}"/>
                </a:ext>
              </a:extLst>
            </p:cNvPr>
            <p:cNvSpPr>
              <a:spLocks noChangeArrowheads="1"/>
            </p:cNvSpPr>
            <p:nvPr/>
          </p:nvSpPr>
          <p:spPr bwMode="auto">
            <a:xfrm>
              <a:off x="2922" y="1422"/>
              <a:ext cx="1650" cy="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760C04"/>
                  </a:solidFill>
                  <a:ea typeface="楷体_GB2312" pitchFamily="49" charset="-122"/>
                </a:rPr>
                <a:t>用极坐标表示，有</a:t>
              </a:r>
            </a:p>
          </p:txBody>
        </p:sp>
        <p:graphicFrame>
          <p:nvGraphicFramePr>
            <p:cNvPr id="64522" name="Object 10">
              <a:extLst>
                <a:ext uri="{FF2B5EF4-FFF2-40B4-BE49-F238E27FC236}">
                  <a16:creationId xmlns:a16="http://schemas.microsoft.com/office/drawing/2014/main" id="{7DF7D168-2D45-7D91-DC70-8A88830E33BA}"/>
                </a:ext>
              </a:extLst>
            </p:cNvPr>
            <p:cNvGraphicFramePr>
              <a:graphicFrameLocks noChangeAspect="1"/>
            </p:cNvGraphicFramePr>
            <p:nvPr/>
          </p:nvGraphicFramePr>
          <p:xfrm>
            <a:off x="3016" y="1797"/>
            <a:ext cx="1678" cy="722"/>
          </p:xfrm>
          <a:graphic>
            <a:graphicData uri="http://schemas.openxmlformats.org/presentationml/2006/ole">
              <mc:AlternateContent xmlns:mc="http://schemas.openxmlformats.org/markup-compatibility/2006">
                <mc:Choice xmlns:v="urn:schemas-microsoft-com:vml" Requires="v">
                  <p:oleObj name="公式" r:id="rId8" imgW="1180800" imgH="507960" progId="Equation.3">
                    <p:embed/>
                  </p:oleObj>
                </mc:Choice>
                <mc:Fallback>
                  <p:oleObj name="公式" r:id="rId8" imgW="1180800" imgH="507960" progId="Equation.3">
                    <p:embed/>
                    <p:pic>
                      <p:nvPicPr>
                        <p:cNvPr id="0"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16" y="1797"/>
                          <a:ext cx="1678" cy="7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pic>
        <p:nvPicPr>
          <p:cNvPr id="64523" name="Picture 11">
            <a:extLst>
              <a:ext uri="{FF2B5EF4-FFF2-40B4-BE49-F238E27FC236}">
                <a16:creationId xmlns:a16="http://schemas.microsoft.com/office/drawing/2014/main" id="{F46311F1-CEE7-75FD-CA36-E1B732A1E2F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356100" y="2349500"/>
            <a:ext cx="4464050" cy="401478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64514"/>
                                        </p:tgtEl>
                                        <p:attrNameLst>
                                          <p:attrName>style.visibility</p:attrName>
                                        </p:attrNameLst>
                                      </p:cBhvr>
                                      <p:to>
                                        <p:strVal val="visible"/>
                                      </p:to>
                                    </p:set>
                                    <p:anim calcmode="lin" valueType="num">
                                      <p:cBhvr additive="base">
                                        <p:cTn id="7" dur="500" fill="hold"/>
                                        <p:tgtEl>
                                          <p:spTgt spid="64514"/>
                                        </p:tgtEl>
                                        <p:attrNameLst>
                                          <p:attrName>ppt_x</p:attrName>
                                        </p:attrNameLst>
                                      </p:cBhvr>
                                      <p:tavLst>
                                        <p:tav tm="0">
                                          <p:val>
                                            <p:strVal val="0-#ppt_w/2"/>
                                          </p:val>
                                        </p:tav>
                                        <p:tav tm="100000">
                                          <p:val>
                                            <p:strVal val="#ppt_x"/>
                                          </p:val>
                                        </p:tav>
                                      </p:tavLst>
                                    </p:anim>
                                    <p:anim calcmode="lin" valueType="num">
                                      <p:cBhvr additive="base">
                                        <p:cTn id="8" dur="500" fill="hold"/>
                                        <p:tgtEl>
                                          <p:spTgt spid="6451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64515"/>
                                        </p:tgtEl>
                                        <p:attrNameLst>
                                          <p:attrName>style.visibility</p:attrName>
                                        </p:attrNameLst>
                                      </p:cBhvr>
                                      <p:to>
                                        <p:strVal val="visible"/>
                                      </p:to>
                                    </p:set>
                                    <p:anim calcmode="lin" valueType="num">
                                      <p:cBhvr additive="base">
                                        <p:cTn id="13" dur="500" fill="hold"/>
                                        <p:tgtEl>
                                          <p:spTgt spid="64515"/>
                                        </p:tgtEl>
                                        <p:attrNameLst>
                                          <p:attrName>ppt_x</p:attrName>
                                        </p:attrNameLst>
                                      </p:cBhvr>
                                      <p:tavLst>
                                        <p:tav tm="0">
                                          <p:val>
                                            <p:strVal val="0-#ppt_w/2"/>
                                          </p:val>
                                        </p:tav>
                                        <p:tav tm="100000">
                                          <p:val>
                                            <p:strVal val="#ppt_x"/>
                                          </p:val>
                                        </p:tav>
                                      </p:tavLst>
                                    </p:anim>
                                    <p:anim calcmode="lin" valueType="num">
                                      <p:cBhvr additive="base">
                                        <p:cTn id="14" dur="500" fill="hold"/>
                                        <p:tgtEl>
                                          <p:spTgt spid="645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3490" name="Object 2">
            <a:extLst>
              <a:ext uri="{FF2B5EF4-FFF2-40B4-BE49-F238E27FC236}">
                <a16:creationId xmlns:a16="http://schemas.microsoft.com/office/drawing/2014/main" id="{43201EDF-E933-BEDD-5661-2D1A7D92F61E}"/>
              </a:ext>
            </a:extLst>
          </p:cNvPr>
          <p:cNvGraphicFramePr>
            <a:graphicFrameLocks noChangeAspect="1"/>
          </p:cNvGraphicFramePr>
          <p:nvPr/>
        </p:nvGraphicFramePr>
        <p:xfrm>
          <a:off x="611188" y="419100"/>
          <a:ext cx="7921625" cy="3657600"/>
        </p:xfrm>
        <a:graphic>
          <a:graphicData uri="http://schemas.openxmlformats.org/presentationml/2006/ole">
            <mc:AlternateContent xmlns:mc="http://schemas.openxmlformats.org/markup-compatibility/2006">
              <mc:Choice xmlns:v="urn:schemas-microsoft-com:vml" Requires="v">
                <p:oleObj name="公式" r:id="rId2" imgW="2463480" imgH="1180800" progId="Equation.3">
                  <p:embed/>
                </p:oleObj>
              </mc:Choice>
              <mc:Fallback>
                <p:oleObj name="公式" r:id="rId2" imgW="2463480" imgH="1180800"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88" y="419100"/>
                        <a:ext cx="7921625" cy="3657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491" name="Object 3">
            <a:extLst>
              <a:ext uri="{FF2B5EF4-FFF2-40B4-BE49-F238E27FC236}">
                <a16:creationId xmlns:a16="http://schemas.microsoft.com/office/drawing/2014/main" id="{621A642A-0661-641A-F6E1-52C0F9302ACE}"/>
              </a:ext>
            </a:extLst>
          </p:cNvPr>
          <p:cNvGraphicFramePr>
            <a:graphicFrameLocks noChangeAspect="1"/>
          </p:cNvGraphicFramePr>
          <p:nvPr/>
        </p:nvGraphicFramePr>
        <p:xfrm>
          <a:off x="1316038" y="4175125"/>
          <a:ext cx="4498975" cy="1198563"/>
        </p:xfrm>
        <a:graphic>
          <a:graphicData uri="http://schemas.openxmlformats.org/presentationml/2006/ole">
            <mc:AlternateContent xmlns:mc="http://schemas.openxmlformats.org/markup-compatibility/2006">
              <mc:Choice xmlns:v="urn:schemas-microsoft-com:vml" Requires="v">
                <p:oleObj name="公式" r:id="rId4" imgW="1562040" imgH="431640" progId="Equation.3">
                  <p:embed/>
                </p:oleObj>
              </mc:Choice>
              <mc:Fallback>
                <p:oleObj name="公式" r:id="rId4" imgW="1562040" imgH="43164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16038" y="4175125"/>
                        <a:ext cx="4498975" cy="1198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492" name="Object 4">
            <a:extLst>
              <a:ext uri="{FF2B5EF4-FFF2-40B4-BE49-F238E27FC236}">
                <a16:creationId xmlns:a16="http://schemas.microsoft.com/office/drawing/2014/main" id="{BD6529B2-006C-FE9C-87A9-082807A59599}"/>
              </a:ext>
            </a:extLst>
          </p:cNvPr>
          <p:cNvGraphicFramePr>
            <a:graphicFrameLocks noChangeAspect="1"/>
          </p:cNvGraphicFramePr>
          <p:nvPr/>
        </p:nvGraphicFramePr>
        <p:xfrm>
          <a:off x="111125" y="5522913"/>
          <a:ext cx="8664575" cy="647700"/>
        </p:xfrm>
        <a:graphic>
          <a:graphicData uri="http://schemas.openxmlformats.org/presentationml/2006/ole">
            <mc:AlternateContent xmlns:mc="http://schemas.openxmlformats.org/markup-compatibility/2006">
              <mc:Choice xmlns:v="urn:schemas-microsoft-com:vml" Requires="v">
                <p:oleObj name="公式" r:id="rId6" imgW="2946240" imgH="228600" progId="Equation.3">
                  <p:embed/>
                </p:oleObj>
              </mc:Choice>
              <mc:Fallback>
                <p:oleObj name="公式" r:id="rId6" imgW="2946240" imgH="228600"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1125" y="5522913"/>
                        <a:ext cx="8664575" cy="647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63490"/>
                                        </p:tgtEl>
                                        <p:attrNameLst>
                                          <p:attrName>style.visibility</p:attrName>
                                        </p:attrNameLst>
                                      </p:cBhvr>
                                      <p:to>
                                        <p:strVal val="visible"/>
                                      </p:to>
                                    </p:set>
                                    <p:anim calcmode="lin" valueType="num">
                                      <p:cBhvr additive="base">
                                        <p:cTn id="7" dur="500" fill="hold"/>
                                        <p:tgtEl>
                                          <p:spTgt spid="63490"/>
                                        </p:tgtEl>
                                        <p:attrNameLst>
                                          <p:attrName>ppt_x</p:attrName>
                                        </p:attrNameLst>
                                      </p:cBhvr>
                                      <p:tavLst>
                                        <p:tav tm="0">
                                          <p:val>
                                            <p:strVal val="0-#ppt_w/2"/>
                                          </p:val>
                                        </p:tav>
                                        <p:tav tm="100000">
                                          <p:val>
                                            <p:strVal val="#ppt_x"/>
                                          </p:val>
                                        </p:tav>
                                      </p:tavLst>
                                    </p:anim>
                                    <p:anim calcmode="lin" valueType="num">
                                      <p:cBhvr additive="base">
                                        <p:cTn id="8" dur="500" fill="hold"/>
                                        <p:tgtEl>
                                          <p:spTgt spid="6349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63491"/>
                                        </p:tgtEl>
                                        <p:attrNameLst>
                                          <p:attrName>style.visibility</p:attrName>
                                        </p:attrNameLst>
                                      </p:cBhvr>
                                      <p:to>
                                        <p:strVal val="visible"/>
                                      </p:to>
                                    </p:set>
                                    <p:anim calcmode="lin" valueType="num">
                                      <p:cBhvr additive="base">
                                        <p:cTn id="13" dur="500" fill="hold"/>
                                        <p:tgtEl>
                                          <p:spTgt spid="63491"/>
                                        </p:tgtEl>
                                        <p:attrNameLst>
                                          <p:attrName>ppt_x</p:attrName>
                                        </p:attrNameLst>
                                      </p:cBhvr>
                                      <p:tavLst>
                                        <p:tav tm="0">
                                          <p:val>
                                            <p:strVal val="0-#ppt_w/2"/>
                                          </p:val>
                                        </p:tav>
                                        <p:tav tm="100000">
                                          <p:val>
                                            <p:strVal val="#ppt_x"/>
                                          </p:val>
                                        </p:tav>
                                      </p:tavLst>
                                    </p:anim>
                                    <p:anim calcmode="lin" valueType="num">
                                      <p:cBhvr additive="base">
                                        <p:cTn id="14" dur="500" fill="hold"/>
                                        <p:tgtEl>
                                          <p:spTgt spid="63491"/>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63492"/>
                                        </p:tgtEl>
                                        <p:attrNameLst>
                                          <p:attrName>style.visibility</p:attrName>
                                        </p:attrNameLst>
                                      </p:cBhvr>
                                      <p:to>
                                        <p:strVal val="visible"/>
                                      </p:to>
                                    </p:set>
                                    <p:anim calcmode="lin" valueType="num">
                                      <p:cBhvr additive="base">
                                        <p:cTn id="19" dur="500" fill="hold"/>
                                        <p:tgtEl>
                                          <p:spTgt spid="63492"/>
                                        </p:tgtEl>
                                        <p:attrNameLst>
                                          <p:attrName>ppt_x</p:attrName>
                                        </p:attrNameLst>
                                      </p:cBhvr>
                                      <p:tavLst>
                                        <p:tav tm="0">
                                          <p:val>
                                            <p:strVal val="0-#ppt_w/2"/>
                                          </p:val>
                                        </p:tav>
                                        <p:tav tm="100000">
                                          <p:val>
                                            <p:strVal val="#ppt_x"/>
                                          </p:val>
                                        </p:tav>
                                      </p:tavLst>
                                    </p:anim>
                                    <p:anim calcmode="lin" valueType="num">
                                      <p:cBhvr additive="base">
                                        <p:cTn id="20" dur="500" fill="hold"/>
                                        <p:tgtEl>
                                          <p:spTgt spid="6349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3">
            <a:extLst>
              <a:ext uri="{FF2B5EF4-FFF2-40B4-BE49-F238E27FC236}">
                <a16:creationId xmlns:a16="http://schemas.microsoft.com/office/drawing/2014/main" id="{BF2FD54B-49F6-F3B9-7E91-B2861BCE958F}"/>
              </a:ext>
            </a:extLst>
          </p:cNvPr>
          <p:cNvSpPr>
            <a:spLocks noChangeArrowheads="1"/>
          </p:cNvSpPr>
          <p:nvPr/>
        </p:nvSpPr>
        <p:spPr bwMode="auto">
          <a:xfrm>
            <a:off x="250825" y="150813"/>
            <a:ext cx="8893175" cy="212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85000"/>
              </a:lnSpc>
            </a:pPr>
            <a:r>
              <a:rPr lang="zh-CN" altLang="en-US" sz="3600" b="1">
                <a:solidFill>
                  <a:srgbClr val="760C04"/>
                </a:solidFill>
                <a:ea typeface="楷体_GB2312" pitchFamily="49" charset="-122"/>
              </a:rPr>
              <a:t>例：已知                                     ，用几何法确定傅立叶变换的幅频和相频特性。</a:t>
            </a:r>
          </a:p>
        </p:txBody>
      </p:sp>
      <p:graphicFrame>
        <p:nvGraphicFramePr>
          <p:cNvPr id="62468" name="Object 4">
            <a:extLst>
              <a:ext uri="{FF2B5EF4-FFF2-40B4-BE49-F238E27FC236}">
                <a16:creationId xmlns:a16="http://schemas.microsoft.com/office/drawing/2014/main" id="{EFF44957-F1F6-ACE0-527D-7FA247DA0F92}"/>
              </a:ext>
            </a:extLst>
          </p:cNvPr>
          <p:cNvGraphicFramePr>
            <a:graphicFrameLocks noChangeAspect="1"/>
          </p:cNvGraphicFramePr>
          <p:nvPr>
            <p:ph/>
          </p:nvPr>
        </p:nvGraphicFramePr>
        <p:xfrm>
          <a:off x="2339975" y="0"/>
          <a:ext cx="4537075" cy="1557338"/>
        </p:xfrm>
        <a:graphic>
          <a:graphicData uri="http://schemas.openxmlformats.org/presentationml/2006/ole">
            <mc:AlternateContent xmlns:mc="http://schemas.openxmlformats.org/markup-compatibility/2006">
              <mc:Choice xmlns:v="urn:schemas-microsoft-com:vml" Requires="v">
                <p:oleObj name="公式" r:id="rId2" imgW="1600200" imgH="583920" progId="Equation.3">
                  <p:embed/>
                </p:oleObj>
              </mc:Choice>
              <mc:Fallback>
                <p:oleObj name="公式" r:id="rId2" imgW="1600200" imgH="58392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9975" y="0"/>
                        <a:ext cx="4537075" cy="15573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2469" name="Rectangle 5">
            <a:extLst>
              <a:ext uri="{FF2B5EF4-FFF2-40B4-BE49-F238E27FC236}">
                <a16:creationId xmlns:a16="http://schemas.microsoft.com/office/drawing/2014/main" id="{4ADAA130-6023-3327-3D70-B383FBD12C61}"/>
              </a:ext>
            </a:extLst>
          </p:cNvPr>
          <p:cNvSpPr>
            <a:spLocks noChangeArrowheads="1"/>
          </p:cNvSpPr>
          <p:nvPr/>
        </p:nvSpPr>
        <p:spPr bwMode="auto">
          <a:xfrm>
            <a:off x="395288" y="2781300"/>
            <a:ext cx="8424862" cy="2730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60000"/>
              </a:lnSpc>
            </a:pPr>
            <a:r>
              <a:rPr lang="zh-CN" altLang="en-US" sz="3600" b="1">
                <a:solidFill>
                  <a:srgbClr val="760C04"/>
                </a:solidFill>
                <a:ea typeface="楷体_GB2312" pitchFamily="49" charset="-122"/>
              </a:rPr>
              <a:t>注：</a:t>
            </a:r>
            <a:r>
              <a:rPr lang="zh-CN" altLang="en-US" sz="3600" b="1">
                <a:solidFill>
                  <a:srgbClr val="000066"/>
                </a:solidFill>
                <a:ea typeface="楷体_GB2312" pitchFamily="49" charset="-122"/>
              </a:rPr>
              <a:t>用几何法确定傅立叶变换的意义：</a:t>
            </a:r>
          </a:p>
          <a:p>
            <a:pPr>
              <a:lnSpc>
                <a:spcPct val="160000"/>
              </a:lnSpc>
            </a:pPr>
            <a:r>
              <a:rPr lang="zh-CN" altLang="en-US" sz="3600" b="1">
                <a:solidFill>
                  <a:srgbClr val="000066"/>
                </a:solidFill>
                <a:ea typeface="楷体_GB2312" pitchFamily="49" charset="-122"/>
              </a:rPr>
              <a:t>      由零极点图来近似观察傅立叶变换的整体特性。</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2469"/>
                                        </p:tgtEl>
                                        <p:attrNameLst>
                                          <p:attrName>style.visibility</p:attrName>
                                        </p:attrNameLst>
                                      </p:cBhvr>
                                      <p:to>
                                        <p:strVal val="visible"/>
                                      </p:to>
                                    </p:set>
                                    <p:anim calcmode="lin" valueType="num">
                                      <p:cBhvr additive="base">
                                        <p:cTn id="7" dur="500" fill="hold"/>
                                        <p:tgtEl>
                                          <p:spTgt spid="62469"/>
                                        </p:tgtEl>
                                        <p:attrNameLst>
                                          <p:attrName>ppt_x</p:attrName>
                                        </p:attrNameLst>
                                      </p:cBhvr>
                                      <p:tavLst>
                                        <p:tav tm="0">
                                          <p:val>
                                            <p:strVal val="0-#ppt_w/2"/>
                                          </p:val>
                                        </p:tav>
                                        <p:tav tm="100000">
                                          <p:val>
                                            <p:strVal val="#ppt_x"/>
                                          </p:val>
                                        </p:tav>
                                      </p:tavLst>
                                    </p:anim>
                                    <p:anim calcmode="lin" valueType="num">
                                      <p:cBhvr additive="base">
                                        <p:cTn id="8" dur="500" fill="hold"/>
                                        <p:tgtEl>
                                          <p:spTgt spid="6246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9"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1442" name="Object 2">
            <a:extLst>
              <a:ext uri="{FF2B5EF4-FFF2-40B4-BE49-F238E27FC236}">
                <a16:creationId xmlns:a16="http://schemas.microsoft.com/office/drawing/2014/main" id="{18F9B7C8-DDE8-1337-5375-4FD398DFB657}"/>
              </a:ext>
            </a:extLst>
          </p:cNvPr>
          <p:cNvGraphicFramePr>
            <a:graphicFrameLocks noChangeAspect="1"/>
          </p:cNvGraphicFramePr>
          <p:nvPr/>
        </p:nvGraphicFramePr>
        <p:xfrm>
          <a:off x="250825" y="2420938"/>
          <a:ext cx="3767138" cy="1304925"/>
        </p:xfrm>
        <a:graphic>
          <a:graphicData uri="http://schemas.openxmlformats.org/presentationml/2006/ole">
            <mc:AlternateContent xmlns:mc="http://schemas.openxmlformats.org/markup-compatibility/2006">
              <mc:Choice xmlns:v="urn:schemas-microsoft-com:vml" Requires="v">
                <p:oleObj name="Equation" r:id="rId2" imgW="1002960" imgH="419040" progId="Equation.DSMT4">
                  <p:embed/>
                </p:oleObj>
              </mc:Choice>
              <mc:Fallback>
                <p:oleObj name="Equation" r:id="rId2" imgW="1002960" imgH="419040" progId="Equation.DSMT4">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25" y="2420938"/>
                        <a:ext cx="3767138" cy="1304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61443" name="Group 3">
            <a:extLst>
              <a:ext uri="{FF2B5EF4-FFF2-40B4-BE49-F238E27FC236}">
                <a16:creationId xmlns:a16="http://schemas.microsoft.com/office/drawing/2014/main" id="{5C5A8AF7-860B-FC5B-DF74-9F0F07B533BC}"/>
              </a:ext>
            </a:extLst>
          </p:cNvPr>
          <p:cNvGrpSpPr>
            <a:grpSpLocks/>
          </p:cNvGrpSpPr>
          <p:nvPr/>
        </p:nvGrpSpPr>
        <p:grpSpPr bwMode="auto">
          <a:xfrm>
            <a:off x="323850" y="1196975"/>
            <a:ext cx="5616575" cy="1079500"/>
            <a:chOff x="960" y="1152"/>
            <a:chExt cx="2869" cy="581"/>
          </a:xfrm>
        </p:grpSpPr>
        <p:graphicFrame>
          <p:nvGraphicFramePr>
            <p:cNvPr id="61444" name="Object 4">
              <a:extLst>
                <a:ext uri="{FF2B5EF4-FFF2-40B4-BE49-F238E27FC236}">
                  <a16:creationId xmlns:a16="http://schemas.microsoft.com/office/drawing/2014/main" id="{50CDF455-20BF-D1A6-5CFA-A67A78C7E349}"/>
                </a:ext>
              </a:extLst>
            </p:cNvPr>
            <p:cNvGraphicFramePr>
              <a:graphicFrameLocks noChangeAspect="1"/>
            </p:cNvGraphicFramePr>
            <p:nvPr/>
          </p:nvGraphicFramePr>
          <p:xfrm>
            <a:off x="960" y="1152"/>
            <a:ext cx="1722" cy="566"/>
          </p:xfrm>
          <a:graphic>
            <a:graphicData uri="http://schemas.openxmlformats.org/presentationml/2006/ole">
              <mc:AlternateContent xmlns:mc="http://schemas.openxmlformats.org/markup-compatibility/2006">
                <mc:Choice xmlns:v="urn:schemas-microsoft-com:vml" Requires="v">
                  <p:oleObj name="Equation" r:id="rId4" imgW="1117440" imgH="419040" progId="Equation.DSMT4">
                    <p:embed/>
                  </p:oleObj>
                </mc:Choice>
                <mc:Fallback>
                  <p:oleObj name="Equation" r:id="rId4" imgW="1117440" imgH="419040" progId="Equation.DSMT4">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60" y="1152"/>
                          <a:ext cx="1722" cy="5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1445" name="Object 5">
              <a:extLst>
                <a:ext uri="{FF2B5EF4-FFF2-40B4-BE49-F238E27FC236}">
                  <a16:creationId xmlns:a16="http://schemas.microsoft.com/office/drawing/2014/main" id="{5772FE44-69A6-1F73-8BF5-627C15022BCF}"/>
                </a:ext>
              </a:extLst>
            </p:cNvPr>
            <p:cNvGraphicFramePr>
              <a:graphicFrameLocks noChangeAspect="1"/>
            </p:cNvGraphicFramePr>
            <p:nvPr/>
          </p:nvGraphicFramePr>
          <p:xfrm>
            <a:off x="2832" y="1200"/>
            <a:ext cx="997" cy="533"/>
          </p:xfrm>
          <a:graphic>
            <a:graphicData uri="http://schemas.openxmlformats.org/presentationml/2006/ole">
              <mc:AlternateContent xmlns:mc="http://schemas.openxmlformats.org/markup-compatibility/2006">
                <mc:Choice xmlns:v="urn:schemas-microsoft-com:vml" Requires="v">
                  <p:oleObj name="Equation" r:id="rId6" imgW="736560" imgH="393480" progId="Equation.DSMT4">
                    <p:embed/>
                  </p:oleObj>
                </mc:Choice>
                <mc:Fallback>
                  <p:oleObj name="Equation" r:id="rId6" imgW="736560" imgH="393480" progId="Equation.DSMT4">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32" y="1200"/>
                          <a:ext cx="997" cy="5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61447" name="Text Box 7">
            <a:extLst>
              <a:ext uri="{FF2B5EF4-FFF2-40B4-BE49-F238E27FC236}">
                <a16:creationId xmlns:a16="http://schemas.microsoft.com/office/drawing/2014/main" id="{60E89B28-E1F2-79B8-00C6-DB38A69F27F7}"/>
              </a:ext>
            </a:extLst>
          </p:cNvPr>
          <p:cNvSpPr txBox="1">
            <a:spLocks noChangeArrowheads="1"/>
          </p:cNvSpPr>
          <p:nvPr/>
        </p:nvSpPr>
        <p:spPr bwMode="auto">
          <a:xfrm>
            <a:off x="468313" y="387350"/>
            <a:ext cx="3446462"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000066"/>
                </a:solidFill>
                <a:ea typeface="楷体_GB2312" pitchFamily="49" charset="-122"/>
              </a:rPr>
              <a:t>例</a:t>
            </a:r>
            <a:r>
              <a:rPr lang="en-US" altLang="zh-CN" sz="3600" b="1">
                <a:solidFill>
                  <a:srgbClr val="000066"/>
                </a:solidFill>
                <a:ea typeface="楷体_GB2312" pitchFamily="49" charset="-122"/>
              </a:rPr>
              <a:t>1.</a:t>
            </a:r>
            <a:r>
              <a:rPr lang="en-US" altLang="zh-CN" sz="3600" b="1">
                <a:solidFill>
                  <a:srgbClr val="000066"/>
                </a:solidFill>
                <a:latin typeface="楷体_GB2312" pitchFamily="49" charset="-122"/>
                <a:ea typeface="楷体_GB2312" pitchFamily="49" charset="-122"/>
              </a:rPr>
              <a:t> </a:t>
            </a:r>
            <a:r>
              <a:rPr lang="zh-CN" altLang="en-US" sz="3600" b="1">
                <a:solidFill>
                  <a:srgbClr val="760C04"/>
                </a:solidFill>
                <a:latin typeface="楷体_GB2312" pitchFamily="49" charset="-122"/>
                <a:ea typeface="楷体_GB2312" pitchFamily="49" charset="-122"/>
              </a:rPr>
              <a:t>一阶系统</a:t>
            </a:r>
            <a:r>
              <a:rPr lang="zh-CN" altLang="en-US" sz="2800" b="1">
                <a:solidFill>
                  <a:srgbClr val="760C04"/>
                </a:solidFill>
                <a:latin typeface="楷体_GB2312" pitchFamily="49" charset="-122"/>
                <a:ea typeface="楷体_GB2312" pitchFamily="49" charset="-122"/>
              </a:rPr>
              <a:t>：</a:t>
            </a:r>
          </a:p>
        </p:txBody>
      </p:sp>
      <p:graphicFrame>
        <p:nvGraphicFramePr>
          <p:cNvPr id="61448" name="Object 8">
            <a:extLst>
              <a:ext uri="{FF2B5EF4-FFF2-40B4-BE49-F238E27FC236}">
                <a16:creationId xmlns:a16="http://schemas.microsoft.com/office/drawing/2014/main" id="{7A3A0192-9BA5-E520-C26D-BCBC4886B91F}"/>
              </a:ext>
            </a:extLst>
          </p:cNvPr>
          <p:cNvGraphicFramePr>
            <a:graphicFrameLocks noChangeAspect="1"/>
          </p:cNvGraphicFramePr>
          <p:nvPr/>
        </p:nvGraphicFramePr>
        <p:xfrm>
          <a:off x="3635375" y="260350"/>
          <a:ext cx="4032250" cy="1012825"/>
        </p:xfrm>
        <a:graphic>
          <a:graphicData uri="http://schemas.openxmlformats.org/presentationml/2006/ole">
            <mc:AlternateContent xmlns:mc="http://schemas.openxmlformats.org/markup-compatibility/2006">
              <mc:Choice xmlns:v="urn:schemas-microsoft-com:vml" Requires="v">
                <p:oleObj name="Equation" r:id="rId8" imgW="1231560" imgH="393480" progId="Equation.DSMT4">
                  <p:embed/>
                </p:oleObj>
              </mc:Choice>
              <mc:Fallback>
                <p:oleObj name="Equation" r:id="rId8" imgW="1231560" imgH="393480" progId="Equation.DSMT4">
                  <p:embed/>
                  <p:pic>
                    <p:nvPicPr>
                      <p:cNvPr id="0"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35375" y="260350"/>
                        <a:ext cx="4032250" cy="101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1450" name="Text Box 10">
            <a:extLst>
              <a:ext uri="{FF2B5EF4-FFF2-40B4-BE49-F238E27FC236}">
                <a16:creationId xmlns:a16="http://schemas.microsoft.com/office/drawing/2014/main" id="{DB42AF2D-BADC-25EA-EFA8-A69EC23E54DF}"/>
              </a:ext>
            </a:extLst>
          </p:cNvPr>
          <p:cNvSpPr txBox="1">
            <a:spLocks noChangeArrowheads="1"/>
          </p:cNvSpPr>
          <p:nvPr/>
        </p:nvSpPr>
        <p:spPr bwMode="auto">
          <a:xfrm>
            <a:off x="0" y="3644900"/>
            <a:ext cx="64135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1">
                <a:latin typeface="楷体_GB2312" pitchFamily="49" charset="-122"/>
                <a:ea typeface="楷体_GB2312" pitchFamily="49" charset="-122"/>
              </a:rPr>
              <a:t>  </a:t>
            </a:r>
            <a:r>
              <a:rPr lang="zh-CN" altLang="en-US" sz="3600" b="1">
                <a:solidFill>
                  <a:srgbClr val="000066"/>
                </a:solidFill>
                <a:latin typeface="楷体_GB2312" pitchFamily="49" charset="-122"/>
                <a:ea typeface="楷体_GB2312" pitchFamily="49" charset="-122"/>
              </a:rPr>
              <a:t>随着    ，      单调下降</a:t>
            </a:r>
            <a:r>
              <a:rPr lang="zh-CN" altLang="en-US" sz="2800" b="1">
                <a:solidFill>
                  <a:srgbClr val="000066"/>
                </a:solidFill>
                <a:latin typeface="楷体_GB2312" pitchFamily="49" charset="-122"/>
                <a:ea typeface="楷体_GB2312" pitchFamily="49" charset="-122"/>
              </a:rPr>
              <a:t>，</a:t>
            </a:r>
          </a:p>
        </p:txBody>
      </p:sp>
      <p:graphicFrame>
        <p:nvGraphicFramePr>
          <p:cNvPr id="61451" name="Object 11">
            <a:extLst>
              <a:ext uri="{FF2B5EF4-FFF2-40B4-BE49-F238E27FC236}">
                <a16:creationId xmlns:a16="http://schemas.microsoft.com/office/drawing/2014/main" id="{62C51797-80E9-5EE5-A5C4-76D0FE9C3EBD}"/>
              </a:ext>
            </a:extLst>
          </p:cNvPr>
          <p:cNvGraphicFramePr>
            <a:graphicFrameLocks noChangeAspect="1"/>
          </p:cNvGraphicFramePr>
          <p:nvPr/>
        </p:nvGraphicFramePr>
        <p:xfrm>
          <a:off x="1331913" y="3644900"/>
          <a:ext cx="731837" cy="660400"/>
        </p:xfrm>
        <a:graphic>
          <a:graphicData uri="http://schemas.openxmlformats.org/presentationml/2006/ole">
            <mc:AlternateContent xmlns:mc="http://schemas.openxmlformats.org/markup-compatibility/2006">
              <mc:Choice xmlns:v="urn:schemas-microsoft-com:vml" Requires="v">
                <p:oleObj name="Equation" r:id="rId10" imgW="279360" imgH="203040" progId="Equation.DSMT4">
                  <p:embed/>
                </p:oleObj>
              </mc:Choice>
              <mc:Fallback>
                <p:oleObj name="Equation" r:id="rId10" imgW="279360" imgH="203040" progId="Equation.DSMT4">
                  <p:embed/>
                  <p:pic>
                    <p:nvPicPr>
                      <p:cNvPr id="0" name="Object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331913" y="3644900"/>
                        <a:ext cx="731837" cy="66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1452" name="Object 12">
            <a:extLst>
              <a:ext uri="{FF2B5EF4-FFF2-40B4-BE49-F238E27FC236}">
                <a16:creationId xmlns:a16="http://schemas.microsoft.com/office/drawing/2014/main" id="{11E49D50-91C2-68F1-EBA7-9BFDE38C7E10}"/>
              </a:ext>
            </a:extLst>
          </p:cNvPr>
          <p:cNvGraphicFramePr>
            <a:graphicFrameLocks noChangeAspect="1"/>
          </p:cNvGraphicFramePr>
          <p:nvPr/>
        </p:nvGraphicFramePr>
        <p:xfrm>
          <a:off x="2771775" y="3644900"/>
          <a:ext cx="1196975" cy="719138"/>
        </p:xfrm>
        <a:graphic>
          <a:graphicData uri="http://schemas.openxmlformats.org/presentationml/2006/ole">
            <mc:AlternateContent xmlns:mc="http://schemas.openxmlformats.org/markup-compatibility/2006">
              <mc:Choice xmlns:v="urn:schemas-microsoft-com:vml" Requires="v">
                <p:oleObj name="Equation" r:id="rId12" imgW="520560" imgH="253800" progId="Equation.DSMT4">
                  <p:embed/>
                </p:oleObj>
              </mc:Choice>
              <mc:Fallback>
                <p:oleObj name="Equation" r:id="rId12" imgW="520560" imgH="253800" progId="Equation.DSMT4">
                  <p:embed/>
                  <p:pic>
                    <p:nvPicPr>
                      <p:cNvPr id="0" name="Object 1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771775" y="3644900"/>
                        <a:ext cx="1196975" cy="719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1453" name="Object 13">
            <a:extLst>
              <a:ext uri="{FF2B5EF4-FFF2-40B4-BE49-F238E27FC236}">
                <a16:creationId xmlns:a16="http://schemas.microsoft.com/office/drawing/2014/main" id="{61D50F6A-FD1E-214A-7B8C-79E73A039A29}"/>
              </a:ext>
            </a:extLst>
          </p:cNvPr>
          <p:cNvGraphicFramePr>
            <a:graphicFrameLocks noChangeAspect="1"/>
          </p:cNvGraphicFramePr>
          <p:nvPr/>
        </p:nvGraphicFramePr>
        <p:xfrm>
          <a:off x="323850" y="4221163"/>
          <a:ext cx="930275" cy="1047750"/>
        </p:xfrm>
        <a:graphic>
          <a:graphicData uri="http://schemas.openxmlformats.org/presentationml/2006/ole">
            <mc:AlternateContent xmlns:mc="http://schemas.openxmlformats.org/markup-compatibility/2006">
              <mc:Choice xmlns:v="urn:schemas-microsoft-com:vml" Requires="v">
                <p:oleObj name="Equation" r:id="rId14" imgW="406080" imgH="393480" progId="Equation.DSMT4">
                  <p:embed/>
                </p:oleObj>
              </mc:Choice>
              <mc:Fallback>
                <p:oleObj name="Equation" r:id="rId14" imgW="406080" imgH="393480" progId="Equation.DSMT4">
                  <p:embed/>
                  <p:pic>
                    <p:nvPicPr>
                      <p:cNvPr id="0" name="Object 1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23850" y="4221163"/>
                        <a:ext cx="930275" cy="1047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1454" name="Text Box 14">
            <a:extLst>
              <a:ext uri="{FF2B5EF4-FFF2-40B4-BE49-F238E27FC236}">
                <a16:creationId xmlns:a16="http://schemas.microsoft.com/office/drawing/2014/main" id="{90D03182-5E59-824E-5E41-BFDE91E10FAC}"/>
              </a:ext>
            </a:extLst>
          </p:cNvPr>
          <p:cNvSpPr txBox="1">
            <a:spLocks noChangeArrowheads="1"/>
          </p:cNvSpPr>
          <p:nvPr/>
        </p:nvSpPr>
        <p:spPr bwMode="auto">
          <a:xfrm>
            <a:off x="1331913" y="4437063"/>
            <a:ext cx="4084637"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000066"/>
                </a:solidFill>
                <a:latin typeface="楷体_GB2312" pitchFamily="49" charset="-122"/>
                <a:ea typeface="楷体_GB2312" pitchFamily="49" charset="-122"/>
              </a:rPr>
              <a:t>时</a:t>
            </a:r>
            <a:r>
              <a:rPr lang="en-US" altLang="zh-CN" sz="3600" b="1">
                <a:solidFill>
                  <a:srgbClr val="000066"/>
                </a:solidFill>
                <a:latin typeface="楷体_GB2312" pitchFamily="49" charset="-122"/>
                <a:ea typeface="楷体_GB2312" pitchFamily="49" charset="-122"/>
              </a:rPr>
              <a:t>,</a:t>
            </a:r>
            <a:r>
              <a:rPr lang="zh-CN" altLang="en-US" sz="3600" b="1">
                <a:solidFill>
                  <a:srgbClr val="000066"/>
                </a:solidFill>
                <a:latin typeface="楷体_GB2312" pitchFamily="49" charset="-122"/>
                <a:ea typeface="楷体_GB2312" pitchFamily="49" charset="-122"/>
              </a:rPr>
              <a:t>下降到最大值的</a:t>
            </a:r>
          </a:p>
        </p:txBody>
      </p:sp>
      <p:graphicFrame>
        <p:nvGraphicFramePr>
          <p:cNvPr id="61455" name="Object 15">
            <a:extLst>
              <a:ext uri="{FF2B5EF4-FFF2-40B4-BE49-F238E27FC236}">
                <a16:creationId xmlns:a16="http://schemas.microsoft.com/office/drawing/2014/main" id="{E044D3F1-D2DF-C69D-7C18-ECDC8E39780B}"/>
              </a:ext>
            </a:extLst>
          </p:cNvPr>
          <p:cNvGraphicFramePr>
            <a:graphicFrameLocks noChangeAspect="1"/>
          </p:cNvGraphicFramePr>
          <p:nvPr/>
        </p:nvGraphicFramePr>
        <p:xfrm>
          <a:off x="250825" y="5300663"/>
          <a:ext cx="504825" cy="1009650"/>
        </p:xfrm>
        <a:graphic>
          <a:graphicData uri="http://schemas.openxmlformats.org/presentationml/2006/ole">
            <mc:AlternateContent xmlns:mc="http://schemas.openxmlformats.org/markup-compatibility/2006">
              <mc:Choice xmlns:v="urn:schemas-microsoft-com:vml" Requires="v">
                <p:oleObj name="Equation" r:id="rId16" imgW="266400" imgH="406080" progId="Equation.DSMT4">
                  <p:embed/>
                </p:oleObj>
              </mc:Choice>
              <mc:Fallback>
                <p:oleObj name="Equation" r:id="rId16" imgW="266400" imgH="406080" progId="Equation.DSMT4">
                  <p:embed/>
                  <p:pic>
                    <p:nvPicPr>
                      <p:cNvPr id="0" name="Object 1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50825" y="5300663"/>
                        <a:ext cx="504825" cy="100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1456" name="Rectangle 16">
            <a:extLst>
              <a:ext uri="{FF2B5EF4-FFF2-40B4-BE49-F238E27FC236}">
                <a16:creationId xmlns:a16="http://schemas.microsoft.com/office/drawing/2014/main" id="{D1D13441-D7A5-79AC-0921-A9A1FF3614E1}"/>
              </a:ext>
            </a:extLst>
          </p:cNvPr>
          <p:cNvSpPr>
            <a:spLocks noChangeArrowheads="1"/>
          </p:cNvSpPr>
          <p:nvPr/>
        </p:nvSpPr>
        <p:spPr bwMode="auto">
          <a:xfrm>
            <a:off x="900113" y="5516563"/>
            <a:ext cx="5005387"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000066"/>
                </a:solidFill>
                <a:latin typeface="楷体_GB2312" pitchFamily="49" charset="-122"/>
                <a:ea typeface="楷体_GB2312" pitchFamily="49" charset="-122"/>
              </a:rPr>
              <a:t>最大值在     时取得。</a:t>
            </a:r>
          </a:p>
        </p:txBody>
      </p:sp>
      <p:graphicFrame>
        <p:nvGraphicFramePr>
          <p:cNvPr id="61457" name="Object 17">
            <a:extLst>
              <a:ext uri="{FF2B5EF4-FFF2-40B4-BE49-F238E27FC236}">
                <a16:creationId xmlns:a16="http://schemas.microsoft.com/office/drawing/2014/main" id="{5BC16585-C0ED-F088-39E2-566471F96C1D}"/>
              </a:ext>
            </a:extLst>
          </p:cNvPr>
          <p:cNvGraphicFramePr>
            <a:graphicFrameLocks noChangeAspect="1"/>
          </p:cNvGraphicFramePr>
          <p:nvPr/>
        </p:nvGraphicFramePr>
        <p:xfrm>
          <a:off x="2916238" y="5661025"/>
          <a:ext cx="815975" cy="536575"/>
        </p:xfrm>
        <a:graphic>
          <a:graphicData uri="http://schemas.openxmlformats.org/presentationml/2006/ole">
            <mc:AlternateContent xmlns:mc="http://schemas.openxmlformats.org/markup-compatibility/2006">
              <mc:Choice xmlns:v="urn:schemas-microsoft-com:vml" Requires="v">
                <p:oleObj name="Equation" r:id="rId18" imgW="380880" imgH="177480" progId="Equation.DSMT4">
                  <p:embed/>
                </p:oleObj>
              </mc:Choice>
              <mc:Fallback>
                <p:oleObj name="Equation" r:id="rId18" imgW="380880" imgH="177480" progId="Equation.DSMT4">
                  <p:embed/>
                  <p:pic>
                    <p:nvPicPr>
                      <p:cNvPr id="0" name="Object 17"/>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916238" y="5661025"/>
                        <a:ext cx="815975" cy="53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61458" name="Group 18">
            <a:extLst>
              <a:ext uri="{FF2B5EF4-FFF2-40B4-BE49-F238E27FC236}">
                <a16:creationId xmlns:a16="http://schemas.microsoft.com/office/drawing/2014/main" id="{CA05B5D5-6C97-5122-3E8C-CE1A61255040}"/>
              </a:ext>
            </a:extLst>
          </p:cNvPr>
          <p:cNvGrpSpPr>
            <a:grpSpLocks/>
          </p:cNvGrpSpPr>
          <p:nvPr/>
        </p:nvGrpSpPr>
        <p:grpSpPr bwMode="auto">
          <a:xfrm>
            <a:off x="5791200" y="3505200"/>
            <a:ext cx="3352800" cy="2947988"/>
            <a:chOff x="3648" y="2224"/>
            <a:chExt cx="2112" cy="1472"/>
          </a:xfrm>
        </p:grpSpPr>
        <p:pic>
          <p:nvPicPr>
            <p:cNvPr id="61459" name="Picture 19">
              <a:extLst>
                <a:ext uri="{FF2B5EF4-FFF2-40B4-BE49-F238E27FC236}">
                  <a16:creationId xmlns:a16="http://schemas.microsoft.com/office/drawing/2014/main" id="{E80DA3EB-2A74-7FE3-4351-5AA0DDAA8ED2}"/>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066" y="2524"/>
              <a:ext cx="1694" cy="9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1460" name="Line 20">
              <a:extLst>
                <a:ext uri="{FF2B5EF4-FFF2-40B4-BE49-F238E27FC236}">
                  <a16:creationId xmlns:a16="http://schemas.microsoft.com/office/drawing/2014/main" id="{9A1533E8-912E-E314-A917-57B6005A5B75}"/>
                </a:ext>
              </a:extLst>
            </p:cNvPr>
            <p:cNvSpPr>
              <a:spLocks noChangeShapeType="1"/>
            </p:cNvSpPr>
            <p:nvPr/>
          </p:nvSpPr>
          <p:spPr bwMode="auto">
            <a:xfrm>
              <a:off x="3929" y="3487"/>
              <a:ext cx="1602" cy="0"/>
            </a:xfrm>
            <a:prstGeom prst="line">
              <a:avLst/>
            </a:prstGeom>
            <a:noFill/>
            <a:ln w="19050">
              <a:solidFill>
                <a:srgbClr val="00121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461" name="Line 21">
              <a:extLst>
                <a:ext uri="{FF2B5EF4-FFF2-40B4-BE49-F238E27FC236}">
                  <a16:creationId xmlns:a16="http://schemas.microsoft.com/office/drawing/2014/main" id="{D5D575BA-563F-25A2-8BCB-AEB4D70623AD}"/>
                </a:ext>
              </a:extLst>
            </p:cNvPr>
            <p:cNvSpPr>
              <a:spLocks noChangeShapeType="1"/>
            </p:cNvSpPr>
            <p:nvPr/>
          </p:nvSpPr>
          <p:spPr bwMode="auto">
            <a:xfrm flipV="1">
              <a:off x="4067" y="2259"/>
              <a:ext cx="0" cy="1338"/>
            </a:xfrm>
            <a:prstGeom prst="line">
              <a:avLst/>
            </a:prstGeom>
            <a:noFill/>
            <a:ln w="19050">
              <a:solidFill>
                <a:srgbClr val="00121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aphicFrame>
          <p:nvGraphicFramePr>
            <p:cNvPr id="61462" name="Object 22">
              <a:extLst>
                <a:ext uri="{FF2B5EF4-FFF2-40B4-BE49-F238E27FC236}">
                  <a16:creationId xmlns:a16="http://schemas.microsoft.com/office/drawing/2014/main" id="{927DC335-2C50-5100-AEF5-D98B3EC0A551}"/>
                </a:ext>
              </a:extLst>
            </p:cNvPr>
            <p:cNvGraphicFramePr>
              <a:graphicFrameLocks noChangeAspect="1"/>
            </p:cNvGraphicFramePr>
            <p:nvPr/>
          </p:nvGraphicFramePr>
          <p:xfrm>
            <a:off x="3936" y="2544"/>
            <a:ext cx="115" cy="203"/>
          </p:xfrm>
          <a:graphic>
            <a:graphicData uri="http://schemas.openxmlformats.org/presentationml/2006/ole">
              <mc:AlternateContent xmlns:mc="http://schemas.openxmlformats.org/markup-compatibility/2006">
                <mc:Choice xmlns:v="urn:schemas-microsoft-com:vml" Requires="v">
                  <p:oleObj name="Equation" r:id="rId21" imgW="101520" imgH="164880" progId="Equation.DSMT4">
                    <p:embed/>
                  </p:oleObj>
                </mc:Choice>
                <mc:Fallback>
                  <p:oleObj name="Equation" r:id="rId21" imgW="101520" imgH="164880" progId="Equation.DSMT4">
                    <p:embed/>
                    <p:pic>
                      <p:nvPicPr>
                        <p:cNvPr id="0" name="Object 2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936" y="2544"/>
                          <a:ext cx="115" cy="2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463" name="Object 23">
              <a:extLst>
                <a:ext uri="{FF2B5EF4-FFF2-40B4-BE49-F238E27FC236}">
                  <a16:creationId xmlns:a16="http://schemas.microsoft.com/office/drawing/2014/main" id="{D264F07A-2AF2-26FE-70BF-73E60ED57CE3}"/>
                </a:ext>
              </a:extLst>
            </p:cNvPr>
            <p:cNvGraphicFramePr>
              <a:graphicFrameLocks noChangeAspect="1"/>
            </p:cNvGraphicFramePr>
            <p:nvPr/>
          </p:nvGraphicFramePr>
          <p:xfrm>
            <a:off x="4203" y="3498"/>
            <a:ext cx="275" cy="198"/>
          </p:xfrm>
          <a:graphic>
            <a:graphicData uri="http://schemas.openxmlformats.org/presentationml/2006/ole">
              <mc:AlternateContent xmlns:mc="http://schemas.openxmlformats.org/markup-compatibility/2006">
                <mc:Choice xmlns:v="urn:schemas-microsoft-com:vml" Requires="v">
                  <p:oleObj name="Equation" r:id="rId23" imgW="266400" imgH="177480" progId="Equation.DSMT4">
                    <p:embed/>
                  </p:oleObj>
                </mc:Choice>
                <mc:Fallback>
                  <p:oleObj name="Equation" r:id="rId23" imgW="266400" imgH="177480" progId="Equation.DSMT4">
                    <p:embed/>
                    <p:pic>
                      <p:nvPicPr>
                        <p:cNvPr id="0" name="Object 23"/>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203" y="3498"/>
                          <a:ext cx="275" cy="1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464" name="Object 24">
              <a:extLst>
                <a:ext uri="{FF2B5EF4-FFF2-40B4-BE49-F238E27FC236}">
                  <a16:creationId xmlns:a16="http://schemas.microsoft.com/office/drawing/2014/main" id="{9DE84D3B-ECCE-12BF-6610-D8F61ECEF7E4}"/>
                </a:ext>
              </a:extLst>
            </p:cNvPr>
            <p:cNvGraphicFramePr>
              <a:graphicFrameLocks noChangeAspect="1"/>
            </p:cNvGraphicFramePr>
            <p:nvPr/>
          </p:nvGraphicFramePr>
          <p:xfrm>
            <a:off x="5394" y="3302"/>
            <a:ext cx="183" cy="181"/>
          </p:xfrm>
          <a:graphic>
            <a:graphicData uri="http://schemas.openxmlformats.org/presentationml/2006/ole">
              <mc:AlternateContent xmlns:mc="http://schemas.openxmlformats.org/markup-compatibility/2006">
                <mc:Choice xmlns:v="urn:schemas-microsoft-com:vml" Requires="v">
                  <p:oleObj name="Equation" r:id="rId25" imgW="152280" imgH="139680" progId="Equation.DSMT4">
                    <p:embed/>
                  </p:oleObj>
                </mc:Choice>
                <mc:Fallback>
                  <p:oleObj name="Equation" r:id="rId25" imgW="152280" imgH="139680" progId="Equation.DSMT4">
                    <p:embed/>
                    <p:pic>
                      <p:nvPicPr>
                        <p:cNvPr id="0" name="Object 24"/>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5394" y="3302"/>
                          <a:ext cx="183" cy="1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465" name="Object 25">
              <a:extLst>
                <a:ext uri="{FF2B5EF4-FFF2-40B4-BE49-F238E27FC236}">
                  <a16:creationId xmlns:a16="http://schemas.microsoft.com/office/drawing/2014/main" id="{CCCC16D0-B6C9-B9A2-EA42-59A53F95D2CF}"/>
                </a:ext>
              </a:extLst>
            </p:cNvPr>
            <p:cNvGraphicFramePr>
              <a:graphicFrameLocks noChangeAspect="1"/>
            </p:cNvGraphicFramePr>
            <p:nvPr/>
          </p:nvGraphicFramePr>
          <p:xfrm>
            <a:off x="4091" y="2224"/>
            <a:ext cx="652" cy="252"/>
          </p:xfrm>
          <a:graphic>
            <a:graphicData uri="http://schemas.openxmlformats.org/presentationml/2006/ole">
              <mc:AlternateContent xmlns:mc="http://schemas.openxmlformats.org/markup-compatibility/2006">
                <mc:Choice xmlns:v="urn:schemas-microsoft-com:vml" Requires="v">
                  <p:oleObj name="Equation" r:id="rId27" imgW="571320" imgH="203040" progId="Equation.DSMT4">
                    <p:embed/>
                  </p:oleObj>
                </mc:Choice>
                <mc:Fallback>
                  <p:oleObj name="Equation" r:id="rId27" imgW="571320" imgH="203040" progId="Equation.DSMT4">
                    <p:embed/>
                    <p:pic>
                      <p:nvPicPr>
                        <p:cNvPr id="0" name="Object 25"/>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4091" y="2224"/>
                          <a:ext cx="652" cy="2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466" name="Object 26">
              <a:extLst>
                <a:ext uri="{FF2B5EF4-FFF2-40B4-BE49-F238E27FC236}">
                  <a16:creationId xmlns:a16="http://schemas.microsoft.com/office/drawing/2014/main" id="{AAA2696B-7DC3-A909-3D9D-9695A3ACF24B}"/>
                </a:ext>
              </a:extLst>
            </p:cNvPr>
            <p:cNvGraphicFramePr>
              <a:graphicFrameLocks noChangeAspect="1"/>
            </p:cNvGraphicFramePr>
            <p:nvPr/>
          </p:nvGraphicFramePr>
          <p:xfrm>
            <a:off x="3648" y="2832"/>
            <a:ext cx="413" cy="253"/>
          </p:xfrm>
          <a:graphic>
            <a:graphicData uri="http://schemas.openxmlformats.org/presentationml/2006/ole">
              <mc:AlternateContent xmlns:mc="http://schemas.openxmlformats.org/markup-compatibility/2006">
                <mc:Choice xmlns:v="urn:schemas-microsoft-com:vml" Requires="v">
                  <p:oleObj name="Equation" r:id="rId29" imgW="380880" imgH="215640" progId="Equation.DSMT4">
                    <p:embed/>
                  </p:oleObj>
                </mc:Choice>
                <mc:Fallback>
                  <p:oleObj name="Equation" r:id="rId29" imgW="380880" imgH="215640" progId="Equation.DSMT4">
                    <p:embed/>
                    <p:pic>
                      <p:nvPicPr>
                        <p:cNvPr id="0" name="Object 26"/>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3648" y="2832"/>
                          <a:ext cx="413" cy="2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pic>
        <p:nvPicPr>
          <p:cNvPr id="61468" name="Picture 28">
            <a:extLst>
              <a:ext uri="{FF2B5EF4-FFF2-40B4-BE49-F238E27FC236}">
                <a16:creationId xmlns:a16="http://schemas.microsoft.com/office/drawing/2014/main" id="{E5CBFCC9-7DF8-A496-7D2D-9A1B8A3A7BDA}"/>
              </a:ext>
            </a:extLst>
          </p:cNvPr>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6300788" y="1125538"/>
            <a:ext cx="2363787" cy="23749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61443"/>
                                        </p:tgtEl>
                                        <p:attrNameLst>
                                          <p:attrName>style.visibility</p:attrName>
                                        </p:attrNameLst>
                                      </p:cBhvr>
                                      <p:to>
                                        <p:strVal val="visible"/>
                                      </p:to>
                                    </p:set>
                                    <p:anim calcmode="lin" valueType="num">
                                      <p:cBhvr additive="base">
                                        <p:cTn id="7" dur="500" fill="hold"/>
                                        <p:tgtEl>
                                          <p:spTgt spid="61443"/>
                                        </p:tgtEl>
                                        <p:attrNameLst>
                                          <p:attrName>ppt_x</p:attrName>
                                        </p:attrNameLst>
                                      </p:cBhvr>
                                      <p:tavLst>
                                        <p:tav tm="0">
                                          <p:val>
                                            <p:strVal val="0-#ppt_w/2"/>
                                          </p:val>
                                        </p:tav>
                                        <p:tav tm="100000">
                                          <p:val>
                                            <p:strVal val="#ppt_x"/>
                                          </p:val>
                                        </p:tav>
                                      </p:tavLst>
                                    </p:anim>
                                    <p:anim calcmode="lin" valueType="num">
                                      <p:cBhvr additive="base">
                                        <p:cTn id="8" dur="500" fill="hold"/>
                                        <p:tgtEl>
                                          <p:spTgt spid="6144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61442"/>
                                        </p:tgtEl>
                                        <p:attrNameLst>
                                          <p:attrName>style.visibility</p:attrName>
                                        </p:attrNameLst>
                                      </p:cBhvr>
                                      <p:to>
                                        <p:strVal val="visible"/>
                                      </p:to>
                                    </p:set>
                                    <p:anim calcmode="lin" valueType="num">
                                      <p:cBhvr additive="base">
                                        <p:cTn id="13" dur="500" fill="hold"/>
                                        <p:tgtEl>
                                          <p:spTgt spid="61442"/>
                                        </p:tgtEl>
                                        <p:attrNameLst>
                                          <p:attrName>ppt_x</p:attrName>
                                        </p:attrNameLst>
                                      </p:cBhvr>
                                      <p:tavLst>
                                        <p:tav tm="0">
                                          <p:val>
                                            <p:strVal val="0-#ppt_w/2"/>
                                          </p:val>
                                        </p:tav>
                                        <p:tav tm="100000">
                                          <p:val>
                                            <p:strVal val="#ppt_x"/>
                                          </p:val>
                                        </p:tav>
                                      </p:tavLst>
                                    </p:anim>
                                    <p:anim calcmode="lin" valueType="num">
                                      <p:cBhvr additive="base">
                                        <p:cTn id="14" dur="500" fill="hold"/>
                                        <p:tgtEl>
                                          <p:spTgt spid="61442"/>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nodeType="clickEffect">
                                  <p:stCondLst>
                                    <p:cond delay="0"/>
                                  </p:stCondLst>
                                  <p:childTnLst>
                                    <p:set>
                                      <p:cBhvr>
                                        <p:cTn id="18" dur="1" fill="hold">
                                          <p:stCondLst>
                                            <p:cond delay="0"/>
                                          </p:stCondLst>
                                        </p:cTn>
                                        <p:tgtEl>
                                          <p:spTgt spid="61468"/>
                                        </p:tgtEl>
                                        <p:attrNameLst>
                                          <p:attrName>style.visibility</p:attrName>
                                        </p:attrNameLst>
                                      </p:cBhvr>
                                      <p:to>
                                        <p:strVal val="visible"/>
                                      </p:to>
                                    </p:set>
                                    <p:anim calcmode="lin" valueType="num">
                                      <p:cBhvr additive="base">
                                        <p:cTn id="19" dur="500" fill="hold"/>
                                        <p:tgtEl>
                                          <p:spTgt spid="61468"/>
                                        </p:tgtEl>
                                        <p:attrNameLst>
                                          <p:attrName>ppt_x</p:attrName>
                                        </p:attrNameLst>
                                      </p:cBhvr>
                                      <p:tavLst>
                                        <p:tav tm="0">
                                          <p:val>
                                            <p:strVal val="1+#ppt_w/2"/>
                                          </p:val>
                                        </p:tav>
                                        <p:tav tm="100000">
                                          <p:val>
                                            <p:strVal val="#ppt_x"/>
                                          </p:val>
                                        </p:tav>
                                      </p:tavLst>
                                    </p:anim>
                                    <p:anim calcmode="lin" valueType="num">
                                      <p:cBhvr additive="base">
                                        <p:cTn id="20" dur="500" fill="hold"/>
                                        <p:tgtEl>
                                          <p:spTgt spid="61468"/>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61458"/>
                                        </p:tgtEl>
                                        <p:attrNameLst>
                                          <p:attrName>style.visibility</p:attrName>
                                        </p:attrNameLst>
                                      </p:cBhvr>
                                      <p:to>
                                        <p:strVal val="visible"/>
                                      </p:to>
                                    </p:set>
                                    <p:anim calcmode="lin" valueType="num">
                                      <p:cBhvr additive="base">
                                        <p:cTn id="25" dur="500" fill="hold"/>
                                        <p:tgtEl>
                                          <p:spTgt spid="61458"/>
                                        </p:tgtEl>
                                        <p:attrNameLst>
                                          <p:attrName>ppt_x</p:attrName>
                                        </p:attrNameLst>
                                      </p:cBhvr>
                                      <p:tavLst>
                                        <p:tav tm="0">
                                          <p:val>
                                            <p:strVal val="0-#ppt_w/2"/>
                                          </p:val>
                                        </p:tav>
                                        <p:tav tm="100000">
                                          <p:val>
                                            <p:strVal val="#ppt_x"/>
                                          </p:val>
                                        </p:tav>
                                      </p:tavLst>
                                    </p:anim>
                                    <p:anim calcmode="lin" valueType="num">
                                      <p:cBhvr additive="base">
                                        <p:cTn id="26" dur="500" fill="hold"/>
                                        <p:tgtEl>
                                          <p:spTgt spid="6145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ext Box 2">
            <a:extLst>
              <a:ext uri="{FF2B5EF4-FFF2-40B4-BE49-F238E27FC236}">
                <a16:creationId xmlns:a16="http://schemas.microsoft.com/office/drawing/2014/main" id="{85E49FED-079D-4C4C-5F99-EAF56FD0274D}"/>
              </a:ext>
            </a:extLst>
          </p:cNvPr>
          <p:cNvSpPr txBox="1">
            <a:spLocks noChangeArrowheads="1"/>
          </p:cNvSpPr>
          <p:nvPr/>
        </p:nvSpPr>
        <p:spPr bwMode="auto">
          <a:xfrm>
            <a:off x="1322388" y="908050"/>
            <a:ext cx="1841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sz="2800" b="1">
              <a:latin typeface="楷体_GB2312" pitchFamily="49" charset="-122"/>
              <a:ea typeface="楷体_GB2312" pitchFamily="49" charset="-122"/>
            </a:endParaRPr>
          </a:p>
        </p:txBody>
      </p:sp>
      <p:pic>
        <p:nvPicPr>
          <p:cNvPr id="60420" name="Picture 4">
            <a:extLst>
              <a:ext uri="{FF2B5EF4-FFF2-40B4-BE49-F238E27FC236}">
                <a16:creationId xmlns:a16="http://schemas.microsoft.com/office/drawing/2014/main" id="{BE656088-9001-E816-2E55-B51E1DB00D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492375"/>
            <a:ext cx="9144000" cy="4365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0422" name="Text Box 6">
            <a:extLst>
              <a:ext uri="{FF2B5EF4-FFF2-40B4-BE49-F238E27FC236}">
                <a16:creationId xmlns:a16="http://schemas.microsoft.com/office/drawing/2014/main" id="{803DE468-AD53-1A70-2462-BF4BCF96696F}"/>
              </a:ext>
            </a:extLst>
          </p:cNvPr>
          <p:cNvSpPr txBox="1">
            <a:spLocks noChangeArrowheads="1"/>
          </p:cNvSpPr>
          <p:nvPr/>
        </p:nvSpPr>
        <p:spPr bwMode="auto">
          <a:xfrm>
            <a:off x="323850" y="155575"/>
            <a:ext cx="500538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000066"/>
                </a:solidFill>
                <a:latin typeface="楷体_GB2312" pitchFamily="49" charset="-122"/>
                <a:ea typeface="楷体_GB2312" pitchFamily="49" charset="-122"/>
              </a:rPr>
              <a:t>相位特性，当     时，</a:t>
            </a:r>
          </a:p>
        </p:txBody>
      </p:sp>
      <p:graphicFrame>
        <p:nvGraphicFramePr>
          <p:cNvPr id="60423" name="Object 7">
            <a:extLst>
              <a:ext uri="{FF2B5EF4-FFF2-40B4-BE49-F238E27FC236}">
                <a16:creationId xmlns:a16="http://schemas.microsoft.com/office/drawing/2014/main" id="{7838C8B4-895A-38A0-F7C8-90425D94594D}"/>
              </a:ext>
            </a:extLst>
          </p:cNvPr>
          <p:cNvGraphicFramePr>
            <a:graphicFrameLocks noChangeAspect="1"/>
          </p:cNvGraphicFramePr>
          <p:nvPr/>
        </p:nvGraphicFramePr>
        <p:xfrm>
          <a:off x="3203575" y="260350"/>
          <a:ext cx="1122363" cy="431800"/>
        </p:xfrm>
        <a:graphic>
          <a:graphicData uri="http://schemas.openxmlformats.org/presentationml/2006/ole">
            <mc:AlternateContent xmlns:mc="http://schemas.openxmlformats.org/markup-compatibility/2006">
              <mc:Choice xmlns:v="urn:schemas-microsoft-com:vml" Requires="v">
                <p:oleObj name="Equation" r:id="rId3" imgW="380880" imgH="177480" progId="Equation.DSMT4">
                  <p:embed/>
                </p:oleObj>
              </mc:Choice>
              <mc:Fallback>
                <p:oleObj name="Equation" r:id="rId3" imgW="380880" imgH="177480" progId="Equation.DSMT4">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3575" y="260350"/>
                        <a:ext cx="1122363"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60424" name="Picture 8">
            <a:extLst>
              <a:ext uri="{FF2B5EF4-FFF2-40B4-BE49-F238E27FC236}">
                <a16:creationId xmlns:a16="http://schemas.microsoft.com/office/drawing/2014/main" id="{788E6459-FE58-86BA-AF23-04F77B7CC29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48263" y="333375"/>
            <a:ext cx="1762125" cy="409575"/>
          </a:xfrm>
          <a:prstGeom prst="rect">
            <a:avLst/>
          </a:prstGeom>
          <a:noFill/>
          <a:extLst>
            <a:ext uri="{909E8E84-426E-40DD-AFC4-6F175D3DCCD1}">
              <a14:hiddenFill xmlns:a14="http://schemas.microsoft.com/office/drawing/2010/main">
                <a:solidFill>
                  <a:srgbClr val="FFFFFF"/>
                </a:solidFill>
              </a14:hiddenFill>
            </a:ext>
          </a:extLst>
        </p:spPr>
      </p:pic>
      <p:sp>
        <p:nvSpPr>
          <p:cNvPr id="60426" name="Text Box 10">
            <a:extLst>
              <a:ext uri="{FF2B5EF4-FFF2-40B4-BE49-F238E27FC236}">
                <a16:creationId xmlns:a16="http://schemas.microsoft.com/office/drawing/2014/main" id="{59F10C18-09E8-AA35-EF54-52C40A743031}"/>
              </a:ext>
            </a:extLst>
          </p:cNvPr>
          <p:cNvSpPr txBox="1">
            <a:spLocks noChangeArrowheads="1"/>
          </p:cNvSpPr>
          <p:nvPr/>
        </p:nvSpPr>
        <p:spPr bwMode="auto">
          <a:xfrm>
            <a:off x="468313" y="908050"/>
            <a:ext cx="7632700" cy="750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lang="en-US" altLang="zh-CN" sz="2800" b="1">
                <a:latin typeface="楷体_GB2312" pitchFamily="49" charset="-122"/>
                <a:ea typeface="楷体_GB2312" pitchFamily="49" charset="-122"/>
              </a:rPr>
              <a:t> </a:t>
            </a:r>
            <a:r>
              <a:rPr lang="zh-CN" altLang="en-US" sz="3600" b="1">
                <a:solidFill>
                  <a:srgbClr val="000066"/>
                </a:solidFill>
                <a:latin typeface="楷体_GB2312" pitchFamily="49" charset="-122"/>
                <a:ea typeface="楷体_GB2312" pitchFamily="49" charset="-122"/>
              </a:rPr>
              <a:t>随着    ，       趋向     。</a:t>
            </a:r>
            <a:endParaRPr lang="zh-CN" altLang="en-US" sz="3600" b="1">
              <a:latin typeface="楷体_GB2312" pitchFamily="49" charset="-122"/>
              <a:ea typeface="楷体_GB2312" pitchFamily="49" charset="-122"/>
            </a:endParaRPr>
          </a:p>
        </p:txBody>
      </p:sp>
      <p:graphicFrame>
        <p:nvGraphicFramePr>
          <p:cNvPr id="60427" name="Object 11">
            <a:extLst>
              <a:ext uri="{FF2B5EF4-FFF2-40B4-BE49-F238E27FC236}">
                <a16:creationId xmlns:a16="http://schemas.microsoft.com/office/drawing/2014/main" id="{C39C03B7-A287-5112-12F7-180A9DD53F62}"/>
              </a:ext>
            </a:extLst>
          </p:cNvPr>
          <p:cNvGraphicFramePr>
            <a:graphicFrameLocks noChangeAspect="1"/>
          </p:cNvGraphicFramePr>
          <p:nvPr/>
        </p:nvGraphicFramePr>
        <p:xfrm>
          <a:off x="1692275" y="969963"/>
          <a:ext cx="1008063" cy="608012"/>
        </p:xfrm>
        <a:graphic>
          <a:graphicData uri="http://schemas.openxmlformats.org/presentationml/2006/ole">
            <mc:AlternateContent xmlns:mc="http://schemas.openxmlformats.org/markup-compatibility/2006">
              <mc:Choice xmlns:v="urn:schemas-microsoft-com:vml" Requires="v">
                <p:oleObj name="Equation" r:id="rId6" imgW="279360" imgH="203040" progId="Equation.DSMT4">
                  <p:embed/>
                </p:oleObj>
              </mc:Choice>
              <mc:Fallback>
                <p:oleObj name="Equation" r:id="rId6" imgW="279360" imgH="203040" progId="Equation.DSMT4">
                  <p:embed/>
                  <p:pic>
                    <p:nvPicPr>
                      <p:cNvPr id="0" name="Object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92275" y="969963"/>
                        <a:ext cx="1008063" cy="608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0428" name="Object 12">
            <a:extLst>
              <a:ext uri="{FF2B5EF4-FFF2-40B4-BE49-F238E27FC236}">
                <a16:creationId xmlns:a16="http://schemas.microsoft.com/office/drawing/2014/main" id="{06CA944F-46F1-36AC-4794-95120A4D9353}"/>
              </a:ext>
            </a:extLst>
          </p:cNvPr>
          <p:cNvGraphicFramePr>
            <a:graphicFrameLocks noChangeAspect="1"/>
          </p:cNvGraphicFramePr>
          <p:nvPr/>
        </p:nvGraphicFramePr>
        <p:xfrm>
          <a:off x="5580063" y="977900"/>
          <a:ext cx="1296987" cy="566738"/>
        </p:xfrm>
        <a:graphic>
          <a:graphicData uri="http://schemas.openxmlformats.org/presentationml/2006/ole">
            <mc:AlternateContent xmlns:mc="http://schemas.openxmlformats.org/markup-compatibility/2006">
              <mc:Choice xmlns:v="urn:schemas-microsoft-com:vml" Requires="v">
                <p:oleObj name="Equation" r:id="rId8" imgW="393480" imgH="177480" progId="Equation.DSMT4">
                  <p:embed/>
                </p:oleObj>
              </mc:Choice>
              <mc:Fallback>
                <p:oleObj name="Equation" r:id="rId8" imgW="393480" imgH="177480" progId="Equation.DSMT4">
                  <p:embed/>
                  <p:pic>
                    <p:nvPicPr>
                      <p:cNvPr id="0" name="Object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580063" y="977900"/>
                        <a:ext cx="1296987"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60429" name="Picture 13">
            <a:extLst>
              <a:ext uri="{FF2B5EF4-FFF2-40B4-BE49-F238E27FC236}">
                <a16:creationId xmlns:a16="http://schemas.microsoft.com/office/drawing/2014/main" id="{38D68519-4109-E5AD-E3CD-9EA694D90D7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87675" y="982663"/>
            <a:ext cx="1655763" cy="55245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0432" name="Object 16">
            <a:extLst>
              <a:ext uri="{FF2B5EF4-FFF2-40B4-BE49-F238E27FC236}">
                <a16:creationId xmlns:a16="http://schemas.microsoft.com/office/drawing/2014/main" id="{18ACD352-8D2C-F823-0872-09410A27D42A}"/>
              </a:ext>
            </a:extLst>
          </p:cNvPr>
          <p:cNvGraphicFramePr>
            <a:graphicFrameLocks noChangeAspect="1"/>
          </p:cNvGraphicFramePr>
          <p:nvPr/>
        </p:nvGraphicFramePr>
        <p:xfrm>
          <a:off x="4787900" y="1700213"/>
          <a:ext cx="760413" cy="630237"/>
        </p:xfrm>
        <a:graphic>
          <a:graphicData uri="http://schemas.openxmlformats.org/presentationml/2006/ole">
            <mc:AlternateContent xmlns:mc="http://schemas.openxmlformats.org/markup-compatibility/2006">
              <mc:Choice xmlns:v="urn:schemas-microsoft-com:vml" Requires="v">
                <p:oleObj name="Equation" r:id="rId11" imgW="317160" imgH="177480" progId="Equation.DSMT4">
                  <p:embed/>
                </p:oleObj>
              </mc:Choice>
              <mc:Fallback>
                <p:oleObj name="Equation" r:id="rId11" imgW="317160" imgH="177480" progId="Equation.DSMT4">
                  <p:embed/>
                  <p:pic>
                    <p:nvPicPr>
                      <p:cNvPr id="0" name="Object 1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787900" y="1700213"/>
                        <a:ext cx="760413" cy="630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0434" name="Object 18">
            <a:extLst>
              <a:ext uri="{FF2B5EF4-FFF2-40B4-BE49-F238E27FC236}">
                <a16:creationId xmlns:a16="http://schemas.microsoft.com/office/drawing/2014/main" id="{36FC1CC1-5792-982A-2A1B-2D37C90E3131}"/>
              </a:ext>
            </a:extLst>
          </p:cNvPr>
          <p:cNvGraphicFramePr>
            <a:graphicFrameLocks noChangeAspect="1"/>
          </p:cNvGraphicFramePr>
          <p:nvPr/>
        </p:nvGraphicFramePr>
        <p:xfrm>
          <a:off x="1042988" y="1700213"/>
          <a:ext cx="733425" cy="693737"/>
        </p:xfrm>
        <a:graphic>
          <a:graphicData uri="http://schemas.openxmlformats.org/presentationml/2006/ole">
            <mc:AlternateContent xmlns:mc="http://schemas.openxmlformats.org/markup-compatibility/2006">
              <mc:Choice xmlns:v="urn:schemas-microsoft-com:vml" Requires="v">
                <p:oleObj name="Equation" r:id="rId13" imgW="279360" imgH="203040" progId="Equation.DSMT4">
                  <p:embed/>
                </p:oleObj>
              </mc:Choice>
              <mc:Fallback>
                <p:oleObj name="Equation" r:id="rId13" imgW="279360" imgH="203040" progId="Equation.DSMT4">
                  <p:embed/>
                  <p:pic>
                    <p:nvPicPr>
                      <p:cNvPr id="0" name="Object 1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42988" y="1700213"/>
                        <a:ext cx="733425" cy="693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0435" name="Text Box 19">
            <a:extLst>
              <a:ext uri="{FF2B5EF4-FFF2-40B4-BE49-F238E27FC236}">
                <a16:creationId xmlns:a16="http://schemas.microsoft.com/office/drawing/2014/main" id="{F912F60A-AFC6-7D4E-6002-87AD0BC10DD8}"/>
              </a:ext>
            </a:extLst>
          </p:cNvPr>
          <p:cNvSpPr txBox="1">
            <a:spLocks noChangeArrowheads="1"/>
          </p:cNvSpPr>
          <p:nvPr/>
        </p:nvSpPr>
        <p:spPr bwMode="auto">
          <a:xfrm>
            <a:off x="3563938" y="1700213"/>
            <a:ext cx="1366837"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3600" b="1">
                <a:solidFill>
                  <a:srgbClr val="000066"/>
                </a:solidFill>
                <a:latin typeface="楷体_GB2312" pitchFamily="49" charset="-122"/>
                <a:ea typeface="楷体_GB2312" pitchFamily="49" charset="-122"/>
              </a:rPr>
              <a:t>趋向</a:t>
            </a:r>
          </a:p>
        </p:txBody>
      </p:sp>
      <p:pic>
        <p:nvPicPr>
          <p:cNvPr id="60436" name="Picture 20">
            <a:extLst>
              <a:ext uri="{FF2B5EF4-FFF2-40B4-BE49-F238E27FC236}">
                <a16:creationId xmlns:a16="http://schemas.microsoft.com/office/drawing/2014/main" id="{93F9FD97-F63D-D582-FF6F-84B027585B3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051050" y="1700213"/>
            <a:ext cx="1338263" cy="62706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ext Box 2">
            <a:extLst>
              <a:ext uri="{FF2B5EF4-FFF2-40B4-BE49-F238E27FC236}">
                <a16:creationId xmlns:a16="http://schemas.microsoft.com/office/drawing/2014/main" id="{37F4AB64-94B9-2FC6-352A-4004BD5EA0BE}"/>
              </a:ext>
            </a:extLst>
          </p:cNvPr>
          <p:cNvSpPr txBox="1">
            <a:spLocks noChangeArrowheads="1"/>
          </p:cNvSpPr>
          <p:nvPr/>
        </p:nvSpPr>
        <p:spPr bwMode="auto">
          <a:xfrm>
            <a:off x="323850" y="161925"/>
            <a:ext cx="45688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000066"/>
                </a:solidFill>
                <a:latin typeface="楷体_GB2312" pitchFamily="49" charset="-122"/>
                <a:ea typeface="楷体_GB2312" pitchFamily="49" charset="-122"/>
              </a:rPr>
              <a:t>例</a:t>
            </a:r>
            <a:r>
              <a:rPr lang="en-US" altLang="zh-CN" sz="3600" b="1">
                <a:solidFill>
                  <a:srgbClr val="000066"/>
                </a:solidFill>
                <a:ea typeface="楷体_GB2312" pitchFamily="49" charset="-122"/>
              </a:rPr>
              <a:t>2</a:t>
            </a:r>
            <a:r>
              <a:rPr lang="en-US" altLang="zh-CN" sz="3600" b="1">
                <a:solidFill>
                  <a:srgbClr val="000066"/>
                </a:solidFill>
                <a:latin typeface="楷体_GB2312" pitchFamily="49" charset="-122"/>
                <a:ea typeface="楷体_GB2312" pitchFamily="49" charset="-122"/>
              </a:rPr>
              <a:t>. </a:t>
            </a:r>
            <a:r>
              <a:rPr lang="zh-CN" altLang="en-US" sz="3600" b="1">
                <a:solidFill>
                  <a:srgbClr val="760C04"/>
                </a:solidFill>
                <a:latin typeface="楷体_GB2312" pitchFamily="49" charset="-122"/>
                <a:ea typeface="楷体_GB2312" pitchFamily="49" charset="-122"/>
              </a:rPr>
              <a:t>因果二阶系统：</a:t>
            </a:r>
          </a:p>
        </p:txBody>
      </p:sp>
      <p:graphicFrame>
        <p:nvGraphicFramePr>
          <p:cNvPr id="59395" name="Object 3">
            <a:extLst>
              <a:ext uri="{FF2B5EF4-FFF2-40B4-BE49-F238E27FC236}">
                <a16:creationId xmlns:a16="http://schemas.microsoft.com/office/drawing/2014/main" id="{CFDA443D-1C1C-C90F-A01D-045D488FE81E}"/>
              </a:ext>
            </a:extLst>
          </p:cNvPr>
          <p:cNvGraphicFramePr>
            <a:graphicFrameLocks noChangeAspect="1"/>
          </p:cNvGraphicFramePr>
          <p:nvPr/>
        </p:nvGraphicFramePr>
        <p:xfrm>
          <a:off x="323850" y="5445125"/>
          <a:ext cx="5256213" cy="858838"/>
        </p:xfrm>
        <a:graphic>
          <a:graphicData uri="http://schemas.openxmlformats.org/presentationml/2006/ole">
            <mc:AlternateContent xmlns:mc="http://schemas.openxmlformats.org/markup-compatibility/2006">
              <mc:Choice xmlns:v="urn:schemas-microsoft-com:vml" Requires="v">
                <p:oleObj name="Equation" r:id="rId2" imgW="1511280" imgH="279360" progId="Equation.DSMT4">
                  <p:embed/>
                </p:oleObj>
              </mc:Choice>
              <mc:Fallback>
                <p:oleObj name="Equation" r:id="rId2" imgW="1511280" imgH="279360" progId="Equation.DSMT4">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5445125"/>
                        <a:ext cx="5256213" cy="858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9396" name="Object 4">
            <a:extLst>
              <a:ext uri="{FF2B5EF4-FFF2-40B4-BE49-F238E27FC236}">
                <a16:creationId xmlns:a16="http://schemas.microsoft.com/office/drawing/2014/main" id="{30547869-8C73-07A1-6935-4AE128D38723}"/>
              </a:ext>
            </a:extLst>
          </p:cNvPr>
          <p:cNvGraphicFramePr>
            <a:graphicFrameLocks noChangeAspect="1"/>
          </p:cNvGraphicFramePr>
          <p:nvPr/>
        </p:nvGraphicFramePr>
        <p:xfrm>
          <a:off x="323850" y="4221163"/>
          <a:ext cx="5905500" cy="1000125"/>
        </p:xfrm>
        <a:graphic>
          <a:graphicData uri="http://schemas.openxmlformats.org/presentationml/2006/ole">
            <mc:AlternateContent xmlns:mc="http://schemas.openxmlformats.org/markup-compatibility/2006">
              <mc:Choice xmlns:v="urn:schemas-microsoft-com:vml" Requires="v">
                <p:oleObj name="Equation" r:id="rId4" imgW="1473120" imgH="291960" progId="Equation.DSMT4">
                  <p:embed/>
                </p:oleObj>
              </mc:Choice>
              <mc:Fallback>
                <p:oleObj name="Equation" r:id="rId4" imgW="1473120" imgH="291960" progId="Equation.DSMT4">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3850" y="4221163"/>
                        <a:ext cx="5905500" cy="1000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9397" name="Object 5">
            <a:extLst>
              <a:ext uri="{FF2B5EF4-FFF2-40B4-BE49-F238E27FC236}">
                <a16:creationId xmlns:a16="http://schemas.microsoft.com/office/drawing/2014/main" id="{099D7226-62AA-A7A7-A52C-41C857329915}"/>
              </a:ext>
            </a:extLst>
          </p:cNvPr>
          <p:cNvGraphicFramePr>
            <a:graphicFrameLocks noChangeAspect="1"/>
          </p:cNvGraphicFramePr>
          <p:nvPr/>
        </p:nvGraphicFramePr>
        <p:xfrm>
          <a:off x="5830888" y="5300663"/>
          <a:ext cx="2844800" cy="1460500"/>
        </p:xfrm>
        <a:graphic>
          <a:graphicData uri="http://schemas.openxmlformats.org/presentationml/2006/ole">
            <mc:AlternateContent xmlns:mc="http://schemas.openxmlformats.org/markup-compatibility/2006">
              <mc:Choice xmlns:v="urn:schemas-microsoft-com:vml" Requires="v">
                <p:oleObj name="Equation" r:id="rId6" imgW="914400" imgH="469800" progId="Equation.DSMT4">
                  <p:embed/>
                </p:oleObj>
              </mc:Choice>
              <mc:Fallback>
                <p:oleObj name="Equation" r:id="rId6" imgW="914400" imgH="469800" progId="Equation.DSMT4">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830888" y="5300663"/>
                        <a:ext cx="2844800" cy="1460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9398" name="Object 6">
            <a:extLst>
              <a:ext uri="{FF2B5EF4-FFF2-40B4-BE49-F238E27FC236}">
                <a16:creationId xmlns:a16="http://schemas.microsoft.com/office/drawing/2014/main" id="{36B86317-A65F-1931-4995-3BFF76FA71D6}"/>
              </a:ext>
            </a:extLst>
          </p:cNvPr>
          <p:cNvGraphicFramePr>
            <a:graphicFrameLocks noChangeAspect="1"/>
          </p:cNvGraphicFramePr>
          <p:nvPr/>
        </p:nvGraphicFramePr>
        <p:xfrm>
          <a:off x="539750" y="2544763"/>
          <a:ext cx="7351713" cy="1387475"/>
        </p:xfrm>
        <a:graphic>
          <a:graphicData uri="http://schemas.openxmlformats.org/presentationml/2006/ole">
            <mc:AlternateContent xmlns:mc="http://schemas.openxmlformats.org/markup-compatibility/2006">
              <mc:Choice xmlns:v="urn:schemas-microsoft-com:vml" Requires="v">
                <p:oleObj name="Equation" r:id="rId8" imgW="2565360" imgH="469800" progId="Equation.DSMT4">
                  <p:embed/>
                </p:oleObj>
              </mc:Choice>
              <mc:Fallback>
                <p:oleObj name="Equation" r:id="rId8" imgW="2565360" imgH="469800" progId="Equation.DSMT4">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9750" y="2544763"/>
                        <a:ext cx="7351713" cy="1387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9399" name="Object 7">
            <a:extLst>
              <a:ext uri="{FF2B5EF4-FFF2-40B4-BE49-F238E27FC236}">
                <a16:creationId xmlns:a16="http://schemas.microsoft.com/office/drawing/2014/main" id="{26A604DC-3B26-3B8F-4ABE-242DE71BE05E}"/>
              </a:ext>
            </a:extLst>
          </p:cNvPr>
          <p:cNvGraphicFramePr>
            <a:graphicFrameLocks noChangeAspect="1"/>
          </p:cNvGraphicFramePr>
          <p:nvPr/>
        </p:nvGraphicFramePr>
        <p:xfrm>
          <a:off x="539750" y="981075"/>
          <a:ext cx="7632700" cy="1304925"/>
        </p:xfrm>
        <a:graphic>
          <a:graphicData uri="http://schemas.openxmlformats.org/presentationml/2006/ole">
            <mc:AlternateContent xmlns:mc="http://schemas.openxmlformats.org/markup-compatibility/2006">
              <mc:Choice xmlns:v="urn:schemas-microsoft-com:vml" Requires="v">
                <p:oleObj name="公式" r:id="rId10" imgW="2450880" imgH="419040" progId="Equation.3">
                  <p:embed/>
                </p:oleObj>
              </mc:Choice>
              <mc:Fallback>
                <p:oleObj name="公式" r:id="rId10" imgW="2450880" imgH="419040" progId="Equation.3">
                  <p:embed/>
                  <p:pic>
                    <p:nvPicPr>
                      <p:cNvPr id="0"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39750" y="981075"/>
                        <a:ext cx="7632700" cy="1304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59398"/>
                                        </p:tgtEl>
                                        <p:attrNameLst>
                                          <p:attrName>style.visibility</p:attrName>
                                        </p:attrNameLst>
                                      </p:cBhvr>
                                      <p:to>
                                        <p:strVal val="visible"/>
                                      </p:to>
                                    </p:set>
                                    <p:anim calcmode="lin" valueType="num">
                                      <p:cBhvr additive="base">
                                        <p:cTn id="7" dur="500" fill="hold"/>
                                        <p:tgtEl>
                                          <p:spTgt spid="59398"/>
                                        </p:tgtEl>
                                        <p:attrNameLst>
                                          <p:attrName>ppt_x</p:attrName>
                                        </p:attrNameLst>
                                      </p:cBhvr>
                                      <p:tavLst>
                                        <p:tav tm="0">
                                          <p:val>
                                            <p:strVal val="0-#ppt_w/2"/>
                                          </p:val>
                                        </p:tav>
                                        <p:tav tm="100000">
                                          <p:val>
                                            <p:strVal val="#ppt_x"/>
                                          </p:val>
                                        </p:tav>
                                      </p:tavLst>
                                    </p:anim>
                                    <p:anim calcmode="lin" valueType="num">
                                      <p:cBhvr additive="base">
                                        <p:cTn id="8" dur="500" fill="hold"/>
                                        <p:tgtEl>
                                          <p:spTgt spid="5939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59396"/>
                                        </p:tgtEl>
                                        <p:attrNameLst>
                                          <p:attrName>style.visibility</p:attrName>
                                        </p:attrNameLst>
                                      </p:cBhvr>
                                      <p:to>
                                        <p:strVal val="visible"/>
                                      </p:to>
                                    </p:set>
                                    <p:anim calcmode="lin" valueType="num">
                                      <p:cBhvr additive="base">
                                        <p:cTn id="13" dur="500" fill="hold"/>
                                        <p:tgtEl>
                                          <p:spTgt spid="59396"/>
                                        </p:tgtEl>
                                        <p:attrNameLst>
                                          <p:attrName>ppt_x</p:attrName>
                                        </p:attrNameLst>
                                      </p:cBhvr>
                                      <p:tavLst>
                                        <p:tav tm="0">
                                          <p:val>
                                            <p:strVal val="0-#ppt_w/2"/>
                                          </p:val>
                                        </p:tav>
                                        <p:tav tm="100000">
                                          <p:val>
                                            <p:strVal val="#ppt_x"/>
                                          </p:val>
                                        </p:tav>
                                      </p:tavLst>
                                    </p:anim>
                                    <p:anim calcmode="lin" valueType="num">
                                      <p:cBhvr additive="base">
                                        <p:cTn id="14" dur="500" fill="hold"/>
                                        <p:tgtEl>
                                          <p:spTgt spid="59396"/>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59395"/>
                                        </p:tgtEl>
                                        <p:attrNameLst>
                                          <p:attrName>style.visibility</p:attrName>
                                        </p:attrNameLst>
                                      </p:cBhvr>
                                      <p:to>
                                        <p:strVal val="visible"/>
                                      </p:to>
                                    </p:set>
                                    <p:anim calcmode="lin" valueType="num">
                                      <p:cBhvr additive="base">
                                        <p:cTn id="19" dur="500" fill="hold"/>
                                        <p:tgtEl>
                                          <p:spTgt spid="59395"/>
                                        </p:tgtEl>
                                        <p:attrNameLst>
                                          <p:attrName>ppt_x</p:attrName>
                                        </p:attrNameLst>
                                      </p:cBhvr>
                                      <p:tavLst>
                                        <p:tav tm="0">
                                          <p:val>
                                            <p:strVal val="0-#ppt_w/2"/>
                                          </p:val>
                                        </p:tav>
                                        <p:tav tm="100000">
                                          <p:val>
                                            <p:strVal val="#ppt_x"/>
                                          </p:val>
                                        </p:tav>
                                      </p:tavLst>
                                    </p:anim>
                                    <p:anim calcmode="lin" valueType="num">
                                      <p:cBhvr additive="base">
                                        <p:cTn id="20" dur="500" fill="hold"/>
                                        <p:tgtEl>
                                          <p:spTgt spid="59395"/>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59397"/>
                                        </p:tgtEl>
                                        <p:attrNameLst>
                                          <p:attrName>style.visibility</p:attrName>
                                        </p:attrNameLst>
                                      </p:cBhvr>
                                      <p:to>
                                        <p:strVal val="visible"/>
                                      </p:to>
                                    </p:set>
                                    <p:anim calcmode="lin" valueType="num">
                                      <p:cBhvr additive="base">
                                        <p:cTn id="25" dur="500" fill="hold"/>
                                        <p:tgtEl>
                                          <p:spTgt spid="59397"/>
                                        </p:tgtEl>
                                        <p:attrNameLst>
                                          <p:attrName>ppt_x</p:attrName>
                                        </p:attrNameLst>
                                      </p:cBhvr>
                                      <p:tavLst>
                                        <p:tav tm="0">
                                          <p:val>
                                            <p:strVal val="0-#ppt_w/2"/>
                                          </p:val>
                                        </p:tav>
                                        <p:tav tm="100000">
                                          <p:val>
                                            <p:strVal val="#ppt_x"/>
                                          </p:val>
                                        </p:tav>
                                      </p:tavLst>
                                    </p:anim>
                                    <p:anim calcmode="lin" valueType="num">
                                      <p:cBhvr additive="base">
                                        <p:cTn id="26" dur="500" fill="hold"/>
                                        <p:tgtEl>
                                          <p:spTgt spid="5939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371" name="Picture 3">
            <a:extLst>
              <a:ext uri="{FF2B5EF4-FFF2-40B4-BE49-F238E27FC236}">
                <a16:creationId xmlns:a16="http://schemas.microsoft.com/office/drawing/2014/main" id="{E41E0E5F-D3C1-3071-AB60-2F72BBF0FC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2988" y="0"/>
            <a:ext cx="6769100" cy="4508500"/>
          </a:xfrm>
          <a:prstGeom prst="rect">
            <a:avLst/>
          </a:prstGeom>
          <a:noFill/>
          <a:extLst>
            <a:ext uri="{909E8E84-426E-40DD-AFC4-6F175D3DCCD1}">
              <a14:hiddenFill xmlns:a14="http://schemas.microsoft.com/office/drawing/2010/main">
                <a:solidFill>
                  <a:srgbClr val="FFFFFF"/>
                </a:solidFill>
              </a14:hiddenFill>
            </a:ext>
          </a:extLst>
        </p:spPr>
      </p:pic>
      <p:sp>
        <p:nvSpPr>
          <p:cNvPr id="58373" name="Text Box 5">
            <a:extLst>
              <a:ext uri="{FF2B5EF4-FFF2-40B4-BE49-F238E27FC236}">
                <a16:creationId xmlns:a16="http://schemas.microsoft.com/office/drawing/2014/main" id="{8D6B0F52-2044-3B0A-381B-765BD124A6F7}"/>
              </a:ext>
            </a:extLst>
          </p:cNvPr>
          <p:cNvSpPr txBox="1">
            <a:spLocks noChangeArrowheads="1"/>
          </p:cNvSpPr>
          <p:nvPr/>
        </p:nvSpPr>
        <p:spPr bwMode="auto">
          <a:xfrm>
            <a:off x="0" y="4294188"/>
            <a:ext cx="9144000" cy="2563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en-US" altLang="zh-CN" sz="2800" b="1">
                <a:latin typeface="楷体_GB2312" pitchFamily="49" charset="-122"/>
                <a:ea typeface="楷体_GB2312" pitchFamily="49" charset="-122"/>
              </a:rPr>
              <a:t>  </a:t>
            </a:r>
            <a:r>
              <a:rPr lang="en-US" altLang="zh-CN" sz="3600" b="1">
                <a:solidFill>
                  <a:srgbClr val="000066"/>
                </a:solidFill>
                <a:ea typeface="楷体_GB2312" pitchFamily="49" charset="-122"/>
              </a:rPr>
              <a:t>1. </a:t>
            </a:r>
            <a:r>
              <a:rPr lang="zh-CN" altLang="en-US" sz="3600" b="1">
                <a:solidFill>
                  <a:srgbClr val="000066"/>
                </a:solidFill>
                <a:latin typeface="楷体_GB2312" pitchFamily="49" charset="-122"/>
                <a:ea typeface="楷体_GB2312" pitchFamily="49" charset="-122"/>
              </a:rPr>
              <a:t>当     时，    有两个实数极点，      随着   的增加而单调下降，而        则由</a:t>
            </a:r>
          </a:p>
          <a:p>
            <a:pPr>
              <a:lnSpc>
                <a:spcPct val="150000"/>
              </a:lnSpc>
            </a:pPr>
            <a:r>
              <a:rPr lang="zh-CN" altLang="en-US" sz="3600" b="1">
                <a:solidFill>
                  <a:srgbClr val="000066"/>
                </a:solidFill>
                <a:latin typeface="楷体_GB2312" pitchFamily="49" charset="-122"/>
                <a:ea typeface="楷体_GB2312" pitchFamily="49" charset="-122"/>
              </a:rPr>
              <a:t>     时为</a:t>
            </a:r>
            <a:r>
              <a:rPr lang="en-US" altLang="zh-CN" sz="3600" b="1">
                <a:solidFill>
                  <a:srgbClr val="000066"/>
                </a:solidFill>
                <a:latin typeface="楷体_GB2312" pitchFamily="49" charset="-122"/>
                <a:ea typeface="楷体_GB2312" pitchFamily="49" charset="-122"/>
              </a:rPr>
              <a:t>0</a:t>
            </a:r>
            <a:r>
              <a:rPr lang="zh-CN" altLang="en-US" sz="3600" b="1">
                <a:solidFill>
                  <a:srgbClr val="000066"/>
                </a:solidFill>
                <a:latin typeface="楷体_GB2312" pitchFamily="49" charset="-122"/>
                <a:ea typeface="楷体_GB2312" pitchFamily="49" charset="-122"/>
              </a:rPr>
              <a:t>变到        的     。</a:t>
            </a:r>
          </a:p>
        </p:txBody>
      </p:sp>
      <p:graphicFrame>
        <p:nvGraphicFramePr>
          <p:cNvPr id="58374" name="Object 6">
            <a:extLst>
              <a:ext uri="{FF2B5EF4-FFF2-40B4-BE49-F238E27FC236}">
                <a16:creationId xmlns:a16="http://schemas.microsoft.com/office/drawing/2014/main" id="{CA2B5C48-62EA-DA3A-7C66-2732127D5633}"/>
              </a:ext>
            </a:extLst>
          </p:cNvPr>
          <p:cNvGraphicFramePr>
            <a:graphicFrameLocks noChangeAspect="1"/>
          </p:cNvGraphicFramePr>
          <p:nvPr/>
        </p:nvGraphicFramePr>
        <p:xfrm>
          <a:off x="1619250" y="4581525"/>
          <a:ext cx="798513" cy="487363"/>
        </p:xfrm>
        <a:graphic>
          <a:graphicData uri="http://schemas.openxmlformats.org/presentationml/2006/ole">
            <mc:AlternateContent xmlns:mc="http://schemas.openxmlformats.org/markup-compatibility/2006">
              <mc:Choice xmlns:v="urn:schemas-microsoft-com:vml" Requires="v">
                <p:oleObj name="Equation" r:id="rId3" imgW="342720" imgH="203040" progId="Equation.DSMT4">
                  <p:embed/>
                </p:oleObj>
              </mc:Choice>
              <mc:Fallback>
                <p:oleObj name="Equation" r:id="rId3" imgW="342720" imgH="203040" progId="Equation.DSMT4">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9250" y="4581525"/>
                        <a:ext cx="798513" cy="487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8375" name="Object 7">
            <a:extLst>
              <a:ext uri="{FF2B5EF4-FFF2-40B4-BE49-F238E27FC236}">
                <a16:creationId xmlns:a16="http://schemas.microsoft.com/office/drawing/2014/main" id="{DC4686BF-C560-B07C-BF63-5227F5188DCF}"/>
              </a:ext>
            </a:extLst>
          </p:cNvPr>
          <p:cNvGraphicFramePr>
            <a:graphicFrameLocks noChangeAspect="1"/>
          </p:cNvGraphicFramePr>
          <p:nvPr/>
        </p:nvGraphicFramePr>
        <p:xfrm>
          <a:off x="3348038" y="4581525"/>
          <a:ext cx="842962" cy="496888"/>
        </p:xfrm>
        <a:graphic>
          <a:graphicData uri="http://schemas.openxmlformats.org/presentationml/2006/ole">
            <mc:AlternateContent xmlns:mc="http://schemas.openxmlformats.org/markup-compatibility/2006">
              <mc:Choice xmlns:v="urn:schemas-microsoft-com:vml" Requires="v">
                <p:oleObj name="Equation" r:id="rId5" imgW="355320" imgH="203040" progId="Equation.DSMT4">
                  <p:embed/>
                </p:oleObj>
              </mc:Choice>
              <mc:Fallback>
                <p:oleObj name="Equation" r:id="rId5" imgW="355320" imgH="203040" progId="Equation.DSMT4">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48038" y="4581525"/>
                        <a:ext cx="842962" cy="496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58376" name="Picture 8">
            <a:extLst>
              <a:ext uri="{FF2B5EF4-FFF2-40B4-BE49-F238E27FC236}">
                <a16:creationId xmlns:a16="http://schemas.microsoft.com/office/drawing/2014/main" id="{AEF2EBE6-F77F-2CD0-D1AF-153DA4C2FA6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867650" y="4581525"/>
            <a:ext cx="1276350" cy="566738"/>
          </a:xfrm>
          <a:prstGeom prst="rect">
            <a:avLst/>
          </a:prstGeom>
          <a:noFill/>
          <a:extLst>
            <a:ext uri="{909E8E84-426E-40DD-AFC4-6F175D3DCCD1}">
              <a14:hiddenFill xmlns:a14="http://schemas.microsoft.com/office/drawing/2010/main">
                <a:solidFill>
                  <a:srgbClr val="FFFFFF"/>
                </a:solidFill>
              </a14:hiddenFill>
            </a:ext>
          </a:extLst>
        </p:spPr>
      </p:pic>
      <p:pic>
        <p:nvPicPr>
          <p:cNvPr id="58377" name="Picture 9">
            <a:extLst>
              <a:ext uri="{FF2B5EF4-FFF2-40B4-BE49-F238E27FC236}">
                <a16:creationId xmlns:a16="http://schemas.microsoft.com/office/drawing/2014/main" id="{0A38FBDD-CF0C-3E4C-8E74-25F439C572A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588125" y="5445125"/>
            <a:ext cx="1390650" cy="457200"/>
          </a:xfrm>
          <a:prstGeom prst="rect">
            <a:avLst/>
          </a:prstGeom>
          <a:noFill/>
          <a:extLst>
            <a:ext uri="{909E8E84-426E-40DD-AFC4-6F175D3DCCD1}">
              <a14:hiddenFill xmlns:a14="http://schemas.microsoft.com/office/drawing/2010/main">
                <a:solidFill>
                  <a:srgbClr val="FFFFFF"/>
                </a:solidFill>
              </a14:hiddenFill>
            </a:ext>
          </a:extLst>
        </p:spPr>
      </p:pic>
      <p:pic>
        <p:nvPicPr>
          <p:cNvPr id="58378" name="Picture 10">
            <a:extLst>
              <a:ext uri="{FF2B5EF4-FFF2-40B4-BE49-F238E27FC236}">
                <a16:creationId xmlns:a16="http://schemas.microsoft.com/office/drawing/2014/main" id="{B2B1E702-9C87-8E93-E675-9089B3E808A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0" y="6165850"/>
            <a:ext cx="1116013" cy="49847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8379" name="Object 11">
            <a:extLst>
              <a:ext uri="{FF2B5EF4-FFF2-40B4-BE49-F238E27FC236}">
                <a16:creationId xmlns:a16="http://schemas.microsoft.com/office/drawing/2014/main" id="{FA815225-5B1A-03A1-A73D-751288062DD6}"/>
              </a:ext>
            </a:extLst>
          </p:cNvPr>
          <p:cNvGraphicFramePr>
            <a:graphicFrameLocks noChangeAspect="1"/>
          </p:cNvGraphicFramePr>
          <p:nvPr/>
        </p:nvGraphicFramePr>
        <p:xfrm>
          <a:off x="3348038" y="6350000"/>
          <a:ext cx="1655762" cy="508000"/>
        </p:xfrm>
        <a:graphic>
          <a:graphicData uri="http://schemas.openxmlformats.org/presentationml/2006/ole">
            <mc:AlternateContent xmlns:mc="http://schemas.openxmlformats.org/markup-compatibility/2006">
              <mc:Choice xmlns:v="urn:schemas-microsoft-com:vml" Requires="v">
                <p:oleObj name="公式" r:id="rId10" imgW="469800" imgH="139680" progId="Equation.3">
                  <p:embed/>
                </p:oleObj>
              </mc:Choice>
              <mc:Fallback>
                <p:oleObj name="公式" r:id="rId10" imgW="469800" imgH="139680" progId="Equation.3">
                  <p:embed/>
                  <p:pic>
                    <p:nvPicPr>
                      <p:cNvPr id="0" name="Object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348038" y="6350000"/>
                        <a:ext cx="1655762"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8380" name="Object 12">
            <a:extLst>
              <a:ext uri="{FF2B5EF4-FFF2-40B4-BE49-F238E27FC236}">
                <a16:creationId xmlns:a16="http://schemas.microsoft.com/office/drawing/2014/main" id="{3EF0D493-8C1B-A8CE-34E3-BB47464F95B4}"/>
              </a:ext>
            </a:extLst>
          </p:cNvPr>
          <p:cNvGraphicFramePr>
            <a:graphicFrameLocks noChangeAspect="1"/>
          </p:cNvGraphicFramePr>
          <p:nvPr/>
        </p:nvGraphicFramePr>
        <p:xfrm>
          <a:off x="5651500" y="6245225"/>
          <a:ext cx="1079500" cy="612775"/>
        </p:xfrm>
        <a:graphic>
          <a:graphicData uri="http://schemas.openxmlformats.org/presentationml/2006/ole">
            <mc:AlternateContent xmlns:mc="http://schemas.openxmlformats.org/markup-compatibility/2006">
              <mc:Choice xmlns:v="urn:schemas-microsoft-com:vml" Requires="v">
                <p:oleObj name="公式" r:id="rId12" imgW="253800" imgH="139680" progId="Equation.3">
                  <p:embed/>
                </p:oleObj>
              </mc:Choice>
              <mc:Fallback>
                <p:oleObj name="公式" r:id="rId12" imgW="253800" imgH="139680" progId="Equation.3">
                  <p:embed/>
                  <p:pic>
                    <p:nvPicPr>
                      <p:cNvPr id="0" name="Object 1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651500" y="6245225"/>
                        <a:ext cx="1079500" cy="612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8381" name="Object 13">
            <a:extLst>
              <a:ext uri="{FF2B5EF4-FFF2-40B4-BE49-F238E27FC236}">
                <a16:creationId xmlns:a16="http://schemas.microsoft.com/office/drawing/2014/main" id="{FBBF38AE-7028-9303-8FF3-F74F2C360551}"/>
              </a:ext>
            </a:extLst>
          </p:cNvPr>
          <p:cNvGraphicFramePr>
            <a:graphicFrameLocks noChangeAspect="1"/>
          </p:cNvGraphicFramePr>
          <p:nvPr/>
        </p:nvGraphicFramePr>
        <p:xfrm>
          <a:off x="1042988" y="5157788"/>
          <a:ext cx="642937" cy="885825"/>
        </p:xfrm>
        <a:graphic>
          <a:graphicData uri="http://schemas.openxmlformats.org/presentationml/2006/ole">
            <mc:AlternateContent xmlns:mc="http://schemas.openxmlformats.org/markup-compatibility/2006">
              <mc:Choice xmlns:v="urn:schemas-microsoft-com:vml" Requires="v">
                <p:oleObj name="公式" r:id="rId14" imgW="190440" imgH="253800" progId="Equation.3">
                  <p:embed/>
                </p:oleObj>
              </mc:Choice>
              <mc:Fallback>
                <p:oleObj name="公式" r:id="rId14" imgW="190440" imgH="253800" progId="Equation.3">
                  <p:embed/>
                  <p:pic>
                    <p:nvPicPr>
                      <p:cNvPr id="0" name="Object 1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042988" y="5157788"/>
                        <a:ext cx="642937" cy="88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6" name="Picture 2">
            <a:extLst>
              <a:ext uri="{FF2B5EF4-FFF2-40B4-BE49-F238E27FC236}">
                <a16:creationId xmlns:a16="http://schemas.microsoft.com/office/drawing/2014/main" id="{BC646685-F6D3-CF97-3E4F-C54DFAA7E8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6013" y="0"/>
            <a:ext cx="7127875" cy="4292600"/>
          </a:xfrm>
          <a:prstGeom prst="rect">
            <a:avLst/>
          </a:prstGeom>
          <a:noFill/>
          <a:extLst>
            <a:ext uri="{909E8E84-426E-40DD-AFC4-6F175D3DCCD1}">
              <a14:hiddenFill xmlns:a14="http://schemas.microsoft.com/office/drawing/2010/main">
                <a:solidFill>
                  <a:srgbClr val="FFFFFF"/>
                </a:solidFill>
              </a14:hiddenFill>
            </a:ext>
          </a:extLst>
        </p:spPr>
      </p:pic>
      <p:sp>
        <p:nvSpPr>
          <p:cNvPr id="57348" name="Text Box 4">
            <a:extLst>
              <a:ext uri="{FF2B5EF4-FFF2-40B4-BE49-F238E27FC236}">
                <a16:creationId xmlns:a16="http://schemas.microsoft.com/office/drawing/2014/main" id="{5EE0B53A-71B5-AE57-8589-FBDAF1D380E0}"/>
              </a:ext>
            </a:extLst>
          </p:cNvPr>
          <p:cNvSpPr txBox="1">
            <a:spLocks noChangeArrowheads="1"/>
          </p:cNvSpPr>
          <p:nvPr/>
        </p:nvSpPr>
        <p:spPr bwMode="auto">
          <a:xfrm>
            <a:off x="0" y="4221163"/>
            <a:ext cx="9144000" cy="2511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pPr>
            <a:r>
              <a:rPr lang="en-US" altLang="zh-CN" sz="3600" b="1">
                <a:latin typeface="楷体_GB2312" pitchFamily="49" charset="-122"/>
                <a:ea typeface="楷体_GB2312" pitchFamily="49" charset="-122"/>
              </a:rPr>
              <a:t> </a:t>
            </a:r>
            <a:r>
              <a:rPr lang="en-US" altLang="zh-CN" sz="3600" b="1">
                <a:solidFill>
                  <a:srgbClr val="000066"/>
                </a:solidFill>
                <a:ea typeface="楷体_GB2312" pitchFamily="49" charset="-122"/>
              </a:rPr>
              <a:t>2.</a:t>
            </a:r>
            <a:r>
              <a:rPr lang="zh-CN" altLang="en-US" sz="3600" b="1">
                <a:solidFill>
                  <a:srgbClr val="000066"/>
                </a:solidFill>
                <a:ea typeface="楷体_GB2312" pitchFamily="49" charset="-122"/>
              </a:rPr>
              <a:t>　当            时，则二阶 极点分裂为</a:t>
            </a:r>
            <a:r>
              <a:rPr lang="zh-CN" altLang="en-US" sz="3600" b="1">
                <a:solidFill>
                  <a:srgbClr val="760C04"/>
                </a:solidFill>
                <a:ea typeface="楷体_GB2312" pitchFamily="49" charset="-122"/>
              </a:rPr>
              <a:t>共轭复数极点，</a:t>
            </a:r>
            <a:r>
              <a:rPr lang="zh-CN" altLang="en-US" sz="3600" b="1">
                <a:solidFill>
                  <a:srgbClr val="000066"/>
                </a:solidFill>
                <a:ea typeface="楷体_GB2312" pitchFamily="49" charset="-122"/>
              </a:rPr>
              <a:t>且随    的减小而逐步靠近     轴。极点运动的轨迹</a:t>
            </a:r>
            <a:r>
              <a:rPr lang="en-US" altLang="zh-CN" sz="3600" b="1">
                <a:solidFill>
                  <a:srgbClr val="000066"/>
                </a:solidFill>
                <a:ea typeface="楷体_GB2312" pitchFamily="49" charset="-122"/>
              </a:rPr>
              <a:t>——</a:t>
            </a:r>
            <a:r>
              <a:rPr lang="zh-CN" altLang="en-US" sz="3600" b="1">
                <a:solidFill>
                  <a:srgbClr val="760C04"/>
                </a:solidFill>
                <a:ea typeface="楷体_GB2312" pitchFamily="49" charset="-122"/>
              </a:rPr>
              <a:t>根轨迹是一个半径为      的圆周</a:t>
            </a:r>
            <a:r>
              <a:rPr lang="zh-CN" altLang="en-US" sz="3600" b="1">
                <a:solidFill>
                  <a:srgbClr val="000066"/>
                </a:solidFill>
                <a:ea typeface="楷体_GB2312" pitchFamily="49" charset="-122"/>
              </a:rPr>
              <a:t>。</a:t>
            </a:r>
          </a:p>
        </p:txBody>
      </p:sp>
      <p:graphicFrame>
        <p:nvGraphicFramePr>
          <p:cNvPr id="57349" name="Object 5">
            <a:extLst>
              <a:ext uri="{FF2B5EF4-FFF2-40B4-BE49-F238E27FC236}">
                <a16:creationId xmlns:a16="http://schemas.microsoft.com/office/drawing/2014/main" id="{70D1F0A5-EE0D-B969-D1D2-1C79E9626C19}"/>
              </a:ext>
            </a:extLst>
          </p:cNvPr>
          <p:cNvGraphicFramePr>
            <a:graphicFrameLocks noChangeAspect="1"/>
          </p:cNvGraphicFramePr>
          <p:nvPr/>
        </p:nvGraphicFramePr>
        <p:xfrm>
          <a:off x="7524750" y="5013325"/>
          <a:ext cx="528638" cy="439738"/>
        </p:xfrm>
        <a:graphic>
          <a:graphicData uri="http://schemas.openxmlformats.org/presentationml/2006/ole">
            <mc:AlternateContent xmlns:mc="http://schemas.openxmlformats.org/markup-compatibility/2006">
              <mc:Choice xmlns:v="urn:schemas-microsoft-com:vml" Requires="v">
                <p:oleObj name="Equation" r:id="rId3" imgW="228600" imgH="190440" progId="Equation.DSMT4">
                  <p:embed/>
                </p:oleObj>
              </mc:Choice>
              <mc:Fallback>
                <p:oleObj name="Equation" r:id="rId3" imgW="228600" imgH="190440"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24750" y="5013325"/>
                        <a:ext cx="528638" cy="439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7350" name="Object 6">
            <a:extLst>
              <a:ext uri="{FF2B5EF4-FFF2-40B4-BE49-F238E27FC236}">
                <a16:creationId xmlns:a16="http://schemas.microsoft.com/office/drawing/2014/main" id="{7EE800F3-E60A-C4A0-2C6E-A4744C3F0F7F}"/>
              </a:ext>
            </a:extLst>
          </p:cNvPr>
          <p:cNvGraphicFramePr>
            <a:graphicFrameLocks noChangeAspect="1"/>
          </p:cNvGraphicFramePr>
          <p:nvPr/>
        </p:nvGraphicFramePr>
        <p:xfrm>
          <a:off x="8316913" y="5516563"/>
          <a:ext cx="488950" cy="587375"/>
        </p:xfrm>
        <a:graphic>
          <a:graphicData uri="http://schemas.openxmlformats.org/presentationml/2006/ole">
            <mc:AlternateContent xmlns:mc="http://schemas.openxmlformats.org/markup-compatibility/2006">
              <mc:Choice xmlns:v="urn:schemas-microsoft-com:vml" Requires="v">
                <p:oleObj name="Equation" r:id="rId5" imgW="190440" imgH="228600" progId="Equation.DSMT4">
                  <p:embed/>
                </p:oleObj>
              </mc:Choice>
              <mc:Fallback>
                <p:oleObj name="Equation" r:id="rId5" imgW="190440" imgH="228600" progId="Equation.DSMT4">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16913" y="5516563"/>
                        <a:ext cx="488950" cy="587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7351" name="Object 7">
            <a:extLst>
              <a:ext uri="{FF2B5EF4-FFF2-40B4-BE49-F238E27FC236}">
                <a16:creationId xmlns:a16="http://schemas.microsoft.com/office/drawing/2014/main" id="{CBE215C3-C10E-6D83-8AE4-A8C9739A7B98}"/>
              </a:ext>
            </a:extLst>
          </p:cNvPr>
          <p:cNvGraphicFramePr>
            <a:graphicFrameLocks noChangeAspect="1"/>
          </p:cNvGraphicFramePr>
          <p:nvPr/>
        </p:nvGraphicFramePr>
        <p:xfrm>
          <a:off x="3419475" y="5013325"/>
          <a:ext cx="357188" cy="431800"/>
        </p:xfrm>
        <a:graphic>
          <a:graphicData uri="http://schemas.openxmlformats.org/presentationml/2006/ole">
            <mc:AlternateContent xmlns:mc="http://schemas.openxmlformats.org/markup-compatibility/2006">
              <mc:Choice xmlns:v="urn:schemas-microsoft-com:vml" Requires="v">
                <p:oleObj name="Equation" r:id="rId7" imgW="139680" imgH="203040" progId="Equation.DSMT4">
                  <p:embed/>
                </p:oleObj>
              </mc:Choice>
              <mc:Fallback>
                <p:oleObj name="Equation" r:id="rId7" imgW="139680" imgH="203040" progId="Equation.DSMT4">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19475" y="5013325"/>
                        <a:ext cx="357188"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7352" name="Object 8">
            <a:extLst>
              <a:ext uri="{FF2B5EF4-FFF2-40B4-BE49-F238E27FC236}">
                <a16:creationId xmlns:a16="http://schemas.microsoft.com/office/drawing/2014/main" id="{B408474F-CF93-EC08-B04E-AB3944CAE1ED}"/>
              </a:ext>
            </a:extLst>
          </p:cNvPr>
          <p:cNvGraphicFramePr>
            <a:graphicFrameLocks noChangeAspect="1"/>
          </p:cNvGraphicFramePr>
          <p:nvPr/>
        </p:nvGraphicFramePr>
        <p:xfrm>
          <a:off x="1692275" y="4437063"/>
          <a:ext cx="1223963" cy="434975"/>
        </p:xfrm>
        <a:graphic>
          <a:graphicData uri="http://schemas.openxmlformats.org/presentationml/2006/ole">
            <mc:AlternateContent xmlns:mc="http://schemas.openxmlformats.org/markup-compatibility/2006">
              <mc:Choice xmlns:v="urn:schemas-microsoft-com:vml" Requires="v">
                <p:oleObj name="公式" r:id="rId9" imgW="571320" imgH="203040" progId="Equation.3">
                  <p:embed/>
                </p:oleObj>
              </mc:Choice>
              <mc:Fallback>
                <p:oleObj name="公式" r:id="rId9" imgW="571320" imgH="203040" progId="Equation.3">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92275" y="4437063"/>
                        <a:ext cx="1223963" cy="434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3">
            <a:extLst>
              <a:ext uri="{FF2B5EF4-FFF2-40B4-BE49-F238E27FC236}">
                <a16:creationId xmlns:a16="http://schemas.microsoft.com/office/drawing/2014/main" id="{58DBE811-844B-04A8-6619-74D46FD5E618}"/>
              </a:ext>
            </a:extLst>
          </p:cNvPr>
          <p:cNvSpPr>
            <a:spLocks noChangeArrowheads="1"/>
          </p:cNvSpPr>
          <p:nvPr/>
        </p:nvSpPr>
        <p:spPr bwMode="auto">
          <a:xfrm>
            <a:off x="250825" y="3068638"/>
            <a:ext cx="8497888" cy="2563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spcBef>
                <a:spcPct val="50000"/>
              </a:spcBef>
            </a:pPr>
            <a:r>
              <a:rPr lang="zh-CN" altLang="en-US" sz="3600" b="1">
                <a:solidFill>
                  <a:srgbClr val="000066"/>
                </a:solidFill>
                <a:latin typeface="楷体_GB2312" pitchFamily="49" charset="-122"/>
                <a:ea typeface="楷体_GB2312" pitchFamily="49" charset="-122"/>
              </a:rPr>
              <a:t>随着   ，位于第</a:t>
            </a:r>
            <a:r>
              <a:rPr lang="en-US" altLang="zh-CN" sz="3600" b="1">
                <a:solidFill>
                  <a:srgbClr val="000066"/>
                </a:solidFill>
                <a:ea typeface="楷体_GB2312" pitchFamily="49" charset="-122"/>
              </a:rPr>
              <a:t>2</a:t>
            </a:r>
            <a:r>
              <a:rPr lang="zh-CN" altLang="en-US" sz="3600" b="1">
                <a:solidFill>
                  <a:srgbClr val="000066"/>
                </a:solidFill>
                <a:latin typeface="楷体_GB2312" pitchFamily="49" charset="-122"/>
                <a:ea typeface="楷体_GB2312" pitchFamily="49" charset="-122"/>
              </a:rPr>
              <a:t>象限的极点矢量比第</a:t>
            </a:r>
            <a:r>
              <a:rPr lang="en-US" altLang="zh-CN" sz="3600" b="1">
                <a:solidFill>
                  <a:srgbClr val="000066"/>
                </a:solidFill>
                <a:ea typeface="楷体_GB2312" pitchFamily="49" charset="-122"/>
              </a:rPr>
              <a:t>3 </a:t>
            </a:r>
            <a:r>
              <a:rPr lang="zh-CN" altLang="en-US" sz="3600" b="1">
                <a:solidFill>
                  <a:srgbClr val="000066"/>
                </a:solidFill>
                <a:latin typeface="楷体_GB2312" pitchFamily="49" charset="-122"/>
                <a:ea typeface="楷体_GB2312" pitchFamily="49" charset="-122"/>
              </a:rPr>
              <a:t>象限的极点矢量更短，因此它对系统特性的影响较大。</a:t>
            </a:r>
          </a:p>
        </p:txBody>
      </p:sp>
      <p:graphicFrame>
        <p:nvGraphicFramePr>
          <p:cNvPr id="56324" name="Object 4">
            <a:extLst>
              <a:ext uri="{FF2B5EF4-FFF2-40B4-BE49-F238E27FC236}">
                <a16:creationId xmlns:a16="http://schemas.microsoft.com/office/drawing/2014/main" id="{DE745AB6-8A9B-1BAF-D97A-5E8600D6E4D9}"/>
              </a:ext>
            </a:extLst>
          </p:cNvPr>
          <p:cNvGraphicFramePr>
            <a:graphicFrameLocks noChangeAspect="1"/>
          </p:cNvGraphicFramePr>
          <p:nvPr/>
        </p:nvGraphicFramePr>
        <p:xfrm>
          <a:off x="1258888" y="3284538"/>
          <a:ext cx="792162" cy="652462"/>
        </p:xfrm>
        <a:graphic>
          <a:graphicData uri="http://schemas.openxmlformats.org/presentationml/2006/ole">
            <mc:AlternateContent xmlns:mc="http://schemas.openxmlformats.org/markup-compatibility/2006">
              <mc:Choice xmlns:v="urn:schemas-microsoft-com:vml" Requires="v">
                <p:oleObj name="Equation" r:id="rId2" imgW="279360" imgH="203040" progId="Equation.DSMT4">
                  <p:embed/>
                </p:oleObj>
              </mc:Choice>
              <mc:Fallback>
                <p:oleObj name="Equation" r:id="rId2" imgW="279360" imgH="203040" progId="Equation.DSMT4">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8888" y="3284538"/>
                        <a:ext cx="792162" cy="652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6326" name="Text Box 6">
            <a:extLst>
              <a:ext uri="{FF2B5EF4-FFF2-40B4-BE49-F238E27FC236}">
                <a16:creationId xmlns:a16="http://schemas.microsoft.com/office/drawing/2014/main" id="{A72AB542-3379-B9F3-CBD9-D6D918D8D205}"/>
              </a:ext>
            </a:extLst>
          </p:cNvPr>
          <p:cNvSpPr txBox="1">
            <a:spLocks noChangeArrowheads="1"/>
          </p:cNvSpPr>
          <p:nvPr/>
        </p:nvSpPr>
        <p:spPr bwMode="auto">
          <a:xfrm>
            <a:off x="250825" y="260350"/>
            <a:ext cx="8569325" cy="173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spcBef>
                <a:spcPct val="50000"/>
              </a:spcBef>
            </a:pPr>
            <a:r>
              <a:rPr lang="en-US" altLang="zh-CN" sz="3600" b="1">
                <a:latin typeface="楷体_GB2312" pitchFamily="49" charset="-122"/>
                <a:ea typeface="楷体_GB2312" pitchFamily="49" charset="-122"/>
              </a:rPr>
              <a:t>  </a:t>
            </a:r>
            <a:r>
              <a:rPr lang="zh-CN" altLang="en-US" sz="3600" b="1">
                <a:solidFill>
                  <a:srgbClr val="000066"/>
                </a:solidFill>
                <a:latin typeface="楷体_GB2312" pitchFamily="49" charset="-122"/>
                <a:ea typeface="楷体_GB2312" pitchFamily="49" charset="-122"/>
              </a:rPr>
              <a:t>由于第</a:t>
            </a:r>
            <a:r>
              <a:rPr lang="en-US" altLang="zh-CN" sz="3600" b="1">
                <a:solidFill>
                  <a:srgbClr val="000066"/>
                </a:solidFill>
                <a:latin typeface="楷体_GB2312" pitchFamily="49" charset="-122"/>
                <a:ea typeface="楷体_GB2312" pitchFamily="49" charset="-122"/>
              </a:rPr>
              <a:t>2</a:t>
            </a:r>
            <a:r>
              <a:rPr lang="zh-CN" altLang="en-US" sz="3600" b="1">
                <a:solidFill>
                  <a:srgbClr val="000066"/>
                </a:solidFill>
                <a:latin typeface="楷体_GB2312" pitchFamily="49" charset="-122"/>
                <a:ea typeface="楷体_GB2312" pitchFamily="49" charset="-122"/>
              </a:rPr>
              <a:t>象限的极点矢量变得很短，因而会使      出现峰值。其峰点位于         </a:t>
            </a:r>
          </a:p>
        </p:txBody>
      </p:sp>
      <p:graphicFrame>
        <p:nvGraphicFramePr>
          <p:cNvPr id="56327" name="Object 7">
            <a:extLst>
              <a:ext uri="{FF2B5EF4-FFF2-40B4-BE49-F238E27FC236}">
                <a16:creationId xmlns:a16="http://schemas.microsoft.com/office/drawing/2014/main" id="{8980D504-2A20-99C3-5246-FF38C27990BF}"/>
              </a:ext>
            </a:extLst>
          </p:cNvPr>
          <p:cNvGraphicFramePr>
            <a:graphicFrameLocks noChangeAspect="1"/>
          </p:cNvGraphicFramePr>
          <p:nvPr/>
        </p:nvGraphicFramePr>
        <p:xfrm>
          <a:off x="1763713" y="1268413"/>
          <a:ext cx="1368425" cy="701675"/>
        </p:xfrm>
        <a:graphic>
          <a:graphicData uri="http://schemas.openxmlformats.org/presentationml/2006/ole">
            <mc:AlternateContent xmlns:mc="http://schemas.openxmlformats.org/markup-compatibility/2006">
              <mc:Choice xmlns:v="urn:schemas-microsoft-com:vml" Requires="v">
                <p:oleObj name="Equation" r:id="rId4" imgW="520560" imgH="253800" progId="Equation.DSMT4">
                  <p:embed/>
                </p:oleObj>
              </mc:Choice>
              <mc:Fallback>
                <p:oleObj name="Equation" r:id="rId4" imgW="520560" imgH="253800" progId="Equation.DSMT4">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63713" y="1268413"/>
                        <a:ext cx="1368425" cy="701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56328" name="Picture 8">
            <a:extLst>
              <a:ext uri="{FF2B5EF4-FFF2-40B4-BE49-F238E27FC236}">
                <a16:creationId xmlns:a16="http://schemas.microsoft.com/office/drawing/2014/main" id="{DD8E9A89-50F3-E00A-99A1-DD97A04C7DF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9750" y="1989138"/>
            <a:ext cx="1400175" cy="5143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ext Box 2">
            <a:extLst>
              <a:ext uri="{FF2B5EF4-FFF2-40B4-BE49-F238E27FC236}">
                <a16:creationId xmlns:a16="http://schemas.microsoft.com/office/drawing/2014/main" id="{7DD9FDA4-CC43-66F1-FFCA-CEC971497C1D}"/>
              </a:ext>
            </a:extLst>
          </p:cNvPr>
          <p:cNvSpPr txBox="1">
            <a:spLocks noChangeArrowheads="1"/>
          </p:cNvSpPr>
          <p:nvPr/>
        </p:nvSpPr>
        <p:spPr bwMode="auto">
          <a:xfrm>
            <a:off x="468313" y="234950"/>
            <a:ext cx="34448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000066"/>
                </a:solidFill>
                <a:ea typeface="楷体_GB2312" pitchFamily="49" charset="-122"/>
              </a:rPr>
              <a:t>例</a:t>
            </a:r>
            <a:r>
              <a:rPr lang="en-US" altLang="zh-CN" sz="3600" b="1">
                <a:solidFill>
                  <a:srgbClr val="000066"/>
                </a:solidFill>
                <a:ea typeface="楷体_GB2312" pitchFamily="49" charset="-122"/>
              </a:rPr>
              <a:t>3. </a:t>
            </a:r>
            <a:r>
              <a:rPr lang="zh-CN" altLang="en-US" sz="3600" b="1">
                <a:solidFill>
                  <a:srgbClr val="760C04"/>
                </a:solidFill>
                <a:ea typeface="楷体_GB2312" pitchFamily="49" charset="-122"/>
              </a:rPr>
              <a:t>全通系统：</a:t>
            </a:r>
          </a:p>
        </p:txBody>
      </p:sp>
      <p:sp>
        <p:nvSpPr>
          <p:cNvPr id="55299" name="Text Box 3">
            <a:extLst>
              <a:ext uri="{FF2B5EF4-FFF2-40B4-BE49-F238E27FC236}">
                <a16:creationId xmlns:a16="http://schemas.microsoft.com/office/drawing/2014/main" id="{456C92DE-5466-5E24-A5B8-D96870882B44}"/>
              </a:ext>
            </a:extLst>
          </p:cNvPr>
          <p:cNvSpPr txBox="1">
            <a:spLocks noChangeArrowheads="1"/>
          </p:cNvSpPr>
          <p:nvPr/>
        </p:nvSpPr>
        <p:spPr bwMode="auto">
          <a:xfrm>
            <a:off x="323850" y="731838"/>
            <a:ext cx="5689600"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000066"/>
                </a:solidFill>
                <a:ea typeface="楷体_GB2312" pitchFamily="49" charset="-122"/>
              </a:rPr>
              <a:t>考查零极点对称分布的系统</a:t>
            </a:r>
          </a:p>
        </p:txBody>
      </p:sp>
      <p:grpSp>
        <p:nvGrpSpPr>
          <p:cNvPr id="55300" name="Group 4">
            <a:extLst>
              <a:ext uri="{FF2B5EF4-FFF2-40B4-BE49-F238E27FC236}">
                <a16:creationId xmlns:a16="http://schemas.microsoft.com/office/drawing/2014/main" id="{623A0C87-F199-CA4F-13AF-7D7D1C1C8CF4}"/>
              </a:ext>
            </a:extLst>
          </p:cNvPr>
          <p:cNvGrpSpPr>
            <a:grpSpLocks/>
          </p:cNvGrpSpPr>
          <p:nvPr/>
        </p:nvGrpSpPr>
        <p:grpSpPr bwMode="auto">
          <a:xfrm>
            <a:off x="250825" y="1844675"/>
            <a:ext cx="5465763" cy="1079500"/>
            <a:chOff x="1584" y="1392"/>
            <a:chExt cx="2639" cy="567"/>
          </a:xfrm>
        </p:grpSpPr>
        <p:graphicFrame>
          <p:nvGraphicFramePr>
            <p:cNvPr id="55301" name="Object 5">
              <a:extLst>
                <a:ext uri="{FF2B5EF4-FFF2-40B4-BE49-F238E27FC236}">
                  <a16:creationId xmlns:a16="http://schemas.microsoft.com/office/drawing/2014/main" id="{4285DE2F-590E-8E37-51FA-91D1EE4949E5}"/>
                </a:ext>
              </a:extLst>
            </p:cNvPr>
            <p:cNvGraphicFramePr>
              <a:graphicFrameLocks noChangeAspect="1"/>
            </p:cNvGraphicFramePr>
            <p:nvPr/>
          </p:nvGraphicFramePr>
          <p:xfrm>
            <a:off x="1584" y="1392"/>
            <a:ext cx="1170" cy="567"/>
          </p:xfrm>
          <a:graphic>
            <a:graphicData uri="http://schemas.openxmlformats.org/presentationml/2006/ole">
              <mc:AlternateContent xmlns:mc="http://schemas.openxmlformats.org/markup-compatibility/2006">
                <mc:Choice xmlns:v="urn:schemas-microsoft-com:vml" Requires="v">
                  <p:oleObj name="Equation" r:id="rId2" imgW="812520" imgH="393480" progId="Equation.DSMT4">
                    <p:embed/>
                  </p:oleObj>
                </mc:Choice>
                <mc:Fallback>
                  <p:oleObj name="Equation" r:id="rId2" imgW="812520" imgH="393480" progId="Equation.DSMT4">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4" y="1392"/>
                          <a:ext cx="1170" cy="5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5302" name="Text Box 6">
              <a:extLst>
                <a:ext uri="{FF2B5EF4-FFF2-40B4-BE49-F238E27FC236}">
                  <a16:creationId xmlns:a16="http://schemas.microsoft.com/office/drawing/2014/main" id="{A4DD93F2-9E65-8329-C2E1-473B824F22B6}"/>
                </a:ext>
              </a:extLst>
            </p:cNvPr>
            <p:cNvSpPr txBox="1">
              <a:spLocks noChangeArrowheads="1"/>
            </p:cNvSpPr>
            <p:nvPr/>
          </p:nvSpPr>
          <p:spPr bwMode="auto">
            <a:xfrm>
              <a:off x="2928" y="1461"/>
              <a:ext cx="1295" cy="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b="1">
                  <a:solidFill>
                    <a:srgbClr val="760C04"/>
                  </a:solidFill>
                  <a:ea typeface="楷体_GB2312" pitchFamily="49" charset="-122"/>
                </a:rPr>
                <a:t>（</a:t>
              </a:r>
              <a:r>
                <a:rPr lang="zh-CN" altLang="en-US" sz="3600" b="1">
                  <a:solidFill>
                    <a:srgbClr val="760C04"/>
                  </a:solidFill>
                  <a:ea typeface="楷体_GB2312" pitchFamily="49" charset="-122"/>
                </a:rPr>
                <a:t>一阶全通</a:t>
              </a:r>
              <a:r>
                <a:rPr lang="zh-CN" altLang="en-US" sz="2400" b="1">
                  <a:solidFill>
                    <a:srgbClr val="760C04"/>
                  </a:solidFill>
                  <a:ea typeface="楷体_GB2312" pitchFamily="49" charset="-122"/>
                </a:rPr>
                <a:t>）</a:t>
              </a:r>
            </a:p>
          </p:txBody>
        </p:sp>
      </p:grpSp>
      <p:sp>
        <p:nvSpPr>
          <p:cNvPr id="55304" name="Text Box 8">
            <a:extLst>
              <a:ext uri="{FF2B5EF4-FFF2-40B4-BE49-F238E27FC236}">
                <a16:creationId xmlns:a16="http://schemas.microsoft.com/office/drawing/2014/main" id="{2BC69B6A-78B6-52DC-26E7-2AC54DB888F2}"/>
              </a:ext>
            </a:extLst>
          </p:cNvPr>
          <p:cNvSpPr txBox="1">
            <a:spLocks noChangeArrowheads="1"/>
          </p:cNvSpPr>
          <p:nvPr/>
        </p:nvSpPr>
        <p:spPr bwMode="auto">
          <a:xfrm>
            <a:off x="0" y="5118100"/>
            <a:ext cx="9144000" cy="173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buClr>
                <a:srgbClr val="000066"/>
              </a:buClr>
              <a:buFont typeface="Wingdings" panose="05000000000000000000" pitchFamily="2" charset="2"/>
              <a:buChar char="v"/>
            </a:pPr>
            <a:r>
              <a:rPr lang="en-US" altLang="zh-CN" sz="3600" b="1">
                <a:latin typeface="楷体_GB2312" pitchFamily="49" charset="-122"/>
                <a:ea typeface="楷体_GB2312" pitchFamily="49" charset="-122"/>
              </a:rPr>
              <a:t> </a:t>
            </a:r>
            <a:r>
              <a:rPr lang="zh-CN" altLang="en-US" sz="3600" b="1">
                <a:solidFill>
                  <a:srgbClr val="000066"/>
                </a:solidFill>
                <a:latin typeface="楷体_GB2312" pitchFamily="49" charset="-122"/>
                <a:ea typeface="楷体_GB2312" pitchFamily="49" charset="-122"/>
              </a:rPr>
              <a:t>该系统的      在任何时候都等于</a:t>
            </a:r>
            <a:r>
              <a:rPr lang="en-US" altLang="zh-CN" sz="3600" b="1">
                <a:solidFill>
                  <a:srgbClr val="000066"/>
                </a:solidFill>
                <a:latin typeface="楷体_GB2312" pitchFamily="49" charset="-122"/>
                <a:ea typeface="楷体_GB2312" pitchFamily="49" charset="-122"/>
              </a:rPr>
              <a:t>1</a:t>
            </a:r>
            <a:r>
              <a:rPr lang="zh-CN" altLang="en-US" sz="3600" b="1">
                <a:solidFill>
                  <a:srgbClr val="000066"/>
                </a:solidFill>
                <a:latin typeface="楷体_GB2312" pitchFamily="49" charset="-122"/>
                <a:ea typeface="楷体_GB2312" pitchFamily="49" charset="-122"/>
              </a:rPr>
              <a:t>，所以称为</a:t>
            </a:r>
            <a:r>
              <a:rPr lang="zh-CN" altLang="en-US" sz="3600" b="1">
                <a:solidFill>
                  <a:srgbClr val="760C04"/>
                </a:solidFill>
                <a:latin typeface="楷体_GB2312" pitchFamily="49" charset="-122"/>
                <a:ea typeface="楷体_GB2312" pitchFamily="49" charset="-122"/>
              </a:rPr>
              <a:t>全通系统</a:t>
            </a:r>
            <a:r>
              <a:rPr lang="zh-CN" altLang="en-US" sz="3600" b="1">
                <a:solidFill>
                  <a:srgbClr val="000066"/>
                </a:solidFill>
                <a:latin typeface="楷体_GB2312" pitchFamily="49" charset="-122"/>
                <a:ea typeface="楷体_GB2312" pitchFamily="49" charset="-122"/>
              </a:rPr>
              <a:t>。</a:t>
            </a:r>
          </a:p>
        </p:txBody>
      </p:sp>
      <p:graphicFrame>
        <p:nvGraphicFramePr>
          <p:cNvPr id="55305" name="Object 9">
            <a:extLst>
              <a:ext uri="{FF2B5EF4-FFF2-40B4-BE49-F238E27FC236}">
                <a16:creationId xmlns:a16="http://schemas.microsoft.com/office/drawing/2014/main" id="{494FEF7B-FC88-E5B3-7308-205C875A6863}"/>
              </a:ext>
            </a:extLst>
          </p:cNvPr>
          <p:cNvGraphicFramePr>
            <a:graphicFrameLocks noChangeAspect="1"/>
          </p:cNvGraphicFramePr>
          <p:nvPr/>
        </p:nvGraphicFramePr>
        <p:xfrm>
          <a:off x="2627313" y="5445125"/>
          <a:ext cx="1338262" cy="549275"/>
        </p:xfrm>
        <a:graphic>
          <a:graphicData uri="http://schemas.openxmlformats.org/presentationml/2006/ole">
            <mc:AlternateContent xmlns:mc="http://schemas.openxmlformats.org/markup-compatibility/2006">
              <mc:Choice xmlns:v="urn:schemas-microsoft-com:vml" Requires="v">
                <p:oleObj name="Equation" r:id="rId4" imgW="520560" imgH="253800" progId="Equation.DSMT4">
                  <p:embed/>
                </p:oleObj>
              </mc:Choice>
              <mc:Fallback>
                <p:oleObj name="Equation" r:id="rId4" imgW="520560" imgH="253800" progId="Equation.DSMT4">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27313" y="5445125"/>
                        <a:ext cx="1338262" cy="549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55306" name="Group 10">
            <a:extLst>
              <a:ext uri="{FF2B5EF4-FFF2-40B4-BE49-F238E27FC236}">
                <a16:creationId xmlns:a16="http://schemas.microsoft.com/office/drawing/2014/main" id="{4DD61DD7-283F-B05D-9887-CE1ED55989A8}"/>
              </a:ext>
            </a:extLst>
          </p:cNvPr>
          <p:cNvGrpSpPr>
            <a:grpSpLocks/>
          </p:cNvGrpSpPr>
          <p:nvPr/>
        </p:nvGrpSpPr>
        <p:grpSpPr bwMode="auto">
          <a:xfrm>
            <a:off x="4356100" y="2133600"/>
            <a:ext cx="4284663" cy="3095625"/>
            <a:chOff x="864" y="2905"/>
            <a:chExt cx="1880" cy="1079"/>
          </a:xfrm>
        </p:grpSpPr>
        <p:sp>
          <p:nvSpPr>
            <p:cNvPr id="55307" name="Line 11">
              <a:extLst>
                <a:ext uri="{FF2B5EF4-FFF2-40B4-BE49-F238E27FC236}">
                  <a16:creationId xmlns:a16="http://schemas.microsoft.com/office/drawing/2014/main" id="{93F0732D-4F6B-3E63-3A8E-1191C9F2D0AE}"/>
                </a:ext>
              </a:extLst>
            </p:cNvPr>
            <p:cNvSpPr>
              <a:spLocks noChangeShapeType="1"/>
            </p:cNvSpPr>
            <p:nvPr/>
          </p:nvSpPr>
          <p:spPr bwMode="auto">
            <a:xfrm>
              <a:off x="864" y="3736"/>
              <a:ext cx="1872" cy="0"/>
            </a:xfrm>
            <a:prstGeom prst="line">
              <a:avLst/>
            </a:prstGeom>
            <a:noFill/>
            <a:ln w="19050">
              <a:solidFill>
                <a:srgbClr val="00121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5308" name="Line 12">
              <a:extLst>
                <a:ext uri="{FF2B5EF4-FFF2-40B4-BE49-F238E27FC236}">
                  <a16:creationId xmlns:a16="http://schemas.microsoft.com/office/drawing/2014/main" id="{301AEFA8-6D1D-018C-A4C5-4F0ABAEB7EE0}"/>
                </a:ext>
              </a:extLst>
            </p:cNvPr>
            <p:cNvSpPr>
              <a:spLocks noChangeShapeType="1"/>
            </p:cNvSpPr>
            <p:nvPr/>
          </p:nvSpPr>
          <p:spPr bwMode="auto">
            <a:xfrm flipV="1">
              <a:off x="1728" y="2976"/>
              <a:ext cx="0" cy="1008"/>
            </a:xfrm>
            <a:prstGeom prst="line">
              <a:avLst/>
            </a:prstGeom>
            <a:noFill/>
            <a:ln w="19050">
              <a:solidFill>
                <a:srgbClr val="00121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55309" name="Group 13">
              <a:extLst>
                <a:ext uri="{FF2B5EF4-FFF2-40B4-BE49-F238E27FC236}">
                  <a16:creationId xmlns:a16="http://schemas.microsoft.com/office/drawing/2014/main" id="{A2F71723-1FB4-BBBB-BCC3-425307FA2163}"/>
                </a:ext>
              </a:extLst>
            </p:cNvPr>
            <p:cNvGrpSpPr>
              <a:grpSpLocks/>
            </p:cNvGrpSpPr>
            <p:nvPr/>
          </p:nvGrpSpPr>
          <p:grpSpPr bwMode="auto">
            <a:xfrm>
              <a:off x="1296" y="3686"/>
              <a:ext cx="91" cy="96"/>
              <a:chOff x="4276" y="2159"/>
              <a:chExt cx="88" cy="88"/>
            </a:xfrm>
          </p:grpSpPr>
          <p:sp>
            <p:nvSpPr>
              <p:cNvPr id="55310" name="Line 14">
                <a:extLst>
                  <a:ext uri="{FF2B5EF4-FFF2-40B4-BE49-F238E27FC236}">
                    <a16:creationId xmlns:a16="http://schemas.microsoft.com/office/drawing/2014/main" id="{D077A487-B32C-FE00-8164-9E3C3EE7675F}"/>
                  </a:ext>
                </a:extLst>
              </p:cNvPr>
              <p:cNvSpPr>
                <a:spLocks noChangeShapeType="1"/>
              </p:cNvSpPr>
              <p:nvPr/>
            </p:nvSpPr>
            <p:spPr bwMode="auto">
              <a:xfrm flipH="1">
                <a:off x="4276" y="2159"/>
                <a:ext cx="88" cy="88"/>
              </a:xfrm>
              <a:prstGeom prst="line">
                <a:avLst/>
              </a:prstGeom>
              <a:noFill/>
              <a:ln w="28575">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5311" name="Line 15">
                <a:extLst>
                  <a:ext uri="{FF2B5EF4-FFF2-40B4-BE49-F238E27FC236}">
                    <a16:creationId xmlns:a16="http://schemas.microsoft.com/office/drawing/2014/main" id="{EF136696-309F-A92B-93A7-3BB366510746}"/>
                  </a:ext>
                </a:extLst>
              </p:cNvPr>
              <p:cNvSpPr>
                <a:spLocks noChangeShapeType="1"/>
              </p:cNvSpPr>
              <p:nvPr/>
            </p:nvSpPr>
            <p:spPr bwMode="auto">
              <a:xfrm>
                <a:off x="4276" y="2159"/>
                <a:ext cx="88" cy="88"/>
              </a:xfrm>
              <a:prstGeom prst="line">
                <a:avLst/>
              </a:prstGeom>
              <a:noFill/>
              <a:ln w="28575">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55312" name="Oval 16">
              <a:extLst>
                <a:ext uri="{FF2B5EF4-FFF2-40B4-BE49-F238E27FC236}">
                  <a16:creationId xmlns:a16="http://schemas.microsoft.com/office/drawing/2014/main" id="{443DB10B-CACA-D238-2104-6D7B088F2398}"/>
                </a:ext>
              </a:extLst>
            </p:cNvPr>
            <p:cNvSpPr>
              <a:spLocks noChangeArrowheads="1"/>
            </p:cNvSpPr>
            <p:nvPr/>
          </p:nvSpPr>
          <p:spPr bwMode="auto">
            <a:xfrm>
              <a:off x="2036" y="3686"/>
              <a:ext cx="96" cy="96"/>
            </a:xfrm>
            <a:prstGeom prst="ellipse">
              <a:avLst/>
            </a:prstGeom>
            <a:noFill/>
            <a:ln w="28575">
              <a:solidFill>
                <a:srgbClr val="00121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5313" name="Line 17">
              <a:extLst>
                <a:ext uri="{FF2B5EF4-FFF2-40B4-BE49-F238E27FC236}">
                  <a16:creationId xmlns:a16="http://schemas.microsoft.com/office/drawing/2014/main" id="{55BFD4FB-7461-49AB-B2F6-DD3DA79CB60D}"/>
                </a:ext>
              </a:extLst>
            </p:cNvPr>
            <p:cNvSpPr>
              <a:spLocks noChangeShapeType="1"/>
            </p:cNvSpPr>
            <p:nvPr/>
          </p:nvSpPr>
          <p:spPr bwMode="auto">
            <a:xfrm flipV="1">
              <a:off x="1344" y="3360"/>
              <a:ext cx="384" cy="384"/>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5314" name="Line 18">
              <a:extLst>
                <a:ext uri="{FF2B5EF4-FFF2-40B4-BE49-F238E27FC236}">
                  <a16:creationId xmlns:a16="http://schemas.microsoft.com/office/drawing/2014/main" id="{FA92E01F-7316-360B-C300-F4D35848EC23}"/>
                </a:ext>
              </a:extLst>
            </p:cNvPr>
            <p:cNvSpPr>
              <a:spLocks noChangeShapeType="1"/>
            </p:cNvSpPr>
            <p:nvPr/>
          </p:nvSpPr>
          <p:spPr bwMode="auto">
            <a:xfrm flipH="1" flipV="1">
              <a:off x="1728" y="3360"/>
              <a:ext cx="346" cy="374"/>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aphicFrame>
          <p:nvGraphicFramePr>
            <p:cNvPr id="55315" name="Object 19">
              <a:extLst>
                <a:ext uri="{FF2B5EF4-FFF2-40B4-BE49-F238E27FC236}">
                  <a16:creationId xmlns:a16="http://schemas.microsoft.com/office/drawing/2014/main" id="{B48B084F-8DB5-A781-F764-5C198D449A54}"/>
                </a:ext>
              </a:extLst>
            </p:cNvPr>
            <p:cNvGraphicFramePr>
              <a:graphicFrameLocks noChangeAspect="1"/>
            </p:cNvGraphicFramePr>
            <p:nvPr/>
          </p:nvGraphicFramePr>
          <p:xfrm>
            <a:off x="1728" y="2905"/>
            <a:ext cx="316" cy="263"/>
          </p:xfrm>
          <a:graphic>
            <a:graphicData uri="http://schemas.openxmlformats.org/presentationml/2006/ole">
              <mc:AlternateContent xmlns:mc="http://schemas.openxmlformats.org/markup-compatibility/2006">
                <mc:Choice xmlns:v="urn:schemas-microsoft-com:vml" Requires="v">
                  <p:oleObj name="Equation" r:id="rId6" imgW="228600" imgH="190440" progId="Equation.DSMT4">
                    <p:embed/>
                  </p:oleObj>
                </mc:Choice>
                <mc:Fallback>
                  <p:oleObj name="Equation" r:id="rId6" imgW="228600" imgH="190440" progId="Equation.DSMT4">
                    <p:embed/>
                    <p:pic>
                      <p:nvPicPr>
                        <p:cNvPr id="0" name="Object 1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28" y="2905"/>
                          <a:ext cx="316" cy="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5316" name="Object 20">
              <a:extLst>
                <a:ext uri="{FF2B5EF4-FFF2-40B4-BE49-F238E27FC236}">
                  <a16:creationId xmlns:a16="http://schemas.microsoft.com/office/drawing/2014/main" id="{03E82921-E45E-30D5-9A83-D40458A6C98D}"/>
                </a:ext>
              </a:extLst>
            </p:cNvPr>
            <p:cNvGraphicFramePr>
              <a:graphicFrameLocks noChangeAspect="1"/>
            </p:cNvGraphicFramePr>
            <p:nvPr/>
          </p:nvGraphicFramePr>
          <p:xfrm>
            <a:off x="2016" y="3792"/>
            <a:ext cx="167" cy="184"/>
          </p:xfrm>
          <a:graphic>
            <a:graphicData uri="http://schemas.openxmlformats.org/presentationml/2006/ole">
              <mc:AlternateContent xmlns:mc="http://schemas.openxmlformats.org/markup-compatibility/2006">
                <mc:Choice xmlns:v="urn:schemas-microsoft-com:vml" Requires="v">
                  <p:oleObj name="Equation" r:id="rId8" imgW="126720" imgH="139680" progId="Equation.DSMT4">
                    <p:embed/>
                  </p:oleObj>
                </mc:Choice>
                <mc:Fallback>
                  <p:oleObj name="Equation" r:id="rId8" imgW="126720" imgH="139680" progId="Equation.DSMT4">
                    <p:embed/>
                    <p:pic>
                      <p:nvPicPr>
                        <p:cNvPr id="0" name="Object 2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16" y="3792"/>
                          <a:ext cx="167" cy="1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5317" name="Object 21">
              <a:extLst>
                <a:ext uri="{FF2B5EF4-FFF2-40B4-BE49-F238E27FC236}">
                  <a16:creationId xmlns:a16="http://schemas.microsoft.com/office/drawing/2014/main" id="{E6795AF0-0349-554E-5CD9-3866BEAD2DD4}"/>
                </a:ext>
              </a:extLst>
            </p:cNvPr>
            <p:cNvGraphicFramePr>
              <a:graphicFrameLocks noChangeAspect="1"/>
            </p:cNvGraphicFramePr>
            <p:nvPr/>
          </p:nvGraphicFramePr>
          <p:xfrm>
            <a:off x="1190" y="3792"/>
            <a:ext cx="284" cy="184"/>
          </p:xfrm>
          <a:graphic>
            <a:graphicData uri="http://schemas.openxmlformats.org/presentationml/2006/ole">
              <mc:AlternateContent xmlns:mc="http://schemas.openxmlformats.org/markup-compatibility/2006">
                <mc:Choice xmlns:v="urn:schemas-microsoft-com:vml" Requires="v">
                  <p:oleObj name="Equation" r:id="rId10" imgW="215640" imgH="139680" progId="Equation.DSMT4">
                    <p:embed/>
                  </p:oleObj>
                </mc:Choice>
                <mc:Fallback>
                  <p:oleObj name="Equation" r:id="rId10" imgW="215640" imgH="139680" progId="Equation.DSMT4">
                    <p:embed/>
                    <p:pic>
                      <p:nvPicPr>
                        <p:cNvPr id="0" name="Object 2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190" y="3792"/>
                          <a:ext cx="284" cy="1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5318" name="Object 22">
              <a:extLst>
                <a:ext uri="{FF2B5EF4-FFF2-40B4-BE49-F238E27FC236}">
                  <a16:creationId xmlns:a16="http://schemas.microsoft.com/office/drawing/2014/main" id="{B248417D-820F-71DB-CD65-E935324693F0}"/>
                </a:ext>
              </a:extLst>
            </p:cNvPr>
            <p:cNvGraphicFramePr>
              <a:graphicFrameLocks noChangeAspect="1"/>
            </p:cNvGraphicFramePr>
            <p:nvPr/>
          </p:nvGraphicFramePr>
          <p:xfrm>
            <a:off x="1364" y="3188"/>
            <a:ext cx="336" cy="280"/>
          </p:xfrm>
          <a:graphic>
            <a:graphicData uri="http://schemas.openxmlformats.org/presentationml/2006/ole">
              <mc:AlternateContent xmlns:mc="http://schemas.openxmlformats.org/markup-compatibility/2006">
                <mc:Choice xmlns:v="urn:schemas-microsoft-com:vml" Requires="v">
                  <p:oleObj name="Equation" r:id="rId12" imgW="228600" imgH="190440" progId="Equation.DSMT4">
                    <p:embed/>
                  </p:oleObj>
                </mc:Choice>
                <mc:Fallback>
                  <p:oleObj name="Equation" r:id="rId12" imgW="228600" imgH="190440" progId="Equation.DSMT4">
                    <p:embed/>
                    <p:pic>
                      <p:nvPicPr>
                        <p:cNvPr id="0" name="Object 2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364" y="3188"/>
                          <a:ext cx="336" cy="2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5319" name="Object 23">
              <a:extLst>
                <a:ext uri="{FF2B5EF4-FFF2-40B4-BE49-F238E27FC236}">
                  <a16:creationId xmlns:a16="http://schemas.microsoft.com/office/drawing/2014/main" id="{8EFEFA5D-44ED-038E-38D9-1E64EEAD3354}"/>
                </a:ext>
              </a:extLst>
            </p:cNvPr>
            <p:cNvGraphicFramePr>
              <a:graphicFrameLocks noChangeAspect="1"/>
            </p:cNvGraphicFramePr>
            <p:nvPr/>
          </p:nvGraphicFramePr>
          <p:xfrm>
            <a:off x="2552" y="3564"/>
            <a:ext cx="192" cy="176"/>
          </p:xfrm>
          <a:graphic>
            <a:graphicData uri="http://schemas.openxmlformats.org/presentationml/2006/ole">
              <mc:AlternateContent xmlns:mc="http://schemas.openxmlformats.org/markup-compatibility/2006">
                <mc:Choice xmlns:v="urn:schemas-microsoft-com:vml" Requires="v">
                  <p:oleObj name="Equation" r:id="rId14" imgW="152280" imgH="139680" progId="Equation.DSMT4">
                    <p:embed/>
                  </p:oleObj>
                </mc:Choice>
                <mc:Fallback>
                  <p:oleObj name="Equation" r:id="rId14" imgW="152280" imgH="139680" progId="Equation.DSMT4">
                    <p:embed/>
                    <p:pic>
                      <p:nvPicPr>
                        <p:cNvPr id="0" name="Object 2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552" y="3564"/>
                          <a:ext cx="192" cy="1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5320" name="Arc 24">
              <a:extLst>
                <a:ext uri="{FF2B5EF4-FFF2-40B4-BE49-F238E27FC236}">
                  <a16:creationId xmlns:a16="http://schemas.microsoft.com/office/drawing/2014/main" id="{F870199D-CDE5-B57D-98AB-D06E056CE153}"/>
                </a:ext>
              </a:extLst>
            </p:cNvPr>
            <p:cNvSpPr>
              <a:spLocks/>
            </p:cNvSpPr>
            <p:nvPr/>
          </p:nvSpPr>
          <p:spPr bwMode="auto">
            <a:xfrm>
              <a:off x="1968" y="3610"/>
              <a:ext cx="288" cy="337"/>
            </a:xfrm>
            <a:custGeom>
              <a:avLst/>
              <a:gdLst>
                <a:gd name="G0" fmla="+- 9102 0 0"/>
                <a:gd name="G1" fmla="+- 21600 0 0"/>
                <a:gd name="G2" fmla="+- 21600 0 0"/>
                <a:gd name="T0" fmla="*/ 0 w 26115"/>
                <a:gd name="T1" fmla="*/ 2012 h 21600"/>
                <a:gd name="T2" fmla="*/ 26115 w 26115"/>
                <a:gd name="T3" fmla="*/ 8291 h 21600"/>
                <a:gd name="T4" fmla="*/ 9102 w 26115"/>
                <a:gd name="T5" fmla="*/ 21600 h 21600"/>
              </a:gdLst>
              <a:ahLst/>
              <a:cxnLst>
                <a:cxn ang="0">
                  <a:pos x="T0" y="T1"/>
                </a:cxn>
                <a:cxn ang="0">
                  <a:pos x="T2" y="T3"/>
                </a:cxn>
                <a:cxn ang="0">
                  <a:pos x="T4" y="T5"/>
                </a:cxn>
              </a:cxnLst>
              <a:rect l="0" t="0" r="r" b="b"/>
              <a:pathLst>
                <a:path w="26115" h="21600" fill="none" extrusionOk="0">
                  <a:moveTo>
                    <a:pt x="-1" y="2011"/>
                  </a:moveTo>
                  <a:cubicBezTo>
                    <a:pt x="2851" y="686"/>
                    <a:pt x="5957" y="0"/>
                    <a:pt x="9102" y="0"/>
                  </a:cubicBezTo>
                  <a:cubicBezTo>
                    <a:pt x="15746" y="0"/>
                    <a:pt x="22020" y="3057"/>
                    <a:pt x="26114" y="8291"/>
                  </a:cubicBezTo>
                </a:path>
                <a:path w="26115" h="21600" stroke="0" extrusionOk="0">
                  <a:moveTo>
                    <a:pt x="-1" y="2011"/>
                  </a:moveTo>
                  <a:cubicBezTo>
                    <a:pt x="2851" y="686"/>
                    <a:pt x="5957" y="0"/>
                    <a:pt x="9102" y="0"/>
                  </a:cubicBezTo>
                  <a:cubicBezTo>
                    <a:pt x="15746" y="0"/>
                    <a:pt x="22020" y="3057"/>
                    <a:pt x="26114" y="8291"/>
                  </a:cubicBezTo>
                  <a:lnTo>
                    <a:pt x="9102" y="21600"/>
                  </a:lnTo>
                  <a:close/>
                </a:path>
              </a:pathLst>
            </a:custGeom>
            <a:noFill/>
            <a:ln w="9525">
              <a:solidFill>
                <a:srgbClr val="001212"/>
              </a:solidFill>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aphicFrame>
          <p:nvGraphicFramePr>
            <p:cNvPr id="55321" name="Object 25">
              <a:extLst>
                <a:ext uri="{FF2B5EF4-FFF2-40B4-BE49-F238E27FC236}">
                  <a16:creationId xmlns:a16="http://schemas.microsoft.com/office/drawing/2014/main" id="{0D48EC13-FE23-A527-EE16-02546380025C}"/>
                </a:ext>
              </a:extLst>
            </p:cNvPr>
            <p:cNvGraphicFramePr>
              <a:graphicFrameLocks noChangeAspect="1"/>
            </p:cNvGraphicFramePr>
            <p:nvPr/>
          </p:nvGraphicFramePr>
          <p:xfrm>
            <a:off x="2112" y="3408"/>
            <a:ext cx="263" cy="288"/>
          </p:xfrm>
          <a:graphic>
            <a:graphicData uri="http://schemas.openxmlformats.org/presentationml/2006/ole">
              <mc:AlternateContent xmlns:mc="http://schemas.openxmlformats.org/markup-compatibility/2006">
                <mc:Choice xmlns:v="urn:schemas-microsoft-com:vml" Requires="v">
                  <p:oleObj name="Equation" r:id="rId16" imgW="152280" imgH="215640" progId="Equation.DSMT4">
                    <p:embed/>
                  </p:oleObj>
                </mc:Choice>
                <mc:Fallback>
                  <p:oleObj name="Equation" r:id="rId16" imgW="152280" imgH="215640" progId="Equation.DSMT4">
                    <p:embed/>
                    <p:pic>
                      <p:nvPicPr>
                        <p:cNvPr id="0" name="Object 2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112" y="3408"/>
                          <a:ext cx="263"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ext Box 2">
            <a:extLst>
              <a:ext uri="{FF2B5EF4-FFF2-40B4-BE49-F238E27FC236}">
                <a16:creationId xmlns:a16="http://schemas.microsoft.com/office/drawing/2014/main" id="{810D3DDF-E1B7-7A44-3C0D-4375B094120A}"/>
              </a:ext>
            </a:extLst>
          </p:cNvPr>
          <p:cNvSpPr txBox="1">
            <a:spLocks noChangeArrowheads="1"/>
          </p:cNvSpPr>
          <p:nvPr/>
        </p:nvSpPr>
        <p:spPr bwMode="auto">
          <a:xfrm>
            <a:off x="395288" y="217488"/>
            <a:ext cx="2894012"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Clr>
                <a:srgbClr val="000066"/>
              </a:buClr>
              <a:buFont typeface="Wingdings" panose="05000000000000000000" pitchFamily="2" charset="2"/>
              <a:buChar char="v"/>
            </a:pPr>
            <a:r>
              <a:rPr lang="en-US" altLang="zh-CN" sz="2800" b="1">
                <a:ea typeface="楷体_GB2312" pitchFamily="49" charset="-122"/>
              </a:rPr>
              <a:t> </a:t>
            </a:r>
            <a:r>
              <a:rPr lang="zh-CN" altLang="en-US" sz="3600" b="1">
                <a:solidFill>
                  <a:srgbClr val="000066"/>
                </a:solidFill>
                <a:ea typeface="楷体_GB2312" pitchFamily="49" charset="-122"/>
              </a:rPr>
              <a:t>其相位特性</a:t>
            </a:r>
          </a:p>
        </p:txBody>
      </p:sp>
      <p:pic>
        <p:nvPicPr>
          <p:cNvPr id="54275" name="Picture 3">
            <a:extLst>
              <a:ext uri="{FF2B5EF4-FFF2-40B4-BE49-F238E27FC236}">
                <a16:creationId xmlns:a16="http://schemas.microsoft.com/office/drawing/2014/main" id="{6123FC5D-A8A1-AC9B-CF66-42968F6429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3938" y="1989138"/>
            <a:ext cx="5580062" cy="4367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54276" name="Group 4">
            <a:extLst>
              <a:ext uri="{FF2B5EF4-FFF2-40B4-BE49-F238E27FC236}">
                <a16:creationId xmlns:a16="http://schemas.microsoft.com/office/drawing/2014/main" id="{CED362D5-8FCB-C409-2150-6DBEA50B3BDF}"/>
              </a:ext>
            </a:extLst>
          </p:cNvPr>
          <p:cNvGrpSpPr>
            <a:grpSpLocks/>
          </p:cNvGrpSpPr>
          <p:nvPr/>
        </p:nvGrpSpPr>
        <p:grpSpPr bwMode="auto">
          <a:xfrm>
            <a:off x="0" y="1628775"/>
            <a:ext cx="3635375" cy="1944688"/>
            <a:chOff x="3312" y="2832"/>
            <a:chExt cx="1920" cy="1056"/>
          </a:xfrm>
        </p:grpSpPr>
        <p:sp>
          <p:nvSpPr>
            <p:cNvPr id="54277" name="Line 5">
              <a:extLst>
                <a:ext uri="{FF2B5EF4-FFF2-40B4-BE49-F238E27FC236}">
                  <a16:creationId xmlns:a16="http://schemas.microsoft.com/office/drawing/2014/main" id="{76BFD251-0161-2CBA-E9DF-426B83CE4D82}"/>
                </a:ext>
              </a:extLst>
            </p:cNvPr>
            <p:cNvSpPr>
              <a:spLocks noChangeShapeType="1"/>
            </p:cNvSpPr>
            <p:nvPr/>
          </p:nvSpPr>
          <p:spPr bwMode="auto">
            <a:xfrm>
              <a:off x="3312" y="3744"/>
              <a:ext cx="1920" cy="0"/>
            </a:xfrm>
            <a:prstGeom prst="line">
              <a:avLst/>
            </a:prstGeom>
            <a:noFill/>
            <a:ln w="19050">
              <a:solidFill>
                <a:srgbClr val="00121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4278" name="Line 6">
              <a:extLst>
                <a:ext uri="{FF2B5EF4-FFF2-40B4-BE49-F238E27FC236}">
                  <a16:creationId xmlns:a16="http://schemas.microsoft.com/office/drawing/2014/main" id="{9C82671E-A451-D7AA-7C0F-76D5259BB28A}"/>
                </a:ext>
              </a:extLst>
            </p:cNvPr>
            <p:cNvSpPr>
              <a:spLocks noChangeShapeType="1"/>
            </p:cNvSpPr>
            <p:nvPr/>
          </p:nvSpPr>
          <p:spPr bwMode="auto">
            <a:xfrm flipV="1">
              <a:off x="4272" y="2928"/>
              <a:ext cx="0" cy="960"/>
            </a:xfrm>
            <a:prstGeom prst="line">
              <a:avLst/>
            </a:prstGeom>
            <a:noFill/>
            <a:ln w="19050">
              <a:solidFill>
                <a:srgbClr val="00121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4279" name="Line 7">
              <a:extLst>
                <a:ext uri="{FF2B5EF4-FFF2-40B4-BE49-F238E27FC236}">
                  <a16:creationId xmlns:a16="http://schemas.microsoft.com/office/drawing/2014/main" id="{6C956375-746B-85AC-7546-4368F0746B9F}"/>
                </a:ext>
              </a:extLst>
            </p:cNvPr>
            <p:cNvSpPr>
              <a:spLocks noChangeShapeType="1"/>
            </p:cNvSpPr>
            <p:nvPr/>
          </p:nvSpPr>
          <p:spPr bwMode="auto">
            <a:xfrm>
              <a:off x="3408" y="3372"/>
              <a:ext cx="168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aphicFrame>
          <p:nvGraphicFramePr>
            <p:cNvPr id="54280" name="Object 8">
              <a:extLst>
                <a:ext uri="{FF2B5EF4-FFF2-40B4-BE49-F238E27FC236}">
                  <a16:creationId xmlns:a16="http://schemas.microsoft.com/office/drawing/2014/main" id="{157DCC1A-72EF-F084-CDBA-C53F61251DBB}"/>
                </a:ext>
              </a:extLst>
            </p:cNvPr>
            <p:cNvGraphicFramePr>
              <a:graphicFrameLocks noChangeAspect="1"/>
            </p:cNvGraphicFramePr>
            <p:nvPr/>
          </p:nvGraphicFramePr>
          <p:xfrm>
            <a:off x="4320" y="2832"/>
            <a:ext cx="624" cy="256"/>
          </p:xfrm>
          <a:graphic>
            <a:graphicData uri="http://schemas.openxmlformats.org/presentationml/2006/ole">
              <mc:AlternateContent xmlns:mc="http://schemas.openxmlformats.org/markup-compatibility/2006">
                <mc:Choice xmlns:v="urn:schemas-microsoft-com:vml" Requires="v">
                  <p:oleObj name="Equation" r:id="rId3" imgW="571320" imgH="203040" progId="Equation.DSMT4">
                    <p:embed/>
                  </p:oleObj>
                </mc:Choice>
                <mc:Fallback>
                  <p:oleObj name="Equation" r:id="rId3" imgW="571320" imgH="203040" progId="Equation.DSMT4">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20" y="2832"/>
                          <a:ext cx="624" cy="2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281" name="Object 9">
              <a:extLst>
                <a:ext uri="{FF2B5EF4-FFF2-40B4-BE49-F238E27FC236}">
                  <a16:creationId xmlns:a16="http://schemas.microsoft.com/office/drawing/2014/main" id="{4F2629B3-8C42-F866-5E21-86AAD777A100}"/>
                </a:ext>
              </a:extLst>
            </p:cNvPr>
            <p:cNvGraphicFramePr>
              <a:graphicFrameLocks noChangeAspect="1"/>
            </p:cNvGraphicFramePr>
            <p:nvPr/>
          </p:nvGraphicFramePr>
          <p:xfrm>
            <a:off x="5040" y="3554"/>
            <a:ext cx="192" cy="176"/>
          </p:xfrm>
          <a:graphic>
            <a:graphicData uri="http://schemas.openxmlformats.org/presentationml/2006/ole">
              <mc:AlternateContent xmlns:mc="http://schemas.openxmlformats.org/markup-compatibility/2006">
                <mc:Choice xmlns:v="urn:schemas-microsoft-com:vml" Requires="v">
                  <p:oleObj name="Equation" r:id="rId5" imgW="152280" imgH="139680" progId="Equation.DSMT4">
                    <p:embed/>
                  </p:oleObj>
                </mc:Choice>
                <mc:Fallback>
                  <p:oleObj name="Equation" r:id="rId5" imgW="152280" imgH="139680" progId="Equation.DSMT4">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40" y="3554"/>
                          <a:ext cx="192" cy="1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282" name="Object 10">
              <a:extLst>
                <a:ext uri="{FF2B5EF4-FFF2-40B4-BE49-F238E27FC236}">
                  <a16:creationId xmlns:a16="http://schemas.microsoft.com/office/drawing/2014/main" id="{CDF2C92A-F2E9-330E-D289-D2CB4EE98157}"/>
                </a:ext>
              </a:extLst>
            </p:cNvPr>
            <p:cNvGraphicFramePr>
              <a:graphicFrameLocks noChangeAspect="1"/>
            </p:cNvGraphicFramePr>
            <p:nvPr/>
          </p:nvGraphicFramePr>
          <p:xfrm>
            <a:off x="4168" y="3162"/>
            <a:ext cx="123" cy="200"/>
          </p:xfrm>
          <a:graphic>
            <a:graphicData uri="http://schemas.openxmlformats.org/presentationml/2006/ole">
              <mc:AlternateContent xmlns:mc="http://schemas.openxmlformats.org/markup-compatibility/2006">
                <mc:Choice xmlns:v="urn:schemas-microsoft-com:vml" Requires="v">
                  <p:oleObj name="Equation" r:id="rId7" imgW="101520" imgH="164880" progId="Equation.DSMT4">
                    <p:embed/>
                  </p:oleObj>
                </mc:Choice>
                <mc:Fallback>
                  <p:oleObj name="Equation" r:id="rId7" imgW="101520" imgH="164880" progId="Equation.DSMT4">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68" y="3162"/>
                          <a:ext cx="123" cy="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pic>
        <p:nvPicPr>
          <p:cNvPr id="54283" name="Picture 11">
            <a:extLst>
              <a:ext uri="{FF2B5EF4-FFF2-40B4-BE49-F238E27FC236}">
                <a16:creationId xmlns:a16="http://schemas.microsoft.com/office/drawing/2014/main" id="{4045A096-156C-6FDC-17BB-A3128749C90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92275" y="874713"/>
            <a:ext cx="5327650" cy="5540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54276"/>
                                        </p:tgtEl>
                                        <p:attrNameLst>
                                          <p:attrName>style.visibility</p:attrName>
                                        </p:attrNameLst>
                                      </p:cBhvr>
                                      <p:to>
                                        <p:strVal val="visible"/>
                                      </p:to>
                                    </p:set>
                                    <p:anim calcmode="lin" valueType="num">
                                      <p:cBhvr additive="base">
                                        <p:cTn id="7" dur="500" fill="hold"/>
                                        <p:tgtEl>
                                          <p:spTgt spid="54276"/>
                                        </p:tgtEl>
                                        <p:attrNameLst>
                                          <p:attrName>ppt_x</p:attrName>
                                        </p:attrNameLst>
                                      </p:cBhvr>
                                      <p:tavLst>
                                        <p:tav tm="0">
                                          <p:val>
                                            <p:strVal val="0-#ppt_w/2"/>
                                          </p:val>
                                        </p:tav>
                                        <p:tav tm="100000">
                                          <p:val>
                                            <p:strVal val="#ppt_x"/>
                                          </p:val>
                                        </p:tav>
                                      </p:tavLst>
                                    </p:anim>
                                    <p:anim calcmode="lin" valueType="num">
                                      <p:cBhvr additive="base">
                                        <p:cTn id="8" dur="500" fill="hold"/>
                                        <p:tgtEl>
                                          <p:spTgt spid="5427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54275"/>
                                        </p:tgtEl>
                                        <p:attrNameLst>
                                          <p:attrName>style.visibility</p:attrName>
                                        </p:attrNameLst>
                                      </p:cBhvr>
                                      <p:to>
                                        <p:strVal val="visible"/>
                                      </p:to>
                                    </p:set>
                                    <p:anim calcmode="lin" valueType="num">
                                      <p:cBhvr additive="base">
                                        <p:cTn id="13" dur="500" fill="hold"/>
                                        <p:tgtEl>
                                          <p:spTgt spid="54275"/>
                                        </p:tgtEl>
                                        <p:attrNameLst>
                                          <p:attrName>ppt_x</p:attrName>
                                        </p:attrNameLst>
                                      </p:cBhvr>
                                      <p:tavLst>
                                        <p:tav tm="0">
                                          <p:val>
                                            <p:strVal val="1+#ppt_w/2"/>
                                          </p:val>
                                        </p:tav>
                                        <p:tav tm="100000">
                                          <p:val>
                                            <p:strVal val="#ppt_x"/>
                                          </p:val>
                                        </p:tav>
                                      </p:tavLst>
                                    </p:anim>
                                    <p:anim calcmode="lin" valueType="num">
                                      <p:cBhvr additive="base">
                                        <p:cTn id="14" dur="500" fill="hold"/>
                                        <p:tgtEl>
                                          <p:spTgt spid="5427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Text Box 2">
            <a:extLst>
              <a:ext uri="{FF2B5EF4-FFF2-40B4-BE49-F238E27FC236}">
                <a16:creationId xmlns:a16="http://schemas.microsoft.com/office/drawing/2014/main" id="{7815225C-1CB2-4250-13AD-7F25B759E5CA}"/>
              </a:ext>
            </a:extLst>
          </p:cNvPr>
          <p:cNvSpPr txBox="1">
            <a:spLocks noChangeArrowheads="1"/>
          </p:cNvSpPr>
          <p:nvPr/>
        </p:nvSpPr>
        <p:spPr bwMode="auto">
          <a:xfrm>
            <a:off x="323850" y="234950"/>
            <a:ext cx="43624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000066"/>
                </a:solidFill>
                <a:ea typeface="楷体_GB2312" pitchFamily="49" charset="-122"/>
              </a:rPr>
              <a:t>例</a:t>
            </a:r>
            <a:r>
              <a:rPr lang="en-US" altLang="zh-CN" sz="3600" b="1">
                <a:solidFill>
                  <a:srgbClr val="000066"/>
                </a:solidFill>
                <a:ea typeface="楷体_GB2312" pitchFamily="49" charset="-122"/>
              </a:rPr>
              <a:t>4. </a:t>
            </a:r>
            <a:r>
              <a:rPr lang="zh-CN" altLang="en-US" sz="3600" b="1">
                <a:solidFill>
                  <a:srgbClr val="760C04"/>
                </a:solidFill>
                <a:ea typeface="楷体_GB2312" pitchFamily="49" charset="-122"/>
              </a:rPr>
              <a:t>最小相位系统：</a:t>
            </a:r>
          </a:p>
        </p:txBody>
      </p:sp>
      <p:sp>
        <p:nvSpPr>
          <p:cNvPr id="120835" name="Text Box 3">
            <a:extLst>
              <a:ext uri="{FF2B5EF4-FFF2-40B4-BE49-F238E27FC236}">
                <a16:creationId xmlns:a16="http://schemas.microsoft.com/office/drawing/2014/main" id="{C171FAA1-A5A1-6F46-2360-E84C72FBC04B}"/>
              </a:ext>
            </a:extLst>
          </p:cNvPr>
          <p:cNvSpPr txBox="1">
            <a:spLocks noChangeArrowheads="1"/>
          </p:cNvSpPr>
          <p:nvPr/>
        </p:nvSpPr>
        <p:spPr bwMode="auto">
          <a:xfrm>
            <a:off x="860425" y="1751013"/>
            <a:ext cx="184150"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sz="3200"/>
          </a:p>
        </p:txBody>
      </p:sp>
      <p:sp>
        <p:nvSpPr>
          <p:cNvPr id="120836" name="Text Box 4">
            <a:extLst>
              <a:ext uri="{FF2B5EF4-FFF2-40B4-BE49-F238E27FC236}">
                <a16:creationId xmlns:a16="http://schemas.microsoft.com/office/drawing/2014/main" id="{9B75D9D3-2276-0773-232B-4A63D3307953}"/>
              </a:ext>
            </a:extLst>
          </p:cNvPr>
          <p:cNvSpPr txBox="1">
            <a:spLocks noChangeArrowheads="1"/>
          </p:cNvSpPr>
          <p:nvPr/>
        </p:nvSpPr>
        <p:spPr bwMode="auto">
          <a:xfrm>
            <a:off x="0" y="908050"/>
            <a:ext cx="9144000" cy="3387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en-US" altLang="zh-CN" sz="2800" b="1">
                <a:latin typeface="楷体_GB2312" pitchFamily="49" charset="-122"/>
                <a:ea typeface="楷体_GB2312" pitchFamily="49" charset="-122"/>
              </a:rPr>
              <a:t>  </a:t>
            </a:r>
            <a:r>
              <a:rPr lang="zh-CN" altLang="en-US" sz="3600" b="1">
                <a:solidFill>
                  <a:srgbClr val="000066"/>
                </a:solidFill>
                <a:latin typeface="楷体_GB2312" pitchFamily="49" charset="-122"/>
                <a:ea typeface="楷体_GB2312" pitchFamily="49" charset="-122"/>
              </a:rPr>
              <a:t>考查两个系统，它们的极点相同，零点分布关于    轴对称。其中一个系统的零点均在左半平面，另一个系统的零点均在右半平面。</a:t>
            </a:r>
            <a:endParaRPr lang="zh-CN" altLang="en-US" sz="3600">
              <a:solidFill>
                <a:srgbClr val="000066"/>
              </a:solidFill>
              <a:latin typeface="Times New Roman" panose="02020603050405020304" pitchFamily="18" charset="0"/>
            </a:endParaRPr>
          </a:p>
        </p:txBody>
      </p:sp>
      <p:graphicFrame>
        <p:nvGraphicFramePr>
          <p:cNvPr id="120837" name="Object 5">
            <a:extLst>
              <a:ext uri="{FF2B5EF4-FFF2-40B4-BE49-F238E27FC236}">
                <a16:creationId xmlns:a16="http://schemas.microsoft.com/office/drawing/2014/main" id="{AB35754D-DA19-1106-C435-221D735DFD73}"/>
              </a:ext>
            </a:extLst>
          </p:cNvPr>
          <p:cNvGraphicFramePr>
            <a:graphicFrameLocks noChangeAspect="1"/>
          </p:cNvGraphicFramePr>
          <p:nvPr/>
        </p:nvGraphicFramePr>
        <p:xfrm>
          <a:off x="1547813" y="2133600"/>
          <a:ext cx="765175" cy="547688"/>
        </p:xfrm>
        <a:graphic>
          <a:graphicData uri="http://schemas.openxmlformats.org/presentationml/2006/ole">
            <mc:AlternateContent xmlns:mc="http://schemas.openxmlformats.org/markup-compatibility/2006">
              <mc:Choice xmlns:v="urn:schemas-microsoft-com:vml" Requires="v">
                <p:oleObj name="Equation" r:id="rId2" imgW="228600" imgH="190440" progId="Equation.DSMT4">
                  <p:embed/>
                </p:oleObj>
              </mc:Choice>
              <mc:Fallback>
                <p:oleObj name="Equation" r:id="rId2" imgW="228600" imgH="190440" progId="Equation.DSMT4">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7813" y="2133600"/>
                        <a:ext cx="765175" cy="547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20838" name="Group 6">
            <a:extLst>
              <a:ext uri="{FF2B5EF4-FFF2-40B4-BE49-F238E27FC236}">
                <a16:creationId xmlns:a16="http://schemas.microsoft.com/office/drawing/2014/main" id="{BADB822F-0F27-0AC8-5F0E-86487FE19EBD}"/>
              </a:ext>
            </a:extLst>
          </p:cNvPr>
          <p:cNvGrpSpPr>
            <a:grpSpLocks/>
          </p:cNvGrpSpPr>
          <p:nvPr/>
        </p:nvGrpSpPr>
        <p:grpSpPr bwMode="auto">
          <a:xfrm>
            <a:off x="1219200" y="3657600"/>
            <a:ext cx="3733800" cy="3200400"/>
            <a:chOff x="768" y="2301"/>
            <a:chExt cx="2160" cy="1673"/>
          </a:xfrm>
        </p:grpSpPr>
        <p:graphicFrame>
          <p:nvGraphicFramePr>
            <p:cNvPr id="120839" name="Object 7">
              <a:extLst>
                <a:ext uri="{FF2B5EF4-FFF2-40B4-BE49-F238E27FC236}">
                  <a16:creationId xmlns:a16="http://schemas.microsoft.com/office/drawing/2014/main" id="{A0468F87-97B6-7562-A942-7BFEEE28F6E0}"/>
                </a:ext>
              </a:extLst>
            </p:cNvPr>
            <p:cNvGraphicFramePr>
              <a:graphicFrameLocks noChangeAspect="1"/>
            </p:cNvGraphicFramePr>
            <p:nvPr/>
          </p:nvGraphicFramePr>
          <p:xfrm>
            <a:off x="768" y="2304"/>
            <a:ext cx="2160" cy="1670"/>
          </p:xfrm>
          <a:graphic>
            <a:graphicData uri="http://schemas.openxmlformats.org/presentationml/2006/ole">
              <mc:AlternateContent xmlns:mc="http://schemas.openxmlformats.org/markup-compatibility/2006">
                <mc:Choice xmlns:v="urn:schemas-microsoft-com:vml" Requires="v">
                  <p:oleObj name="位图图像" r:id="rId4" imgW="2057143" imgH="1590897" progId="Paint.Picture">
                    <p:embed/>
                  </p:oleObj>
                </mc:Choice>
                <mc:Fallback>
                  <p:oleObj name="位图图像" r:id="rId4" imgW="2057143" imgH="1590897" progId="Paint.Picture">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8" y="2304"/>
                          <a:ext cx="2160" cy="16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0840" name="Object 8">
              <a:extLst>
                <a:ext uri="{FF2B5EF4-FFF2-40B4-BE49-F238E27FC236}">
                  <a16:creationId xmlns:a16="http://schemas.microsoft.com/office/drawing/2014/main" id="{24ED0ADE-F447-DCAE-74A2-1CC67013C845}"/>
                </a:ext>
              </a:extLst>
            </p:cNvPr>
            <p:cNvGraphicFramePr>
              <a:graphicFrameLocks noChangeAspect="1"/>
            </p:cNvGraphicFramePr>
            <p:nvPr/>
          </p:nvGraphicFramePr>
          <p:xfrm>
            <a:off x="1776" y="2301"/>
            <a:ext cx="288" cy="240"/>
          </p:xfrm>
          <a:graphic>
            <a:graphicData uri="http://schemas.openxmlformats.org/presentationml/2006/ole">
              <mc:AlternateContent xmlns:mc="http://schemas.openxmlformats.org/markup-compatibility/2006">
                <mc:Choice xmlns:v="urn:schemas-microsoft-com:vml" Requires="v">
                  <p:oleObj name="Equation" r:id="rId2" imgW="228600" imgH="190440" progId="Equation.DSMT4">
                    <p:embed/>
                  </p:oleObj>
                </mc:Choice>
                <mc:Fallback>
                  <p:oleObj name="Equation" r:id="rId2" imgW="228600" imgH="190440" progId="Equation.DSMT4">
                    <p:embed/>
                    <p:pic>
                      <p:nvPicPr>
                        <p:cNvPr id="0"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6" y="2301"/>
                          <a:ext cx="288" cy="24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20841" name="Group 9">
            <a:extLst>
              <a:ext uri="{FF2B5EF4-FFF2-40B4-BE49-F238E27FC236}">
                <a16:creationId xmlns:a16="http://schemas.microsoft.com/office/drawing/2014/main" id="{060FD26D-4050-1A7C-A5DF-D257161153D8}"/>
              </a:ext>
            </a:extLst>
          </p:cNvPr>
          <p:cNvGrpSpPr>
            <a:grpSpLocks/>
          </p:cNvGrpSpPr>
          <p:nvPr/>
        </p:nvGrpSpPr>
        <p:grpSpPr bwMode="auto">
          <a:xfrm>
            <a:off x="5181600" y="3581400"/>
            <a:ext cx="3505200" cy="3276600"/>
            <a:chOff x="3264" y="2256"/>
            <a:chExt cx="2208" cy="1794"/>
          </a:xfrm>
        </p:grpSpPr>
        <p:graphicFrame>
          <p:nvGraphicFramePr>
            <p:cNvPr id="120842" name="Object 10">
              <a:extLst>
                <a:ext uri="{FF2B5EF4-FFF2-40B4-BE49-F238E27FC236}">
                  <a16:creationId xmlns:a16="http://schemas.microsoft.com/office/drawing/2014/main" id="{0EF76A0F-DF3F-6C2B-6E5B-921CD5CAC289}"/>
                </a:ext>
              </a:extLst>
            </p:cNvPr>
            <p:cNvGraphicFramePr>
              <a:graphicFrameLocks noChangeAspect="1"/>
            </p:cNvGraphicFramePr>
            <p:nvPr/>
          </p:nvGraphicFramePr>
          <p:xfrm>
            <a:off x="3264" y="2256"/>
            <a:ext cx="2208" cy="1794"/>
          </p:xfrm>
          <a:graphic>
            <a:graphicData uri="http://schemas.openxmlformats.org/presentationml/2006/ole">
              <mc:AlternateContent xmlns:mc="http://schemas.openxmlformats.org/markup-compatibility/2006">
                <mc:Choice xmlns:v="urn:schemas-microsoft-com:vml" Requires="v">
                  <p:oleObj name="位图图像" r:id="rId6" imgW="1980952" imgH="1609524" progId="Paint.Picture">
                    <p:embed/>
                  </p:oleObj>
                </mc:Choice>
                <mc:Fallback>
                  <p:oleObj name="位图图像" r:id="rId6" imgW="1980952" imgH="1609524" progId="Paint.Picture">
                    <p:embed/>
                    <p:pic>
                      <p:nvPicPr>
                        <p:cNvPr id="0"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64" y="2256"/>
                          <a:ext cx="2208" cy="17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0843" name="Object 11">
              <a:extLst>
                <a:ext uri="{FF2B5EF4-FFF2-40B4-BE49-F238E27FC236}">
                  <a16:creationId xmlns:a16="http://schemas.microsoft.com/office/drawing/2014/main" id="{63E79B57-A086-2A20-ED21-B2FC79CF77D4}"/>
                </a:ext>
              </a:extLst>
            </p:cNvPr>
            <p:cNvGraphicFramePr>
              <a:graphicFrameLocks noChangeAspect="1"/>
            </p:cNvGraphicFramePr>
            <p:nvPr/>
          </p:nvGraphicFramePr>
          <p:xfrm>
            <a:off x="4300" y="2256"/>
            <a:ext cx="288" cy="240"/>
          </p:xfrm>
          <a:graphic>
            <a:graphicData uri="http://schemas.openxmlformats.org/presentationml/2006/ole">
              <mc:AlternateContent xmlns:mc="http://schemas.openxmlformats.org/markup-compatibility/2006">
                <mc:Choice xmlns:v="urn:schemas-microsoft-com:vml" Requires="v">
                  <p:oleObj name="Equation" r:id="rId2" imgW="228600" imgH="190440" progId="Equation.DSMT4">
                    <p:embed/>
                  </p:oleObj>
                </mc:Choice>
                <mc:Fallback>
                  <p:oleObj name="Equation" r:id="rId2" imgW="228600" imgH="190440" progId="Equation.DSMT4">
                    <p:embed/>
                    <p:pic>
                      <p:nvPicPr>
                        <p:cNvPr id="0" name="Object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00" y="2256"/>
                          <a:ext cx="288" cy="24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20838"/>
                                        </p:tgtEl>
                                        <p:attrNameLst>
                                          <p:attrName>style.visibility</p:attrName>
                                        </p:attrNameLst>
                                      </p:cBhvr>
                                      <p:to>
                                        <p:strVal val="visible"/>
                                      </p:to>
                                    </p:set>
                                    <p:anim calcmode="lin" valueType="num">
                                      <p:cBhvr additive="base">
                                        <p:cTn id="7" dur="500" fill="hold"/>
                                        <p:tgtEl>
                                          <p:spTgt spid="120838"/>
                                        </p:tgtEl>
                                        <p:attrNameLst>
                                          <p:attrName>ppt_x</p:attrName>
                                        </p:attrNameLst>
                                      </p:cBhvr>
                                      <p:tavLst>
                                        <p:tav tm="0">
                                          <p:val>
                                            <p:strVal val="0-#ppt_w/2"/>
                                          </p:val>
                                        </p:tav>
                                        <p:tav tm="100000">
                                          <p:val>
                                            <p:strVal val="#ppt_x"/>
                                          </p:val>
                                        </p:tav>
                                      </p:tavLst>
                                    </p:anim>
                                    <p:anim calcmode="lin" valueType="num">
                                      <p:cBhvr additive="base">
                                        <p:cTn id="8" dur="500" fill="hold"/>
                                        <p:tgtEl>
                                          <p:spTgt spid="12083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20841"/>
                                        </p:tgtEl>
                                        <p:attrNameLst>
                                          <p:attrName>style.visibility</p:attrName>
                                        </p:attrNameLst>
                                      </p:cBhvr>
                                      <p:to>
                                        <p:strVal val="visible"/>
                                      </p:to>
                                    </p:set>
                                    <p:anim calcmode="lin" valueType="num">
                                      <p:cBhvr additive="base">
                                        <p:cTn id="13" dur="500" fill="hold"/>
                                        <p:tgtEl>
                                          <p:spTgt spid="120841"/>
                                        </p:tgtEl>
                                        <p:attrNameLst>
                                          <p:attrName>ppt_x</p:attrName>
                                        </p:attrNameLst>
                                      </p:cBhvr>
                                      <p:tavLst>
                                        <p:tav tm="0">
                                          <p:val>
                                            <p:strVal val="0-#ppt_w/2"/>
                                          </p:val>
                                        </p:tav>
                                        <p:tav tm="100000">
                                          <p:val>
                                            <p:strVal val="#ppt_x"/>
                                          </p:val>
                                        </p:tav>
                                      </p:tavLst>
                                    </p:anim>
                                    <p:anim calcmode="lin" valueType="num">
                                      <p:cBhvr additive="base">
                                        <p:cTn id="14" dur="500" fill="hold"/>
                                        <p:tgtEl>
                                          <p:spTgt spid="12084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a:extLst>
              <a:ext uri="{FF2B5EF4-FFF2-40B4-BE49-F238E27FC236}">
                <a16:creationId xmlns:a16="http://schemas.microsoft.com/office/drawing/2014/main" id="{D32D87B3-A4C7-CBC4-354F-4583AB711E60}"/>
              </a:ext>
            </a:extLst>
          </p:cNvPr>
          <p:cNvSpPr>
            <a:spLocks noChangeArrowheads="1"/>
          </p:cNvSpPr>
          <p:nvPr/>
        </p:nvSpPr>
        <p:spPr bwMode="auto">
          <a:xfrm>
            <a:off x="0" y="0"/>
            <a:ext cx="9144000" cy="3387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en-US" altLang="zh-CN" sz="2800" b="1">
                <a:latin typeface="楷体_GB2312" pitchFamily="49" charset="-122"/>
                <a:ea typeface="楷体_GB2312" pitchFamily="49" charset="-122"/>
              </a:rPr>
              <a:t>  </a:t>
            </a:r>
            <a:r>
              <a:rPr lang="zh-CN" altLang="en-US" sz="3600" b="1">
                <a:solidFill>
                  <a:srgbClr val="000066"/>
                </a:solidFill>
                <a:latin typeface="楷体_GB2312" pitchFamily="49" charset="-122"/>
                <a:ea typeface="楷体_GB2312" pitchFamily="49" charset="-122"/>
              </a:rPr>
              <a:t>显然这两个系统的幅频特性是相同的。但零点在左半平面的系统其相位总小于零点在右半平面的系统。因此将</a:t>
            </a:r>
            <a:r>
              <a:rPr lang="zh-CN" altLang="en-US" sz="3600" b="1">
                <a:solidFill>
                  <a:srgbClr val="760C04"/>
                </a:solidFill>
                <a:latin typeface="楷体_GB2312" pitchFamily="49" charset="-122"/>
                <a:ea typeface="楷体_GB2312" pitchFamily="49" charset="-122"/>
              </a:rPr>
              <a:t>零极点均位于左半平面的系统称为最小相位系统。</a:t>
            </a:r>
          </a:p>
        </p:txBody>
      </p:sp>
      <p:sp>
        <p:nvSpPr>
          <p:cNvPr id="121859" name="Rectangle 3">
            <a:extLst>
              <a:ext uri="{FF2B5EF4-FFF2-40B4-BE49-F238E27FC236}">
                <a16:creationId xmlns:a16="http://schemas.microsoft.com/office/drawing/2014/main" id="{79485C41-7080-FC57-A273-E0AC119A7E3C}"/>
              </a:ext>
            </a:extLst>
          </p:cNvPr>
          <p:cNvSpPr>
            <a:spLocks noChangeArrowheads="1"/>
          </p:cNvSpPr>
          <p:nvPr/>
        </p:nvSpPr>
        <p:spPr bwMode="auto">
          <a:xfrm>
            <a:off x="0" y="3470275"/>
            <a:ext cx="9144000" cy="2563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en-US" altLang="zh-CN" sz="2800" b="1">
                <a:latin typeface="楷体_GB2312" pitchFamily="49" charset="-122"/>
                <a:ea typeface="楷体_GB2312" pitchFamily="49" charset="-122"/>
              </a:rPr>
              <a:t>  </a:t>
            </a:r>
            <a:r>
              <a:rPr lang="zh-CN" altLang="en-US" sz="3600" b="1">
                <a:solidFill>
                  <a:srgbClr val="000066"/>
                </a:solidFill>
                <a:latin typeface="Times New Roman" panose="02020603050405020304" pitchFamily="18" charset="0"/>
                <a:ea typeface="楷体_GB2312" pitchFamily="49" charset="-122"/>
              </a:rPr>
              <a:t>工程应用中设计的各种频率选择性滤波器，如：</a:t>
            </a:r>
            <a:r>
              <a:rPr lang="en-US" altLang="zh-CN" sz="3600" b="1">
                <a:solidFill>
                  <a:srgbClr val="000066"/>
                </a:solidFill>
                <a:latin typeface="Times New Roman" panose="02020603050405020304" pitchFamily="18" charset="0"/>
                <a:ea typeface="楷体_GB2312" pitchFamily="49" charset="-122"/>
              </a:rPr>
              <a:t>Butterworth </a:t>
            </a:r>
            <a:r>
              <a:rPr lang="zh-CN" altLang="en-US" sz="3600" b="1">
                <a:solidFill>
                  <a:srgbClr val="000066"/>
                </a:solidFill>
                <a:latin typeface="Times New Roman" panose="02020603050405020304" pitchFamily="18" charset="0"/>
                <a:ea typeface="楷体_GB2312" pitchFamily="49" charset="-122"/>
              </a:rPr>
              <a:t>、</a:t>
            </a:r>
            <a:r>
              <a:rPr lang="en-US" altLang="zh-CN" sz="3600" b="1">
                <a:solidFill>
                  <a:srgbClr val="000066"/>
                </a:solidFill>
                <a:latin typeface="Times New Roman" panose="02020603050405020304" pitchFamily="18" charset="0"/>
                <a:ea typeface="楷体_GB2312" pitchFamily="49" charset="-122"/>
              </a:rPr>
              <a:t>Chebyshev</a:t>
            </a:r>
            <a:r>
              <a:rPr lang="zh-CN" altLang="en-US" sz="3600" b="1">
                <a:solidFill>
                  <a:srgbClr val="000066"/>
                </a:solidFill>
                <a:latin typeface="Times New Roman" panose="02020603050405020304" pitchFamily="18" charset="0"/>
                <a:ea typeface="楷体_GB2312" pitchFamily="49" charset="-122"/>
              </a:rPr>
              <a:t>、 </a:t>
            </a:r>
            <a:r>
              <a:rPr lang="en-US" altLang="zh-CN" sz="3600" b="1">
                <a:solidFill>
                  <a:srgbClr val="000066"/>
                </a:solidFill>
                <a:latin typeface="Times New Roman" panose="02020603050405020304" pitchFamily="18" charset="0"/>
                <a:ea typeface="楷体_GB2312" pitchFamily="49" charset="-122"/>
              </a:rPr>
              <a:t>Cauer</a:t>
            </a:r>
            <a:r>
              <a:rPr lang="zh-CN" altLang="en-US" sz="3600" b="1">
                <a:solidFill>
                  <a:srgbClr val="000066"/>
                </a:solidFill>
                <a:latin typeface="Times New Roman" panose="02020603050405020304" pitchFamily="18" charset="0"/>
                <a:ea typeface="楷体_GB2312" pitchFamily="49" charset="-122"/>
              </a:rPr>
              <a:t>滤波器都是最小相位系统。</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1859"/>
                                        </p:tgtEl>
                                        <p:attrNameLst>
                                          <p:attrName>style.visibility</p:attrName>
                                        </p:attrNameLst>
                                      </p:cBhvr>
                                      <p:to>
                                        <p:strVal val="visible"/>
                                      </p:to>
                                    </p:set>
                                    <p:anim calcmode="lin" valueType="num">
                                      <p:cBhvr additive="base">
                                        <p:cTn id="7" dur="500" fill="hold"/>
                                        <p:tgtEl>
                                          <p:spTgt spid="121859"/>
                                        </p:tgtEl>
                                        <p:attrNameLst>
                                          <p:attrName>ppt_x</p:attrName>
                                        </p:attrNameLst>
                                      </p:cBhvr>
                                      <p:tavLst>
                                        <p:tav tm="0">
                                          <p:val>
                                            <p:strVal val="0-#ppt_w/2"/>
                                          </p:val>
                                        </p:tav>
                                        <p:tav tm="100000">
                                          <p:val>
                                            <p:strVal val="#ppt_x"/>
                                          </p:val>
                                        </p:tav>
                                      </p:tavLst>
                                    </p:anim>
                                    <p:anim calcmode="lin" valueType="num">
                                      <p:cBhvr additive="base">
                                        <p:cTn id="8" dur="500" fill="hold"/>
                                        <p:tgtEl>
                                          <p:spTgt spid="12185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59" grpId="0" autoUpdateAnimBg="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Text Box 2">
            <a:extLst>
              <a:ext uri="{FF2B5EF4-FFF2-40B4-BE49-F238E27FC236}">
                <a16:creationId xmlns:a16="http://schemas.microsoft.com/office/drawing/2014/main" id="{1EBF388A-213E-8A45-0F84-EBE405626843}"/>
              </a:ext>
            </a:extLst>
          </p:cNvPr>
          <p:cNvSpPr txBox="1">
            <a:spLocks noChangeArrowheads="1"/>
          </p:cNvSpPr>
          <p:nvPr/>
        </p:nvSpPr>
        <p:spPr bwMode="auto">
          <a:xfrm>
            <a:off x="0" y="2565400"/>
            <a:ext cx="9144000" cy="2563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en-US" altLang="zh-CN" sz="2800">
                <a:latin typeface="楷体_GB2312" pitchFamily="49" charset="-122"/>
                <a:ea typeface="楷体_GB2312" pitchFamily="49" charset="-122"/>
              </a:rPr>
              <a:t>  </a:t>
            </a:r>
            <a:r>
              <a:rPr lang="zh-CN" altLang="en-US" sz="3600" b="1">
                <a:solidFill>
                  <a:srgbClr val="000066"/>
                </a:solidFill>
                <a:latin typeface="楷体_GB2312" pitchFamily="49" charset="-122"/>
                <a:ea typeface="楷体_GB2312" pitchFamily="49" charset="-122"/>
              </a:rPr>
              <a:t>当工程应用中要求实现一个非最小相位系统时，通常采用将一个最小相位系统和一个全通系统级联来实现。</a:t>
            </a:r>
          </a:p>
        </p:txBody>
      </p:sp>
      <p:sp>
        <p:nvSpPr>
          <p:cNvPr id="122883" name="Rectangle 3">
            <a:extLst>
              <a:ext uri="{FF2B5EF4-FFF2-40B4-BE49-F238E27FC236}">
                <a16:creationId xmlns:a16="http://schemas.microsoft.com/office/drawing/2014/main" id="{27DA4505-CA26-407B-A949-B11DC50FEC0C}"/>
              </a:ext>
            </a:extLst>
          </p:cNvPr>
          <p:cNvSpPr>
            <a:spLocks noChangeArrowheads="1"/>
          </p:cNvSpPr>
          <p:nvPr/>
        </p:nvSpPr>
        <p:spPr bwMode="auto">
          <a:xfrm>
            <a:off x="0" y="0"/>
            <a:ext cx="9144000" cy="2563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en-US" altLang="zh-CN" sz="2800">
                <a:latin typeface="楷体_GB2312" pitchFamily="49" charset="-122"/>
                <a:ea typeface="楷体_GB2312" pitchFamily="49" charset="-122"/>
              </a:rPr>
              <a:t>  </a:t>
            </a:r>
            <a:r>
              <a:rPr lang="zh-CN" altLang="en-US" sz="3600" b="1">
                <a:solidFill>
                  <a:srgbClr val="000066"/>
                </a:solidFill>
                <a:latin typeface="楷体_GB2312" pitchFamily="49" charset="-122"/>
                <a:ea typeface="楷体_GB2312" pitchFamily="49" charset="-122"/>
              </a:rPr>
              <a:t>从本质上讲</a:t>
            </a:r>
            <a:r>
              <a:rPr lang="zh-CN" altLang="en-US" sz="3600" b="1">
                <a:solidFill>
                  <a:srgbClr val="760C04"/>
                </a:solidFill>
                <a:latin typeface="楷体_GB2312" pitchFamily="49" charset="-122"/>
                <a:ea typeface="楷体_GB2312" pitchFamily="49" charset="-122"/>
              </a:rPr>
              <a:t>系统的特性是由系统的零、极点分布决定的</a:t>
            </a:r>
            <a:r>
              <a:rPr lang="zh-CN" altLang="en-US" sz="3600" b="1">
                <a:solidFill>
                  <a:srgbClr val="000066"/>
                </a:solidFill>
                <a:latin typeface="楷体_GB2312" pitchFamily="49" charset="-122"/>
                <a:ea typeface="楷体_GB2312" pitchFamily="49" charset="-122"/>
              </a:rPr>
              <a:t>。对系统进行优化设计，实质上就是优化其零、极点的位置。</a:t>
            </a:r>
          </a:p>
        </p:txBody>
      </p:sp>
      <p:grpSp>
        <p:nvGrpSpPr>
          <p:cNvPr id="122884" name="Group 4">
            <a:extLst>
              <a:ext uri="{FF2B5EF4-FFF2-40B4-BE49-F238E27FC236}">
                <a16:creationId xmlns:a16="http://schemas.microsoft.com/office/drawing/2014/main" id="{6D8FD76C-46CF-7A05-0050-7EC5FF8D4926}"/>
              </a:ext>
            </a:extLst>
          </p:cNvPr>
          <p:cNvGrpSpPr>
            <a:grpSpLocks/>
          </p:cNvGrpSpPr>
          <p:nvPr/>
        </p:nvGrpSpPr>
        <p:grpSpPr bwMode="auto">
          <a:xfrm>
            <a:off x="1258888" y="5373688"/>
            <a:ext cx="6248400" cy="1166812"/>
            <a:chOff x="912" y="3312"/>
            <a:chExt cx="3936" cy="672"/>
          </a:xfrm>
        </p:grpSpPr>
        <p:sp>
          <p:nvSpPr>
            <p:cNvPr id="122885" name="Rectangle 5">
              <a:extLst>
                <a:ext uri="{FF2B5EF4-FFF2-40B4-BE49-F238E27FC236}">
                  <a16:creationId xmlns:a16="http://schemas.microsoft.com/office/drawing/2014/main" id="{5D8D0BF7-248C-74BA-9418-CD9E33C44D38}"/>
                </a:ext>
              </a:extLst>
            </p:cNvPr>
            <p:cNvSpPr>
              <a:spLocks noChangeArrowheads="1"/>
            </p:cNvSpPr>
            <p:nvPr/>
          </p:nvSpPr>
          <p:spPr bwMode="auto">
            <a:xfrm>
              <a:off x="1200" y="3312"/>
              <a:ext cx="3408" cy="672"/>
            </a:xfrm>
            <a:prstGeom prst="rect">
              <a:avLst/>
            </a:prstGeom>
            <a:noFill/>
            <a:ln w="9525">
              <a:solidFill>
                <a:schemeClr val="tx1"/>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2886" name="Rectangle 6">
              <a:extLst>
                <a:ext uri="{FF2B5EF4-FFF2-40B4-BE49-F238E27FC236}">
                  <a16:creationId xmlns:a16="http://schemas.microsoft.com/office/drawing/2014/main" id="{C88A40C4-4C03-D851-210D-5510FB554735}"/>
                </a:ext>
              </a:extLst>
            </p:cNvPr>
            <p:cNvSpPr>
              <a:spLocks noChangeArrowheads="1"/>
            </p:cNvSpPr>
            <p:nvPr/>
          </p:nvSpPr>
          <p:spPr bwMode="auto">
            <a:xfrm>
              <a:off x="1392" y="3456"/>
              <a:ext cx="1440" cy="384"/>
            </a:xfrm>
            <a:prstGeom prst="rect">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2887" name="Text Box 7">
              <a:extLst>
                <a:ext uri="{FF2B5EF4-FFF2-40B4-BE49-F238E27FC236}">
                  <a16:creationId xmlns:a16="http://schemas.microsoft.com/office/drawing/2014/main" id="{100DF0AD-5610-2C94-BFB3-F3522504C00F}"/>
                </a:ext>
              </a:extLst>
            </p:cNvPr>
            <p:cNvSpPr txBox="1">
              <a:spLocks noChangeArrowheads="1"/>
            </p:cNvSpPr>
            <p:nvPr/>
          </p:nvSpPr>
          <p:spPr bwMode="auto">
            <a:xfrm>
              <a:off x="1392" y="3456"/>
              <a:ext cx="1466" cy="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b="1">
                  <a:solidFill>
                    <a:srgbClr val="000066"/>
                  </a:solidFill>
                  <a:latin typeface="楷体_GB2312" pitchFamily="49" charset="-122"/>
                  <a:ea typeface="楷体_GB2312" pitchFamily="49" charset="-122"/>
                </a:rPr>
                <a:t>最小相位系统</a:t>
              </a:r>
            </a:p>
          </p:txBody>
        </p:sp>
        <p:sp>
          <p:nvSpPr>
            <p:cNvPr id="122888" name="Rectangle 8">
              <a:extLst>
                <a:ext uri="{FF2B5EF4-FFF2-40B4-BE49-F238E27FC236}">
                  <a16:creationId xmlns:a16="http://schemas.microsoft.com/office/drawing/2014/main" id="{0CDCFC9C-A8AF-2631-71DB-991078C30C68}"/>
                </a:ext>
              </a:extLst>
            </p:cNvPr>
            <p:cNvSpPr>
              <a:spLocks noChangeArrowheads="1"/>
            </p:cNvSpPr>
            <p:nvPr/>
          </p:nvSpPr>
          <p:spPr bwMode="auto">
            <a:xfrm>
              <a:off x="3358" y="3456"/>
              <a:ext cx="1008" cy="384"/>
            </a:xfrm>
            <a:prstGeom prst="rect">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2889" name="Rectangle 9">
              <a:extLst>
                <a:ext uri="{FF2B5EF4-FFF2-40B4-BE49-F238E27FC236}">
                  <a16:creationId xmlns:a16="http://schemas.microsoft.com/office/drawing/2014/main" id="{DE22D67C-A242-6C60-8C90-4C20EC9B36B3}"/>
                </a:ext>
              </a:extLst>
            </p:cNvPr>
            <p:cNvSpPr>
              <a:spLocks noChangeArrowheads="1"/>
            </p:cNvSpPr>
            <p:nvPr/>
          </p:nvSpPr>
          <p:spPr bwMode="auto">
            <a:xfrm>
              <a:off x="3360" y="3456"/>
              <a:ext cx="1016" cy="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800" b="1">
                  <a:solidFill>
                    <a:srgbClr val="000066"/>
                  </a:solidFill>
                  <a:latin typeface="楷体_GB2312" pitchFamily="49" charset="-122"/>
                  <a:ea typeface="楷体_GB2312" pitchFamily="49" charset="-122"/>
                </a:rPr>
                <a:t>全通系统</a:t>
              </a:r>
            </a:p>
          </p:txBody>
        </p:sp>
        <p:sp>
          <p:nvSpPr>
            <p:cNvPr id="122890" name="Line 10">
              <a:extLst>
                <a:ext uri="{FF2B5EF4-FFF2-40B4-BE49-F238E27FC236}">
                  <a16:creationId xmlns:a16="http://schemas.microsoft.com/office/drawing/2014/main" id="{B3EA259A-5197-8019-0458-191A1E81D2BE}"/>
                </a:ext>
              </a:extLst>
            </p:cNvPr>
            <p:cNvSpPr>
              <a:spLocks noChangeShapeType="1"/>
            </p:cNvSpPr>
            <p:nvPr/>
          </p:nvSpPr>
          <p:spPr bwMode="auto">
            <a:xfrm>
              <a:off x="912" y="3648"/>
              <a:ext cx="48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2891" name="Line 11">
              <a:extLst>
                <a:ext uri="{FF2B5EF4-FFF2-40B4-BE49-F238E27FC236}">
                  <a16:creationId xmlns:a16="http://schemas.microsoft.com/office/drawing/2014/main" id="{2E81A7F1-406E-FB99-F060-C13A943B698D}"/>
                </a:ext>
              </a:extLst>
            </p:cNvPr>
            <p:cNvSpPr>
              <a:spLocks noChangeShapeType="1"/>
            </p:cNvSpPr>
            <p:nvPr/>
          </p:nvSpPr>
          <p:spPr bwMode="auto">
            <a:xfrm>
              <a:off x="2832" y="3648"/>
              <a:ext cx="528"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2892" name="Line 12">
              <a:extLst>
                <a:ext uri="{FF2B5EF4-FFF2-40B4-BE49-F238E27FC236}">
                  <a16:creationId xmlns:a16="http://schemas.microsoft.com/office/drawing/2014/main" id="{BA8FB918-CF44-8016-9758-D6B33BE7D02A}"/>
                </a:ext>
              </a:extLst>
            </p:cNvPr>
            <p:cNvSpPr>
              <a:spLocks noChangeShapeType="1"/>
            </p:cNvSpPr>
            <p:nvPr/>
          </p:nvSpPr>
          <p:spPr bwMode="auto">
            <a:xfrm>
              <a:off x="4368" y="3648"/>
              <a:ext cx="48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2882"/>
                                        </p:tgtEl>
                                        <p:attrNameLst>
                                          <p:attrName>style.visibility</p:attrName>
                                        </p:attrNameLst>
                                      </p:cBhvr>
                                      <p:to>
                                        <p:strVal val="visible"/>
                                      </p:to>
                                    </p:set>
                                    <p:anim calcmode="lin" valueType="num">
                                      <p:cBhvr additive="base">
                                        <p:cTn id="7" dur="500" fill="hold"/>
                                        <p:tgtEl>
                                          <p:spTgt spid="122882"/>
                                        </p:tgtEl>
                                        <p:attrNameLst>
                                          <p:attrName>ppt_x</p:attrName>
                                        </p:attrNameLst>
                                      </p:cBhvr>
                                      <p:tavLst>
                                        <p:tav tm="0">
                                          <p:val>
                                            <p:strVal val="0-#ppt_w/2"/>
                                          </p:val>
                                        </p:tav>
                                        <p:tav tm="100000">
                                          <p:val>
                                            <p:strVal val="#ppt_x"/>
                                          </p:val>
                                        </p:tav>
                                      </p:tavLst>
                                    </p:anim>
                                    <p:anim calcmode="lin" valueType="num">
                                      <p:cBhvr additive="base">
                                        <p:cTn id="8" dur="500" fill="hold"/>
                                        <p:tgtEl>
                                          <p:spTgt spid="12288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22884"/>
                                        </p:tgtEl>
                                        <p:attrNameLst>
                                          <p:attrName>style.visibility</p:attrName>
                                        </p:attrNameLst>
                                      </p:cBhvr>
                                      <p:to>
                                        <p:strVal val="visible"/>
                                      </p:to>
                                    </p:set>
                                    <p:anim calcmode="lin" valueType="num">
                                      <p:cBhvr additive="base">
                                        <p:cTn id="13" dur="500" fill="hold"/>
                                        <p:tgtEl>
                                          <p:spTgt spid="122884"/>
                                        </p:tgtEl>
                                        <p:attrNameLst>
                                          <p:attrName>ppt_x</p:attrName>
                                        </p:attrNameLst>
                                      </p:cBhvr>
                                      <p:tavLst>
                                        <p:tav tm="0">
                                          <p:val>
                                            <p:strVal val="0-#ppt_w/2"/>
                                          </p:val>
                                        </p:tav>
                                        <p:tav tm="100000">
                                          <p:val>
                                            <p:strVal val="#ppt_x"/>
                                          </p:val>
                                        </p:tav>
                                      </p:tavLst>
                                    </p:anim>
                                    <p:anim calcmode="lin" valueType="num">
                                      <p:cBhvr additive="base">
                                        <p:cTn id="14" dur="500" fill="hold"/>
                                        <p:tgtEl>
                                          <p:spTgt spid="12288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82" grpId="0" autoUpdateAnimBg="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3906" name="Group 2">
            <a:extLst>
              <a:ext uri="{FF2B5EF4-FFF2-40B4-BE49-F238E27FC236}">
                <a16:creationId xmlns:a16="http://schemas.microsoft.com/office/drawing/2014/main" id="{F89A41D8-9F32-DFC3-99CA-2860DBD77F66}"/>
              </a:ext>
            </a:extLst>
          </p:cNvPr>
          <p:cNvGrpSpPr>
            <a:grpSpLocks/>
          </p:cNvGrpSpPr>
          <p:nvPr/>
        </p:nvGrpSpPr>
        <p:grpSpPr bwMode="auto">
          <a:xfrm>
            <a:off x="0" y="3141663"/>
            <a:ext cx="3868738" cy="3616325"/>
            <a:chOff x="698" y="2352"/>
            <a:chExt cx="2112" cy="1569"/>
          </a:xfrm>
        </p:grpSpPr>
        <p:grpSp>
          <p:nvGrpSpPr>
            <p:cNvPr id="123907" name="Group 3">
              <a:extLst>
                <a:ext uri="{FF2B5EF4-FFF2-40B4-BE49-F238E27FC236}">
                  <a16:creationId xmlns:a16="http://schemas.microsoft.com/office/drawing/2014/main" id="{8C5EC36B-AAC1-796C-6040-FC3A1A7321B4}"/>
                </a:ext>
              </a:extLst>
            </p:cNvPr>
            <p:cNvGrpSpPr>
              <a:grpSpLocks/>
            </p:cNvGrpSpPr>
            <p:nvPr/>
          </p:nvGrpSpPr>
          <p:grpSpPr bwMode="auto">
            <a:xfrm>
              <a:off x="698" y="2352"/>
              <a:ext cx="2112" cy="1344"/>
              <a:chOff x="198" y="2352"/>
              <a:chExt cx="2112" cy="1344"/>
            </a:xfrm>
          </p:grpSpPr>
          <p:sp>
            <p:nvSpPr>
              <p:cNvPr id="123908" name="Line 4">
                <a:extLst>
                  <a:ext uri="{FF2B5EF4-FFF2-40B4-BE49-F238E27FC236}">
                    <a16:creationId xmlns:a16="http://schemas.microsoft.com/office/drawing/2014/main" id="{7FBA9582-EBD4-1384-486C-601B811CFAD7}"/>
                  </a:ext>
                </a:extLst>
              </p:cNvPr>
              <p:cNvSpPr>
                <a:spLocks noChangeShapeType="1"/>
              </p:cNvSpPr>
              <p:nvPr/>
            </p:nvSpPr>
            <p:spPr bwMode="auto">
              <a:xfrm>
                <a:off x="198" y="3072"/>
                <a:ext cx="2112" cy="0"/>
              </a:xfrm>
              <a:prstGeom prst="line">
                <a:avLst/>
              </a:prstGeom>
              <a:noFill/>
              <a:ln w="19050">
                <a:solidFill>
                  <a:srgbClr val="00121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3909" name="Line 5">
                <a:extLst>
                  <a:ext uri="{FF2B5EF4-FFF2-40B4-BE49-F238E27FC236}">
                    <a16:creationId xmlns:a16="http://schemas.microsoft.com/office/drawing/2014/main" id="{1564AE5B-3BEA-D491-1562-F1D426A1B5CD}"/>
                  </a:ext>
                </a:extLst>
              </p:cNvPr>
              <p:cNvSpPr>
                <a:spLocks noChangeShapeType="1"/>
              </p:cNvSpPr>
              <p:nvPr/>
            </p:nvSpPr>
            <p:spPr bwMode="auto">
              <a:xfrm flipV="1">
                <a:off x="1608" y="2400"/>
                <a:ext cx="0" cy="1296"/>
              </a:xfrm>
              <a:prstGeom prst="line">
                <a:avLst/>
              </a:prstGeom>
              <a:noFill/>
              <a:ln w="19050">
                <a:solidFill>
                  <a:srgbClr val="00121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123910" name="Group 6">
                <a:extLst>
                  <a:ext uri="{FF2B5EF4-FFF2-40B4-BE49-F238E27FC236}">
                    <a16:creationId xmlns:a16="http://schemas.microsoft.com/office/drawing/2014/main" id="{08DB3C1A-C3E5-195D-EFEC-682C11D8DA24}"/>
                  </a:ext>
                </a:extLst>
              </p:cNvPr>
              <p:cNvGrpSpPr>
                <a:grpSpLocks/>
              </p:cNvGrpSpPr>
              <p:nvPr/>
            </p:nvGrpSpPr>
            <p:grpSpPr bwMode="auto">
              <a:xfrm>
                <a:off x="888" y="3024"/>
                <a:ext cx="91" cy="96"/>
                <a:chOff x="4276" y="2159"/>
                <a:chExt cx="88" cy="88"/>
              </a:xfrm>
            </p:grpSpPr>
            <p:sp>
              <p:nvSpPr>
                <p:cNvPr id="123911" name="Line 7">
                  <a:extLst>
                    <a:ext uri="{FF2B5EF4-FFF2-40B4-BE49-F238E27FC236}">
                      <a16:creationId xmlns:a16="http://schemas.microsoft.com/office/drawing/2014/main" id="{B83F3389-1309-FF0F-FCCA-C516F3FE5E61}"/>
                    </a:ext>
                  </a:extLst>
                </p:cNvPr>
                <p:cNvSpPr>
                  <a:spLocks noChangeShapeType="1"/>
                </p:cNvSpPr>
                <p:nvPr/>
              </p:nvSpPr>
              <p:spPr bwMode="auto">
                <a:xfrm flipH="1">
                  <a:off x="4276" y="2159"/>
                  <a:ext cx="88" cy="88"/>
                </a:xfrm>
                <a:prstGeom prst="line">
                  <a:avLst/>
                </a:prstGeom>
                <a:noFill/>
                <a:ln w="28575">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23912" name="Line 8">
                  <a:extLst>
                    <a:ext uri="{FF2B5EF4-FFF2-40B4-BE49-F238E27FC236}">
                      <a16:creationId xmlns:a16="http://schemas.microsoft.com/office/drawing/2014/main" id="{8CABA4A7-367F-697E-6F8E-B1CB3FCECFA4}"/>
                    </a:ext>
                  </a:extLst>
                </p:cNvPr>
                <p:cNvSpPr>
                  <a:spLocks noChangeShapeType="1"/>
                </p:cNvSpPr>
                <p:nvPr/>
              </p:nvSpPr>
              <p:spPr bwMode="auto">
                <a:xfrm>
                  <a:off x="4276" y="2159"/>
                  <a:ext cx="88" cy="88"/>
                </a:xfrm>
                <a:prstGeom prst="line">
                  <a:avLst/>
                </a:prstGeom>
                <a:noFill/>
                <a:ln w="28575">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123913" name="Group 9">
                <a:extLst>
                  <a:ext uri="{FF2B5EF4-FFF2-40B4-BE49-F238E27FC236}">
                    <a16:creationId xmlns:a16="http://schemas.microsoft.com/office/drawing/2014/main" id="{83DB0049-8871-4FE8-C28C-E073195CFD76}"/>
                  </a:ext>
                </a:extLst>
              </p:cNvPr>
              <p:cNvGrpSpPr>
                <a:grpSpLocks/>
              </p:cNvGrpSpPr>
              <p:nvPr/>
            </p:nvGrpSpPr>
            <p:grpSpPr bwMode="auto">
              <a:xfrm>
                <a:off x="1272" y="2736"/>
                <a:ext cx="91" cy="96"/>
                <a:chOff x="4276" y="2159"/>
                <a:chExt cx="88" cy="88"/>
              </a:xfrm>
            </p:grpSpPr>
            <p:sp>
              <p:nvSpPr>
                <p:cNvPr id="123914" name="Line 10">
                  <a:extLst>
                    <a:ext uri="{FF2B5EF4-FFF2-40B4-BE49-F238E27FC236}">
                      <a16:creationId xmlns:a16="http://schemas.microsoft.com/office/drawing/2014/main" id="{815F4655-0E5C-9143-3E06-3E59AE67BAE7}"/>
                    </a:ext>
                  </a:extLst>
                </p:cNvPr>
                <p:cNvSpPr>
                  <a:spLocks noChangeShapeType="1"/>
                </p:cNvSpPr>
                <p:nvPr/>
              </p:nvSpPr>
              <p:spPr bwMode="auto">
                <a:xfrm flipH="1">
                  <a:off x="4276" y="2159"/>
                  <a:ext cx="88" cy="88"/>
                </a:xfrm>
                <a:prstGeom prst="line">
                  <a:avLst/>
                </a:prstGeom>
                <a:noFill/>
                <a:ln w="28575">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23915" name="Line 11">
                  <a:extLst>
                    <a:ext uri="{FF2B5EF4-FFF2-40B4-BE49-F238E27FC236}">
                      <a16:creationId xmlns:a16="http://schemas.microsoft.com/office/drawing/2014/main" id="{AC671923-01FD-E732-DE91-56200AC96077}"/>
                    </a:ext>
                  </a:extLst>
                </p:cNvPr>
                <p:cNvSpPr>
                  <a:spLocks noChangeShapeType="1"/>
                </p:cNvSpPr>
                <p:nvPr/>
              </p:nvSpPr>
              <p:spPr bwMode="auto">
                <a:xfrm>
                  <a:off x="4276" y="2159"/>
                  <a:ext cx="88" cy="88"/>
                </a:xfrm>
                <a:prstGeom prst="line">
                  <a:avLst/>
                </a:prstGeom>
                <a:noFill/>
                <a:ln w="28575">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123916" name="Group 12">
                <a:extLst>
                  <a:ext uri="{FF2B5EF4-FFF2-40B4-BE49-F238E27FC236}">
                    <a16:creationId xmlns:a16="http://schemas.microsoft.com/office/drawing/2014/main" id="{149712E6-B650-6543-D659-61A52A28D5F7}"/>
                  </a:ext>
                </a:extLst>
              </p:cNvPr>
              <p:cNvGrpSpPr>
                <a:grpSpLocks/>
              </p:cNvGrpSpPr>
              <p:nvPr/>
            </p:nvGrpSpPr>
            <p:grpSpPr bwMode="auto">
              <a:xfrm>
                <a:off x="1272" y="3314"/>
                <a:ext cx="91" cy="96"/>
                <a:chOff x="4276" y="2159"/>
                <a:chExt cx="88" cy="88"/>
              </a:xfrm>
            </p:grpSpPr>
            <p:sp>
              <p:nvSpPr>
                <p:cNvPr id="123917" name="Line 13">
                  <a:extLst>
                    <a:ext uri="{FF2B5EF4-FFF2-40B4-BE49-F238E27FC236}">
                      <a16:creationId xmlns:a16="http://schemas.microsoft.com/office/drawing/2014/main" id="{0B1FDFB2-49AE-8E52-407D-57DE627273A4}"/>
                    </a:ext>
                  </a:extLst>
                </p:cNvPr>
                <p:cNvSpPr>
                  <a:spLocks noChangeShapeType="1"/>
                </p:cNvSpPr>
                <p:nvPr/>
              </p:nvSpPr>
              <p:spPr bwMode="auto">
                <a:xfrm flipH="1">
                  <a:off x="4276" y="2159"/>
                  <a:ext cx="88" cy="88"/>
                </a:xfrm>
                <a:prstGeom prst="line">
                  <a:avLst/>
                </a:prstGeom>
                <a:noFill/>
                <a:ln w="28575">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23918" name="Line 14">
                  <a:extLst>
                    <a:ext uri="{FF2B5EF4-FFF2-40B4-BE49-F238E27FC236}">
                      <a16:creationId xmlns:a16="http://schemas.microsoft.com/office/drawing/2014/main" id="{E351FED4-41DD-0DDE-FDD9-338F51BE3AD1}"/>
                    </a:ext>
                  </a:extLst>
                </p:cNvPr>
                <p:cNvSpPr>
                  <a:spLocks noChangeShapeType="1"/>
                </p:cNvSpPr>
                <p:nvPr/>
              </p:nvSpPr>
              <p:spPr bwMode="auto">
                <a:xfrm>
                  <a:off x="4276" y="2159"/>
                  <a:ext cx="88" cy="88"/>
                </a:xfrm>
                <a:prstGeom prst="line">
                  <a:avLst/>
                </a:prstGeom>
                <a:noFill/>
                <a:ln w="28575">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123919" name="Oval 15">
                <a:extLst>
                  <a:ext uri="{FF2B5EF4-FFF2-40B4-BE49-F238E27FC236}">
                    <a16:creationId xmlns:a16="http://schemas.microsoft.com/office/drawing/2014/main" id="{04398537-7AB1-374F-E8EB-77227891F9B5}"/>
                  </a:ext>
                </a:extLst>
              </p:cNvPr>
              <p:cNvSpPr>
                <a:spLocks noChangeArrowheads="1"/>
              </p:cNvSpPr>
              <p:nvPr/>
            </p:nvSpPr>
            <p:spPr bwMode="auto">
              <a:xfrm>
                <a:off x="1382" y="3024"/>
                <a:ext cx="96" cy="96"/>
              </a:xfrm>
              <a:prstGeom prst="ellipse">
                <a:avLst/>
              </a:prstGeom>
              <a:solidFill>
                <a:srgbClr val="FF0000"/>
              </a:solidFill>
              <a:ln w="28575">
                <a:solidFill>
                  <a:srgbClr val="00121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3920" name="Oval 16">
                <a:extLst>
                  <a:ext uri="{FF2B5EF4-FFF2-40B4-BE49-F238E27FC236}">
                    <a16:creationId xmlns:a16="http://schemas.microsoft.com/office/drawing/2014/main" id="{B7F78C81-0317-3D59-3A72-A4571822C7D3}"/>
                  </a:ext>
                </a:extLst>
              </p:cNvPr>
              <p:cNvSpPr>
                <a:spLocks noChangeArrowheads="1"/>
              </p:cNvSpPr>
              <p:nvPr/>
            </p:nvSpPr>
            <p:spPr bwMode="auto">
              <a:xfrm>
                <a:off x="680" y="3024"/>
                <a:ext cx="96" cy="96"/>
              </a:xfrm>
              <a:prstGeom prst="ellipse">
                <a:avLst/>
              </a:prstGeom>
              <a:solidFill>
                <a:schemeClr val="tx1"/>
              </a:solidFill>
              <a:ln w="28575">
                <a:solidFill>
                  <a:srgbClr val="00121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3921" name="Line 17">
                <a:extLst>
                  <a:ext uri="{FF2B5EF4-FFF2-40B4-BE49-F238E27FC236}">
                    <a16:creationId xmlns:a16="http://schemas.microsoft.com/office/drawing/2014/main" id="{60A1648A-6FA0-D0C0-162D-47BB7FBD1C57}"/>
                  </a:ext>
                </a:extLst>
              </p:cNvPr>
              <p:cNvSpPr>
                <a:spLocks noChangeShapeType="1"/>
              </p:cNvSpPr>
              <p:nvPr/>
            </p:nvSpPr>
            <p:spPr bwMode="auto">
              <a:xfrm>
                <a:off x="1320" y="2784"/>
                <a:ext cx="0" cy="576"/>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aphicFrame>
            <p:nvGraphicFramePr>
              <p:cNvPr id="123922" name="Object 18">
                <a:extLst>
                  <a:ext uri="{FF2B5EF4-FFF2-40B4-BE49-F238E27FC236}">
                    <a16:creationId xmlns:a16="http://schemas.microsoft.com/office/drawing/2014/main" id="{A6ED89DA-ED33-DE59-C84B-AA6DF267C9D9}"/>
                  </a:ext>
                </a:extLst>
              </p:cNvPr>
              <p:cNvGraphicFramePr>
                <a:graphicFrameLocks noChangeAspect="1"/>
              </p:cNvGraphicFramePr>
              <p:nvPr/>
            </p:nvGraphicFramePr>
            <p:xfrm>
              <a:off x="1632" y="2352"/>
              <a:ext cx="312" cy="260"/>
            </p:xfrm>
            <a:graphic>
              <a:graphicData uri="http://schemas.openxmlformats.org/presentationml/2006/ole">
                <mc:AlternateContent xmlns:mc="http://schemas.openxmlformats.org/markup-compatibility/2006">
                  <mc:Choice xmlns:v="urn:schemas-microsoft-com:vml" Requires="v">
                    <p:oleObj name="Equation" r:id="rId2" imgW="228600" imgH="190440" progId="Equation.DSMT4">
                      <p:embed/>
                    </p:oleObj>
                  </mc:Choice>
                  <mc:Fallback>
                    <p:oleObj name="Equation" r:id="rId2" imgW="228600" imgH="190440" progId="Equation.DSMT4">
                      <p:embed/>
                      <p:pic>
                        <p:nvPicPr>
                          <p:cNvPr id="0" name="Object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2" y="2352"/>
                            <a:ext cx="312" cy="2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3923" name="Object 19">
                <a:extLst>
                  <a:ext uri="{FF2B5EF4-FFF2-40B4-BE49-F238E27FC236}">
                    <a16:creationId xmlns:a16="http://schemas.microsoft.com/office/drawing/2014/main" id="{E5D3CF08-4A1C-41AA-18F8-1CB0A91C12FD}"/>
                  </a:ext>
                </a:extLst>
              </p:cNvPr>
              <p:cNvGraphicFramePr>
                <a:graphicFrameLocks noChangeAspect="1"/>
              </p:cNvGraphicFramePr>
              <p:nvPr/>
            </p:nvGraphicFramePr>
            <p:xfrm>
              <a:off x="2112" y="2880"/>
              <a:ext cx="192" cy="176"/>
            </p:xfrm>
            <a:graphic>
              <a:graphicData uri="http://schemas.openxmlformats.org/presentationml/2006/ole">
                <mc:AlternateContent xmlns:mc="http://schemas.openxmlformats.org/markup-compatibility/2006">
                  <mc:Choice xmlns:v="urn:schemas-microsoft-com:vml" Requires="v">
                    <p:oleObj name="Equation" r:id="rId4" imgW="152280" imgH="139680" progId="Equation.DSMT4">
                      <p:embed/>
                    </p:oleObj>
                  </mc:Choice>
                  <mc:Fallback>
                    <p:oleObj name="Equation" r:id="rId4" imgW="152280" imgH="139680" progId="Equation.DSMT4">
                      <p:embed/>
                      <p:pic>
                        <p:nvPicPr>
                          <p:cNvPr id="0" name="Object 1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12" y="2880"/>
                            <a:ext cx="192" cy="1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23924" name="Rectangle 20">
              <a:extLst>
                <a:ext uri="{FF2B5EF4-FFF2-40B4-BE49-F238E27FC236}">
                  <a16:creationId xmlns:a16="http://schemas.microsoft.com/office/drawing/2014/main" id="{E53FDB99-294E-10A4-5722-B1CCBCDBAD5E}"/>
                </a:ext>
              </a:extLst>
            </p:cNvPr>
            <p:cNvSpPr>
              <a:spLocks noChangeArrowheads="1"/>
            </p:cNvSpPr>
            <p:nvPr/>
          </p:nvSpPr>
          <p:spPr bwMode="auto">
            <a:xfrm>
              <a:off x="1440" y="3696"/>
              <a:ext cx="1270" cy="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b="1">
                  <a:solidFill>
                    <a:srgbClr val="000066"/>
                  </a:solidFill>
                  <a:latin typeface="楷体_GB2312" pitchFamily="49" charset="-122"/>
                  <a:ea typeface="楷体_GB2312" pitchFamily="49" charset="-122"/>
                </a:rPr>
                <a:t>最小相位系统</a:t>
              </a:r>
            </a:p>
          </p:txBody>
        </p:sp>
      </p:grpSp>
      <p:grpSp>
        <p:nvGrpSpPr>
          <p:cNvPr id="123925" name="Group 21">
            <a:extLst>
              <a:ext uri="{FF2B5EF4-FFF2-40B4-BE49-F238E27FC236}">
                <a16:creationId xmlns:a16="http://schemas.microsoft.com/office/drawing/2014/main" id="{81F1A1B3-B591-C2BC-8DAA-9154A7381C28}"/>
              </a:ext>
            </a:extLst>
          </p:cNvPr>
          <p:cNvGrpSpPr>
            <a:grpSpLocks/>
          </p:cNvGrpSpPr>
          <p:nvPr/>
        </p:nvGrpSpPr>
        <p:grpSpPr bwMode="auto">
          <a:xfrm>
            <a:off x="5089525" y="3141663"/>
            <a:ext cx="4054475" cy="3619500"/>
            <a:chOff x="3206" y="2340"/>
            <a:chExt cx="2146" cy="1583"/>
          </a:xfrm>
        </p:grpSpPr>
        <p:grpSp>
          <p:nvGrpSpPr>
            <p:cNvPr id="123926" name="Group 22">
              <a:extLst>
                <a:ext uri="{FF2B5EF4-FFF2-40B4-BE49-F238E27FC236}">
                  <a16:creationId xmlns:a16="http://schemas.microsoft.com/office/drawing/2014/main" id="{1ED92588-5759-2A93-1927-368D1F341BA0}"/>
                </a:ext>
              </a:extLst>
            </p:cNvPr>
            <p:cNvGrpSpPr>
              <a:grpSpLocks/>
            </p:cNvGrpSpPr>
            <p:nvPr/>
          </p:nvGrpSpPr>
          <p:grpSpPr bwMode="auto">
            <a:xfrm>
              <a:off x="3206" y="2340"/>
              <a:ext cx="2146" cy="1356"/>
              <a:chOff x="3046" y="2340"/>
              <a:chExt cx="2146" cy="1356"/>
            </a:xfrm>
          </p:grpSpPr>
          <p:sp>
            <p:nvSpPr>
              <p:cNvPr id="123927" name="Line 23">
                <a:extLst>
                  <a:ext uri="{FF2B5EF4-FFF2-40B4-BE49-F238E27FC236}">
                    <a16:creationId xmlns:a16="http://schemas.microsoft.com/office/drawing/2014/main" id="{4C9E3B38-821C-0088-456B-1A1ABC0BC1B6}"/>
                  </a:ext>
                </a:extLst>
              </p:cNvPr>
              <p:cNvSpPr>
                <a:spLocks noChangeShapeType="1"/>
              </p:cNvSpPr>
              <p:nvPr/>
            </p:nvSpPr>
            <p:spPr bwMode="auto">
              <a:xfrm>
                <a:off x="3046" y="3072"/>
                <a:ext cx="2112" cy="0"/>
              </a:xfrm>
              <a:prstGeom prst="line">
                <a:avLst/>
              </a:prstGeom>
              <a:noFill/>
              <a:ln w="19050">
                <a:solidFill>
                  <a:srgbClr val="00121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3928" name="Line 24">
                <a:extLst>
                  <a:ext uri="{FF2B5EF4-FFF2-40B4-BE49-F238E27FC236}">
                    <a16:creationId xmlns:a16="http://schemas.microsoft.com/office/drawing/2014/main" id="{C27EC9EB-9A57-C3D2-74E7-E6E6E6AF91F9}"/>
                  </a:ext>
                </a:extLst>
              </p:cNvPr>
              <p:cNvSpPr>
                <a:spLocks noChangeShapeType="1"/>
              </p:cNvSpPr>
              <p:nvPr/>
            </p:nvSpPr>
            <p:spPr bwMode="auto">
              <a:xfrm flipV="1">
                <a:off x="4056" y="2400"/>
                <a:ext cx="0" cy="1296"/>
              </a:xfrm>
              <a:prstGeom prst="line">
                <a:avLst/>
              </a:prstGeom>
              <a:noFill/>
              <a:ln w="19050">
                <a:solidFill>
                  <a:srgbClr val="00121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123929" name="Group 25">
                <a:extLst>
                  <a:ext uri="{FF2B5EF4-FFF2-40B4-BE49-F238E27FC236}">
                    <a16:creationId xmlns:a16="http://schemas.microsoft.com/office/drawing/2014/main" id="{99F72610-AB27-9FC3-ABE9-2F20F580845A}"/>
                  </a:ext>
                </a:extLst>
              </p:cNvPr>
              <p:cNvGrpSpPr>
                <a:grpSpLocks/>
              </p:cNvGrpSpPr>
              <p:nvPr/>
            </p:nvGrpSpPr>
            <p:grpSpPr bwMode="auto">
              <a:xfrm>
                <a:off x="3186" y="3024"/>
                <a:ext cx="91" cy="96"/>
                <a:chOff x="4276" y="2159"/>
                <a:chExt cx="88" cy="88"/>
              </a:xfrm>
            </p:grpSpPr>
            <p:sp>
              <p:nvSpPr>
                <p:cNvPr id="123930" name="Line 26">
                  <a:extLst>
                    <a:ext uri="{FF2B5EF4-FFF2-40B4-BE49-F238E27FC236}">
                      <a16:creationId xmlns:a16="http://schemas.microsoft.com/office/drawing/2014/main" id="{EB69D932-753E-4830-060C-CB9F4570A814}"/>
                    </a:ext>
                  </a:extLst>
                </p:cNvPr>
                <p:cNvSpPr>
                  <a:spLocks noChangeShapeType="1"/>
                </p:cNvSpPr>
                <p:nvPr/>
              </p:nvSpPr>
              <p:spPr bwMode="auto">
                <a:xfrm flipH="1">
                  <a:off x="4276" y="2159"/>
                  <a:ext cx="88" cy="88"/>
                </a:xfrm>
                <a:prstGeom prst="line">
                  <a:avLst/>
                </a:prstGeom>
                <a:noFill/>
                <a:ln w="28575">
                  <a:solidFill>
                    <a:srgbClr val="006866"/>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23931" name="Line 27">
                  <a:extLst>
                    <a:ext uri="{FF2B5EF4-FFF2-40B4-BE49-F238E27FC236}">
                      <a16:creationId xmlns:a16="http://schemas.microsoft.com/office/drawing/2014/main" id="{DBEBF789-6955-978E-2F2A-45CE8E664133}"/>
                    </a:ext>
                  </a:extLst>
                </p:cNvPr>
                <p:cNvSpPr>
                  <a:spLocks noChangeShapeType="1"/>
                </p:cNvSpPr>
                <p:nvPr/>
              </p:nvSpPr>
              <p:spPr bwMode="auto">
                <a:xfrm>
                  <a:off x="4276" y="2159"/>
                  <a:ext cx="88" cy="88"/>
                </a:xfrm>
                <a:prstGeom prst="line">
                  <a:avLst/>
                </a:prstGeom>
                <a:noFill/>
                <a:ln w="28575">
                  <a:solidFill>
                    <a:srgbClr val="006866"/>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123932" name="Group 28">
                <a:extLst>
                  <a:ext uri="{FF2B5EF4-FFF2-40B4-BE49-F238E27FC236}">
                    <a16:creationId xmlns:a16="http://schemas.microsoft.com/office/drawing/2014/main" id="{5F1E922C-1BAA-92DE-2CFA-BA831BE725F7}"/>
                  </a:ext>
                </a:extLst>
              </p:cNvPr>
              <p:cNvGrpSpPr>
                <a:grpSpLocks/>
              </p:cNvGrpSpPr>
              <p:nvPr/>
            </p:nvGrpSpPr>
            <p:grpSpPr bwMode="auto">
              <a:xfrm>
                <a:off x="3854" y="3024"/>
                <a:ext cx="91" cy="96"/>
                <a:chOff x="4276" y="2159"/>
                <a:chExt cx="88" cy="88"/>
              </a:xfrm>
            </p:grpSpPr>
            <p:sp>
              <p:nvSpPr>
                <p:cNvPr id="123933" name="Line 29">
                  <a:extLst>
                    <a:ext uri="{FF2B5EF4-FFF2-40B4-BE49-F238E27FC236}">
                      <a16:creationId xmlns:a16="http://schemas.microsoft.com/office/drawing/2014/main" id="{4A45B804-B5C6-A6E5-DAE1-EC447402346F}"/>
                    </a:ext>
                  </a:extLst>
                </p:cNvPr>
                <p:cNvSpPr>
                  <a:spLocks noChangeShapeType="1"/>
                </p:cNvSpPr>
                <p:nvPr/>
              </p:nvSpPr>
              <p:spPr bwMode="auto">
                <a:xfrm flipH="1">
                  <a:off x="4276" y="2159"/>
                  <a:ext cx="88" cy="88"/>
                </a:xfrm>
                <a:prstGeom prst="line">
                  <a:avLst/>
                </a:prstGeom>
                <a:noFill/>
                <a:ln w="28575">
                  <a:solidFill>
                    <a:srgbClr val="FF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23934" name="Line 30">
                  <a:extLst>
                    <a:ext uri="{FF2B5EF4-FFF2-40B4-BE49-F238E27FC236}">
                      <a16:creationId xmlns:a16="http://schemas.microsoft.com/office/drawing/2014/main" id="{58F8D46E-018E-8B17-CE15-813F975BF874}"/>
                    </a:ext>
                  </a:extLst>
                </p:cNvPr>
                <p:cNvSpPr>
                  <a:spLocks noChangeShapeType="1"/>
                </p:cNvSpPr>
                <p:nvPr/>
              </p:nvSpPr>
              <p:spPr bwMode="auto">
                <a:xfrm>
                  <a:off x="4276" y="2159"/>
                  <a:ext cx="88" cy="88"/>
                </a:xfrm>
                <a:prstGeom prst="line">
                  <a:avLst/>
                </a:prstGeom>
                <a:noFill/>
                <a:ln w="28575">
                  <a:solidFill>
                    <a:srgbClr val="FF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123935" name="Oval 31">
                <a:extLst>
                  <a:ext uri="{FF2B5EF4-FFF2-40B4-BE49-F238E27FC236}">
                    <a16:creationId xmlns:a16="http://schemas.microsoft.com/office/drawing/2014/main" id="{C027D1E0-9335-DDDE-0284-19493057E176}"/>
                  </a:ext>
                </a:extLst>
              </p:cNvPr>
              <p:cNvSpPr>
                <a:spLocks noChangeArrowheads="1"/>
              </p:cNvSpPr>
              <p:nvPr/>
            </p:nvSpPr>
            <p:spPr bwMode="auto">
              <a:xfrm>
                <a:off x="4176" y="3024"/>
                <a:ext cx="96" cy="96"/>
              </a:xfrm>
              <a:prstGeom prst="ellipse">
                <a:avLst/>
              </a:prstGeom>
              <a:solidFill>
                <a:srgbClr val="FF0000"/>
              </a:solidFill>
              <a:ln w="28575">
                <a:solidFill>
                  <a:srgbClr val="00121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3936" name="Oval 32">
                <a:extLst>
                  <a:ext uri="{FF2B5EF4-FFF2-40B4-BE49-F238E27FC236}">
                    <a16:creationId xmlns:a16="http://schemas.microsoft.com/office/drawing/2014/main" id="{725567F0-CE99-79BA-082E-731DC620EA9D}"/>
                  </a:ext>
                </a:extLst>
              </p:cNvPr>
              <p:cNvSpPr>
                <a:spLocks noChangeArrowheads="1"/>
              </p:cNvSpPr>
              <p:nvPr/>
            </p:nvSpPr>
            <p:spPr bwMode="auto">
              <a:xfrm>
                <a:off x="4800" y="3024"/>
                <a:ext cx="96" cy="96"/>
              </a:xfrm>
              <a:prstGeom prst="ellipse">
                <a:avLst/>
              </a:prstGeom>
              <a:solidFill>
                <a:schemeClr val="tx1"/>
              </a:solidFill>
              <a:ln w="28575">
                <a:solidFill>
                  <a:srgbClr val="00121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aphicFrame>
            <p:nvGraphicFramePr>
              <p:cNvPr id="123937" name="Object 33">
                <a:extLst>
                  <a:ext uri="{FF2B5EF4-FFF2-40B4-BE49-F238E27FC236}">
                    <a16:creationId xmlns:a16="http://schemas.microsoft.com/office/drawing/2014/main" id="{93F58AE9-BB75-DFEE-4EDA-6FE2B37D4777}"/>
                  </a:ext>
                </a:extLst>
              </p:cNvPr>
              <p:cNvGraphicFramePr>
                <a:graphicFrameLocks noChangeAspect="1"/>
              </p:cNvGraphicFramePr>
              <p:nvPr/>
            </p:nvGraphicFramePr>
            <p:xfrm>
              <a:off x="4060" y="2340"/>
              <a:ext cx="312" cy="260"/>
            </p:xfrm>
            <a:graphic>
              <a:graphicData uri="http://schemas.openxmlformats.org/presentationml/2006/ole">
                <mc:AlternateContent xmlns:mc="http://schemas.openxmlformats.org/markup-compatibility/2006">
                  <mc:Choice xmlns:v="urn:schemas-microsoft-com:vml" Requires="v">
                    <p:oleObj name="Equation" r:id="rId2" imgW="228600" imgH="190440" progId="Equation.DSMT4">
                      <p:embed/>
                    </p:oleObj>
                  </mc:Choice>
                  <mc:Fallback>
                    <p:oleObj name="Equation" r:id="rId2" imgW="228600" imgH="190440" progId="Equation.DSMT4">
                      <p:embed/>
                      <p:pic>
                        <p:nvPicPr>
                          <p:cNvPr id="0" name="Object 3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0" y="2340"/>
                            <a:ext cx="312" cy="2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3938" name="Object 34">
                <a:extLst>
                  <a:ext uri="{FF2B5EF4-FFF2-40B4-BE49-F238E27FC236}">
                    <a16:creationId xmlns:a16="http://schemas.microsoft.com/office/drawing/2014/main" id="{C08A9A07-2F7F-D9BB-B6CD-FB08F5714B66}"/>
                  </a:ext>
                </a:extLst>
              </p:cNvPr>
              <p:cNvGraphicFramePr>
                <a:graphicFrameLocks noChangeAspect="1"/>
              </p:cNvGraphicFramePr>
              <p:nvPr/>
            </p:nvGraphicFramePr>
            <p:xfrm>
              <a:off x="5000" y="2880"/>
              <a:ext cx="192" cy="176"/>
            </p:xfrm>
            <a:graphic>
              <a:graphicData uri="http://schemas.openxmlformats.org/presentationml/2006/ole">
                <mc:AlternateContent xmlns:mc="http://schemas.openxmlformats.org/markup-compatibility/2006">
                  <mc:Choice xmlns:v="urn:schemas-microsoft-com:vml" Requires="v">
                    <p:oleObj name="Equation" r:id="rId4" imgW="152280" imgH="139680" progId="Equation.DSMT4">
                      <p:embed/>
                    </p:oleObj>
                  </mc:Choice>
                  <mc:Fallback>
                    <p:oleObj name="Equation" r:id="rId4" imgW="152280" imgH="139680" progId="Equation.DSMT4">
                      <p:embed/>
                      <p:pic>
                        <p:nvPicPr>
                          <p:cNvPr id="0" name="Object 3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00" y="2880"/>
                            <a:ext cx="192" cy="1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23939" name="Rectangle 35">
              <a:extLst>
                <a:ext uri="{FF2B5EF4-FFF2-40B4-BE49-F238E27FC236}">
                  <a16:creationId xmlns:a16="http://schemas.microsoft.com/office/drawing/2014/main" id="{9FB224D7-C33A-7197-DCA9-AD37794F6506}"/>
                </a:ext>
              </a:extLst>
            </p:cNvPr>
            <p:cNvSpPr>
              <a:spLocks noChangeArrowheads="1"/>
            </p:cNvSpPr>
            <p:nvPr/>
          </p:nvSpPr>
          <p:spPr bwMode="auto">
            <a:xfrm>
              <a:off x="3696" y="3696"/>
              <a:ext cx="854"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b="1">
                  <a:solidFill>
                    <a:srgbClr val="000066"/>
                  </a:solidFill>
                  <a:latin typeface="楷体_GB2312" pitchFamily="49" charset="-122"/>
                  <a:ea typeface="楷体_GB2312" pitchFamily="49" charset="-122"/>
                </a:rPr>
                <a:t>全通系统</a:t>
              </a:r>
            </a:p>
          </p:txBody>
        </p:sp>
      </p:grpSp>
      <p:grpSp>
        <p:nvGrpSpPr>
          <p:cNvPr id="123940" name="Group 36">
            <a:extLst>
              <a:ext uri="{FF2B5EF4-FFF2-40B4-BE49-F238E27FC236}">
                <a16:creationId xmlns:a16="http://schemas.microsoft.com/office/drawing/2014/main" id="{DDBF600C-F770-EC9A-A6A5-441C6E6BE16A}"/>
              </a:ext>
            </a:extLst>
          </p:cNvPr>
          <p:cNvGrpSpPr>
            <a:grpSpLocks/>
          </p:cNvGrpSpPr>
          <p:nvPr/>
        </p:nvGrpSpPr>
        <p:grpSpPr bwMode="auto">
          <a:xfrm>
            <a:off x="2484438" y="0"/>
            <a:ext cx="4103687" cy="3284538"/>
            <a:chOff x="1918" y="576"/>
            <a:chExt cx="2114" cy="1618"/>
          </a:xfrm>
        </p:grpSpPr>
        <p:grpSp>
          <p:nvGrpSpPr>
            <p:cNvPr id="123941" name="Group 37">
              <a:extLst>
                <a:ext uri="{FF2B5EF4-FFF2-40B4-BE49-F238E27FC236}">
                  <a16:creationId xmlns:a16="http://schemas.microsoft.com/office/drawing/2014/main" id="{8EE73469-0076-285B-7D78-AE54464C67F4}"/>
                </a:ext>
              </a:extLst>
            </p:cNvPr>
            <p:cNvGrpSpPr>
              <a:grpSpLocks/>
            </p:cNvGrpSpPr>
            <p:nvPr/>
          </p:nvGrpSpPr>
          <p:grpSpPr bwMode="auto">
            <a:xfrm>
              <a:off x="1918" y="576"/>
              <a:ext cx="2114" cy="1344"/>
              <a:chOff x="1918" y="576"/>
              <a:chExt cx="2114" cy="1344"/>
            </a:xfrm>
          </p:grpSpPr>
          <p:sp>
            <p:nvSpPr>
              <p:cNvPr id="123942" name="Line 38">
                <a:extLst>
                  <a:ext uri="{FF2B5EF4-FFF2-40B4-BE49-F238E27FC236}">
                    <a16:creationId xmlns:a16="http://schemas.microsoft.com/office/drawing/2014/main" id="{6255EF6F-DEBE-67F5-88D3-3AF79C54516A}"/>
                  </a:ext>
                </a:extLst>
              </p:cNvPr>
              <p:cNvSpPr>
                <a:spLocks noChangeShapeType="1"/>
              </p:cNvSpPr>
              <p:nvPr/>
            </p:nvSpPr>
            <p:spPr bwMode="auto">
              <a:xfrm>
                <a:off x="1918" y="1296"/>
                <a:ext cx="2112" cy="0"/>
              </a:xfrm>
              <a:prstGeom prst="line">
                <a:avLst/>
              </a:prstGeom>
              <a:noFill/>
              <a:ln w="19050">
                <a:solidFill>
                  <a:srgbClr val="00121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3943" name="Line 39">
                <a:extLst>
                  <a:ext uri="{FF2B5EF4-FFF2-40B4-BE49-F238E27FC236}">
                    <a16:creationId xmlns:a16="http://schemas.microsoft.com/office/drawing/2014/main" id="{352BFCFF-A381-D8DB-8C5B-ED57E5E90B3F}"/>
                  </a:ext>
                </a:extLst>
              </p:cNvPr>
              <p:cNvSpPr>
                <a:spLocks noChangeShapeType="1"/>
              </p:cNvSpPr>
              <p:nvPr/>
            </p:nvSpPr>
            <p:spPr bwMode="auto">
              <a:xfrm flipV="1">
                <a:off x="2928" y="624"/>
                <a:ext cx="0" cy="1296"/>
              </a:xfrm>
              <a:prstGeom prst="line">
                <a:avLst/>
              </a:prstGeom>
              <a:noFill/>
              <a:ln w="19050">
                <a:solidFill>
                  <a:srgbClr val="00121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123944" name="Group 40">
                <a:extLst>
                  <a:ext uri="{FF2B5EF4-FFF2-40B4-BE49-F238E27FC236}">
                    <a16:creationId xmlns:a16="http://schemas.microsoft.com/office/drawing/2014/main" id="{25C65713-3071-7F1C-72BD-600E004B859F}"/>
                  </a:ext>
                </a:extLst>
              </p:cNvPr>
              <p:cNvGrpSpPr>
                <a:grpSpLocks/>
              </p:cNvGrpSpPr>
              <p:nvPr/>
            </p:nvGrpSpPr>
            <p:grpSpPr bwMode="auto">
              <a:xfrm>
                <a:off x="2208" y="1248"/>
                <a:ext cx="91" cy="96"/>
                <a:chOff x="4276" y="2159"/>
                <a:chExt cx="88" cy="88"/>
              </a:xfrm>
            </p:grpSpPr>
            <p:sp>
              <p:nvSpPr>
                <p:cNvPr id="123945" name="Line 41">
                  <a:extLst>
                    <a:ext uri="{FF2B5EF4-FFF2-40B4-BE49-F238E27FC236}">
                      <a16:creationId xmlns:a16="http://schemas.microsoft.com/office/drawing/2014/main" id="{67392F17-5D70-E2A6-7049-AA0BE1A1138B}"/>
                    </a:ext>
                  </a:extLst>
                </p:cNvPr>
                <p:cNvSpPr>
                  <a:spLocks noChangeShapeType="1"/>
                </p:cNvSpPr>
                <p:nvPr/>
              </p:nvSpPr>
              <p:spPr bwMode="auto">
                <a:xfrm flipH="1">
                  <a:off x="4276" y="2159"/>
                  <a:ext cx="88" cy="88"/>
                </a:xfrm>
                <a:prstGeom prst="line">
                  <a:avLst/>
                </a:prstGeom>
                <a:noFill/>
                <a:ln w="28575">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23946" name="Line 42">
                  <a:extLst>
                    <a:ext uri="{FF2B5EF4-FFF2-40B4-BE49-F238E27FC236}">
                      <a16:creationId xmlns:a16="http://schemas.microsoft.com/office/drawing/2014/main" id="{DCD92F65-12A0-1D5F-454C-88D1DF92A1EA}"/>
                    </a:ext>
                  </a:extLst>
                </p:cNvPr>
                <p:cNvSpPr>
                  <a:spLocks noChangeShapeType="1"/>
                </p:cNvSpPr>
                <p:nvPr/>
              </p:nvSpPr>
              <p:spPr bwMode="auto">
                <a:xfrm>
                  <a:off x="4276" y="2159"/>
                  <a:ext cx="88" cy="88"/>
                </a:xfrm>
                <a:prstGeom prst="line">
                  <a:avLst/>
                </a:prstGeom>
                <a:noFill/>
                <a:ln w="28575">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123947" name="Group 43">
                <a:extLst>
                  <a:ext uri="{FF2B5EF4-FFF2-40B4-BE49-F238E27FC236}">
                    <a16:creationId xmlns:a16="http://schemas.microsoft.com/office/drawing/2014/main" id="{6BB93E67-BA35-804E-CD0F-CBB8B62F4C0C}"/>
                  </a:ext>
                </a:extLst>
              </p:cNvPr>
              <p:cNvGrpSpPr>
                <a:grpSpLocks/>
              </p:cNvGrpSpPr>
              <p:nvPr/>
            </p:nvGrpSpPr>
            <p:grpSpPr bwMode="auto">
              <a:xfrm>
                <a:off x="2592" y="960"/>
                <a:ext cx="91" cy="96"/>
                <a:chOff x="4276" y="2159"/>
                <a:chExt cx="88" cy="88"/>
              </a:xfrm>
            </p:grpSpPr>
            <p:sp>
              <p:nvSpPr>
                <p:cNvPr id="123948" name="Line 44">
                  <a:extLst>
                    <a:ext uri="{FF2B5EF4-FFF2-40B4-BE49-F238E27FC236}">
                      <a16:creationId xmlns:a16="http://schemas.microsoft.com/office/drawing/2014/main" id="{F9C8E188-8C2D-270F-9C20-D14913E49953}"/>
                    </a:ext>
                  </a:extLst>
                </p:cNvPr>
                <p:cNvSpPr>
                  <a:spLocks noChangeShapeType="1"/>
                </p:cNvSpPr>
                <p:nvPr/>
              </p:nvSpPr>
              <p:spPr bwMode="auto">
                <a:xfrm flipH="1">
                  <a:off x="4276" y="2159"/>
                  <a:ext cx="88" cy="88"/>
                </a:xfrm>
                <a:prstGeom prst="line">
                  <a:avLst/>
                </a:prstGeom>
                <a:noFill/>
                <a:ln w="28575">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23949" name="Line 45">
                  <a:extLst>
                    <a:ext uri="{FF2B5EF4-FFF2-40B4-BE49-F238E27FC236}">
                      <a16:creationId xmlns:a16="http://schemas.microsoft.com/office/drawing/2014/main" id="{2EB30AE7-7D89-C2C2-C4E4-56C89F323A8E}"/>
                    </a:ext>
                  </a:extLst>
                </p:cNvPr>
                <p:cNvSpPr>
                  <a:spLocks noChangeShapeType="1"/>
                </p:cNvSpPr>
                <p:nvPr/>
              </p:nvSpPr>
              <p:spPr bwMode="auto">
                <a:xfrm>
                  <a:off x="4276" y="2159"/>
                  <a:ext cx="88" cy="88"/>
                </a:xfrm>
                <a:prstGeom prst="line">
                  <a:avLst/>
                </a:prstGeom>
                <a:noFill/>
                <a:ln w="28575">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123950" name="Group 46">
                <a:extLst>
                  <a:ext uri="{FF2B5EF4-FFF2-40B4-BE49-F238E27FC236}">
                    <a16:creationId xmlns:a16="http://schemas.microsoft.com/office/drawing/2014/main" id="{73659697-FF1D-0385-46DB-B96852EB4292}"/>
                  </a:ext>
                </a:extLst>
              </p:cNvPr>
              <p:cNvGrpSpPr>
                <a:grpSpLocks/>
              </p:cNvGrpSpPr>
              <p:nvPr/>
            </p:nvGrpSpPr>
            <p:grpSpPr bwMode="auto">
              <a:xfrm>
                <a:off x="2592" y="1538"/>
                <a:ext cx="91" cy="96"/>
                <a:chOff x="4276" y="2159"/>
                <a:chExt cx="88" cy="88"/>
              </a:xfrm>
            </p:grpSpPr>
            <p:sp>
              <p:nvSpPr>
                <p:cNvPr id="123951" name="Line 47">
                  <a:extLst>
                    <a:ext uri="{FF2B5EF4-FFF2-40B4-BE49-F238E27FC236}">
                      <a16:creationId xmlns:a16="http://schemas.microsoft.com/office/drawing/2014/main" id="{0898ADCF-452E-367E-391A-CEFA2E7DA2A7}"/>
                    </a:ext>
                  </a:extLst>
                </p:cNvPr>
                <p:cNvSpPr>
                  <a:spLocks noChangeShapeType="1"/>
                </p:cNvSpPr>
                <p:nvPr/>
              </p:nvSpPr>
              <p:spPr bwMode="auto">
                <a:xfrm flipH="1">
                  <a:off x="4276" y="2159"/>
                  <a:ext cx="88" cy="88"/>
                </a:xfrm>
                <a:prstGeom prst="line">
                  <a:avLst/>
                </a:prstGeom>
                <a:noFill/>
                <a:ln w="28575">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23952" name="Line 48">
                  <a:extLst>
                    <a:ext uri="{FF2B5EF4-FFF2-40B4-BE49-F238E27FC236}">
                      <a16:creationId xmlns:a16="http://schemas.microsoft.com/office/drawing/2014/main" id="{B9714D3F-54FD-330A-B31B-9F2D932FCC4F}"/>
                    </a:ext>
                  </a:extLst>
                </p:cNvPr>
                <p:cNvSpPr>
                  <a:spLocks noChangeShapeType="1"/>
                </p:cNvSpPr>
                <p:nvPr/>
              </p:nvSpPr>
              <p:spPr bwMode="auto">
                <a:xfrm>
                  <a:off x="4276" y="2159"/>
                  <a:ext cx="88" cy="88"/>
                </a:xfrm>
                <a:prstGeom prst="line">
                  <a:avLst/>
                </a:prstGeom>
                <a:noFill/>
                <a:ln w="28575">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123953" name="Oval 49">
                <a:extLst>
                  <a:ext uri="{FF2B5EF4-FFF2-40B4-BE49-F238E27FC236}">
                    <a16:creationId xmlns:a16="http://schemas.microsoft.com/office/drawing/2014/main" id="{91CD4CD7-71D8-D5ED-EB8C-0837C8B52FD9}"/>
                  </a:ext>
                </a:extLst>
              </p:cNvPr>
              <p:cNvSpPr>
                <a:spLocks noChangeArrowheads="1"/>
              </p:cNvSpPr>
              <p:nvPr/>
            </p:nvSpPr>
            <p:spPr bwMode="auto">
              <a:xfrm>
                <a:off x="3048" y="1248"/>
                <a:ext cx="96" cy="96"/>
              </a:xfrm>
              <a:prstGeom prst="ellipse">
                <a:avLst/>
              </a:prstGeom>
              <a:solidFill>
                <a:srgbClr val="FF0000"/>
              </a:solidFill>
              <a:ln w="28575">
                <a:solidFill>
                  <a:srgbClr val="00121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3954" name="Oval 50">
                <a:extLst>
                  <a:ext uri="{FF2B5EF4-FFF2-40B4-BE49-F238E27FC236}">
                    <a16:creationId xmlns:a16="http://schemas.microsoft.com/office/drawing/2014/main" id="{6D0C13A2-A8F3-5DC4-5D9A-D2710DE0C4E8}"/>
                  </a:ext>
                </a:extLst>
              </p:cNvPr>
              <p:cNvSpPr>
                <a:spLocks noChangeArrowheads="1"/>
              </p:cNvSpPr>
              <p:nvPr/>
            </p:nvSpPr>
            <p:spPr bwMode="auto">
              <a:xfrm>
                <a:off x="3672" y="1248"/>
                <a:ext cx="96" cy="96"/>
              </a:xfrm>
              <a:prstGeom prst="ellipse">
                <a:avLst/>
              </a:prstGeom>
              <a:solidFill>
                <a:schemeClr val="tx1"/>
              </a:solidFill>
              <a:ln w="28575">
                <a:solidFill>
                  <a:srgbClr val="00121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3955" name="Line 51">
                <a:extLst>
                  <a:ext uri="{FF2B5EF4-FFF2-40B4-BE49-F238E27FC236}">
                    <a16:creationId xmlns:a16="http://schemas.microsoft.com/office/drawing/2014/main" id="{D4F8887E-3F8C-F49A-DD40-0CF5C0417D22}"/>
                  </a:ext>
                </a:extLst>
              </p:cNvPr>
              <p:cNvSpPr>
                <a:spLocks noChangeShapeType="1"/>
              </p:cNvSpPr>
              <p:nvPr/>
            </p:nvSpPr>
            <p:spPr bwMode="auto">
              <a:xfrm>
                <a:off x="2640" y="1008"/>
                <a:ext cx="0" cy="576"/>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aphicFrame>
            <p:nvGraphicFramePr>
              <p:cNvPr id="123956" name="Object 52">
                <a:extLst>
                  <a:ext uri="{FF2B5EF4-FFF2-40B4-BE49-F238E27FC236}">
                    <a16:creationId xmlns:a16="http://schemas.microsoft.com/office/drawing/2014/main" id="{98788398-1D84-BF68-8107-057C481D4BD3}"/>
                  </a:ext>
                </a:extLst>
              </p:cNvPr>
              <p:cNvGraphicFramePr>
                <a:graphicFrameLocks noChangeAspect="1"/>
              </p:cNvGraphicFramePr>
              <p:nvPr/>
            </p:nvGraphicFramePr>
            <p:xfrm>
              <a:off x="2936" y="576"/>
              <a:ext cx="312" cy="260"/>
            </p:xfrm>
            <a:graphic>
              <a:graphicData uri="http://schemas.openxmlformats.org/presentationml/2006/ole">
                <mc:AlternateContent xmlns:mc="http://schemas.openxmlformats.org/markup-compatibility/2006">
                  <mc:Choice xmlns:v="urn:schemas-microsoft-com:vml" Requires="v">
                    <p:oleObj name="Equation" r:id="rId6" imgW="228600" imgH="190440" progId="Equation.DSMT4">
                      <p:embed/>
                    </p:oleObj>
                  </mc:Choice>
                  <mc:Fallback>
                    <p:oleObj name="Equation" r:id="rId6" imgW="228600" imgH="190440" progId="Equation.DSMT4">
                      <p:embed/>
                      <p:pic>
                        <p:nvPicPr>
                          <p:cNvPr id="0" name="Object 5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36" y="576"/>
                            <a:ext cx="312" cy="2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3957" name="Object 53">
                <a:extLst>
                  <a:ext uri="{FF2B5EF4-FFF2-40B4-BE49-F238E27FC236}">
                    <a16:creationId xmlns:a16="http://schemas.microsoft.com/office/drawing/2014/main" id="{50F9004F-E121-553B-1764-F4F44A2C1B43}"/>
                  </a:ext>
                </a:extLst>
              </p:cNvPr>
              <p:cNvGraphicFramePr>
                <a:graphicFrameLocks noChangeAspect="1"/>
              </p:cNvGraphicFramePr>
              <p:nvPr/>
            </p:nvGraphicFramePr>
            <p:xfrm>
              <a:off x="3840" y="1104"/>
              <a:ext cx="192" cy="176"/>
            </p:xfrm>
            <a:graphic>
              <a:graphicData uri="http://schemas.openxmlformats.org/presentationml/2006/ole">
                <mc:AlternateContent xmlns:mc="http://schemas.openxmlformats.org/markup-compatibility/2006">
                  <mc:Choice xmlns:v="urn:schemas-microsoft-com:vml" Requires="v">
                    <p:oleObj name="Equation" r:id="rId4" imgW="152280" imgH="139680" progId="Equation.DSMT4">
                      <p:embed/>
                    </p:oleObj>
                  </mc:Choice>
                  <mc:Fallback>
                    <p:oleObj name="Equation" r:id="rId4" imgW="152280" imgH="139680" progId="Equation.DSMT4">
                      <p:embed/>
                      <p:pic>
                        <p:nvPicPr>
                          <p:cNvPr id="0" name="Object 5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40" y="1104"/>
                            <a:ext cx="192" cy="1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23958" name="Rectangle 54">
              <a:extLst>
                <a:ext uri="{FF2B5EF4-FFF2-40B4-BE49-F238E27FC236}">
                  <a16:creationId xmlns:a16="http://schemas.microsoft.com/office/drawing/2014/main" id="{71AD6DCD-EDCC-31A2-FB9D-CA706697B4EB}"/>
                </a:ext>
              </a:extLst>
            </p:cNvPr>
            <p:cNvSpPr>
              <a:spLocks noChangeArrowheads="1"/>
            </p:cNvSpPr>
            <p:nvPr/>
          </p:nvSpPr>
          <p:spPr bwMode="auto">
            <a:xfrm>
              <a:off x="2160" y="1938"/>
              <a:ext cx="1383" cy="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b="1">
                  <a:solidFill>
                    <a:srgbClr val="000066"/>
                  </a:solidFill>
                  <a:latin typeface="楷体_GB2312" pitchFamily="49" charset="-122"/>
                  <a:ea typeface="楷体_GB2312" pitchFamily="49" charset="-122"/>
                </a:rPr>
                <a:t>非最小相位系统</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23906"/>
                                        </p:tgtEl>
                                        <p:attrNameLst>
                                          <p:attrName>style.visibility</p:attrName>
                                        </p:attrNameLst>
                                      </p:cBhvr>
                                      <p:to>
                                        <p:strVal val="visible"/>
                                      </p:to>
                                    </p:set>
                                    <p:anim calcmode="lin" valueType="num">
                                      <p:cBhvr additive="base">
                                        <p:cTn id="7" dur="500" fill="hold"/>
                                        <p:tgtEl>
                                          <p:spTgt spid="123906"/>
                                        </p:tgtEl>
                                        <p:attrNameLst>
                                          <p:attrName>ppt_x</p:attrName>
                                        </p:attrNameLst>
                                      </p:cBhvr>
                                      <p:tavLst>
                                        <p:tav tm="0">
                                          <p:val>
                                            <p:strVal val="0-#ppt_w/2"/>
                                          </p:val>
                                        </p:tav>
                                        <p:tav tm="100000">
                                          <p:val>
                                            <p:strVal val="#ppt_x"/>
                                          </p:val>
                                        </p:tav>
                                      </p:tavLst>
                                    </p:anim>
                                    <p:anim calcmode="lin" valueType="num">
                                      <p:cBhvr additive="base">
                                        <p:cTn id="8" dur="500" fill="hold"/>
                                        <p:tgtEl>
                                          <p:spTgt spid="12390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23925"/>
                                        </p:tgtEl>
                                        <p:attrNameLst>
                                          <p:attrName>style.visibility</p:attrName>
                                        </p:attrNameLst>
                                      </p:cBhvr>
                                      <p:to>
                                        <p:strVal val="visible"/>
                                      </p:to>
                                    </p:set>
                                    <p:anim calcmode="lin" valueType="num">
                                      <p:cBhvr additive="base">
                                        <p:cTn id="13" dur="500" fill="hold"/>
                                        <p:tgtEl>
                                          <p:spTgt spid="123925"/>
                                        </p:tgtEl>
                                        <p:attrNameLst>
                                          <p:attrName>ppt_x</p:attrName>
                                        </p:attrNameLst>
                                      </p:cBhvr>
                                      <p:tavLst>
                                        <p:tav tm="0">
                                          <p:val>
                                            <p:strVal val="0-#ppt_w/2"/>
                                          </p:val>
                                        </p:tav>
                                        <p:tav tm="100000">
                                          <p:val>
                                            <p:strVal val="#ppt_x"/>
                                          </p:val>
                                        </p:tav>
                                      </p:tavLst>
                                    </p:anim>
                                    <p:anim calcmode="lin" valueType="num">
                                      <p:cBhvr additive="base">
                                        <p:cTn id="14" dur="500" fill="hold"/>
                                        <p:tgtEl>
                                          <p:spTgt spid="12392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68D3FC28-7C1A-B108-6306-B1D9553EFF9A}"/>
              </a:ext>
            </a:extLst>
          </p:cNvPr>
          <p:cNvSpPr>
            <a:spLocks noChangeArrowheads="1"/>
          </p:cNvSpPr>
          <p:nvPr/>
        </p:nvSpPr>
        <p:spPr bwMode="auto">
          <a:xfrm>
            <a:off x="1187450" y="836613"/>
            <a:ext cx="4787900" cy="56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gn="l"/>
            <a:r>
              <a:rPr lang="en-US" altLang="zh-CN" sz="2400" b="1">
                <a:solidFill>
                  <a:srgbClr val="000066"/>
                </a:solidFill>
                <a:latin typeface="Times New Roman" panose="02020603050405020304" pitchFamily="18" charset="0"/>
                <a:ea typeface="楷体_GB2312" pitchFamily="49" charset="-122"/>
              </a:rPr>
              <a:t>Some Laplace Transform Pairs</a:t>
            </a:r>
          </a:p>
        </p:txBody>
      </p:sp>
      <p:sp>
        <p:nvSpPr>
          <p:cNvPr id="53251" name="Rectangle 3">
            <a:extLst>
              <a:ext uri="{FF2B5EF4-FFF2-40B4-BE49-F238E27FC236}">
                <a16:creationId xmlns:a16="http://schemas.microsoft.com/office/drawing/2014/main" id="{1C283163-63C7-14AC-9445-B567DF8A0CC1}"/>
              </a:ext>
            </a:extLst>
          </p:cNvPr>
          <p:cNvSpPr>
            <a:spLocks noChangeArrowheads="1"/>
          </p:cNvSpPr>
          <p:nvPr/>
        </p:nvSpPr>
        <p:spPr bwMode="auto">
          <a:xfrm>
            <a:off x="539750" y="1484313"/>
            <a:ext cx="8135938" cy="5113337"/>
          </a:xfrm>
          <a:prstGeom prst="rect">
            <a:avLst/>
          </a:prstGeom>
          <a:solidFill>
            <a:schemeClr val="bg1"/>
          </a:solidFill>
          <a:ln w="38100" cmpd="dbl">
            <a:solidFill>
              <a:schemeClr val="tx1"/>
            </a:solidFill>
            <a:miter lim="800000"/>
            <a:headEnd/>
            <a:tailEnd/>
          </a:ln>
        </p:spPr>
        <p:txBody>
          <a:bodyPr wrap="none" anchor="ctr"/>
          <a:lstStyle/>
          <a:p>
            <a:endParaRPr lang="en-US"/>
          </a:p>
        </p:txBody>
      </p:sp>
      <p:sp>
        <p:nvSpPr>
          <p:cNvPr id="53252" name="Line 4">
            <a:extLst>
              <a:ext uri="{FF2B5EF4-FFF2-40B4-BE49-F238E27FC236}">
                <a16:creationId xmlns:a16="http://schemas.microsoft.com/office/drawing/2014/main" id="{615590E2-1E2E-D0E9-C9CD-7083B3D47459}"/>
              </a:ext>
            </a:extLst>
          </p:cNvPr>
          <p:cNvSpPr>
            <a:spLocks noChangeShapeType="1"/>
          </p:cNvSpPr>
          <p:nvPr/>
        </p:nvSpPr>
        <p:spPr bwMode="auto">
          <a:xfrm flipH="1">
            <a:off x="4572000" y="1557338"/>
            <a:ext cx="0" cy="504031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253" name="Line 5">
            <a:extLst>
              <a:ext uri="{FF2B5EF4-FFF2-40B4-BE49-F238E27FC236}">
                <a16:creationId xmlns:a16="http://schemas.microsoft.com/office/drawing/2014/main" id="{4CC99F65-4C34-F11E-0633-53ECEC9AED62}"/>
              </a:ext>
            </a:extLst>
          </p:cNvPr>
          <p:cNvSpPr>
            <a:spLocks noChangeShapeType="1"/>
          </p:cNvSpPr>
          <p:nvPr/>
        </p:nvSpPr>
        <p:spPr bwMode="auto">
          <a:xfrm>
            <a:off x="611188" y="3860800"/>
            <a:ext cx="799306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254" name="Line 6">
            <a:extLst>
              <a:ext uri="{FF2B5EF4-FFF2-40B4-BE49-F238E27FC236}">
                <a16:creationId xmlns:a16="http://schemas.microsoft.com/office/drawing/2014/main" id="{47911401-5C07-ED3E-46F9-D488050EAE4A}"/>
              </a:ext>
            </a:extLst>
          </p:cNvPr>
          <p:cNvSpPr>
            <a:spLocks noChangeShapeType="1"/>
          </p:cNvSpPr>
          <p:nvPr/>
        </p:nvSpPr>
        <p:spPr bwMode="auto">
          <a:xfrm>
            <a:off x="468313" y="2205038"/>
            <a:ext cx="80645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255" name="Line 7">
            <a:extLst>
              <a:ext uri="{FF2B5EF4-FFF2-40B4-BE49-F238E27FC236}">
                <a16:creationId xmlns:a16="http://schemas.microsoft.com/office/drawing/2014/main" id="{B6A107F0-54BE-7856-5E68-0EBFCF35859D}"/>
              </a:ext>
            </a:extLst>
          </p:cNvPr>
          <p:cNvSpPr>
            <a:spLocks noChangeShapeType="1"/>
          </p:cNvSpPr>
          <p:nvPr/>
        </p:nvSpPr>
        <p:spPr bwMode="auto">
          <a:xfrm>
            <a:off x="539750" y="3068638"/>
            <a:ext cx="80645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256" name="Line 8">
            <a:extLst>
              <a:ext uri="{FF2B5EF4-FFF2-40B4-BE49-F238E27FC236}">
                <a16:creationId xmlns:a16="http://schemas.microsoft.com/office/drawing/2014/main" id="{7B6E0E33-E665-B8FA-2BB1-4D6FB1635A7C}"/>
              </a:ext>
            </a:extLst>
          </p:cNvPr>
          <p:cNvSpPr>
            <a:spLocks noChangeShapeType="1"/>
          </p:cNvSpPr>
          <p:nvPr/>
        </p:nvSpPr>
        <p:spPr bwMode="auto">
          <a:xfrm>
            <a:off x="539750" y="4581525"/>
            <a:ext cx="7905750" cy="15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53258" name="Object 10">
            <a:extLst>
              <a:ext uri="{FF2B5EF4-FFF2-40B4-BE49-F238E27FC236}">
                <a16:creationId xmlns:a16="http://schemas.microsoft.com/office/drawing/2014/main" id="{74A32271-27BB-404F-985B-A950678B0635}"/>
              </a:ext>
            </a:extLst>
          </p:cNvPr>
          <p:cNvGraphicFramePr>
            <a:graphicFrameLocks noChangeAspect="1"/>
          </p:cNvGraphicFramePr>
          <p:nvPr/>
        </p:nvGraphicFramePr>
        <p:xfrm>
          <a:off x="1403350" y="5661025"/>
          <a:ext cx="1762125" cy="796925"/>
        </p:xfrm>
        <a:graphic>
          <a:graphicData uri="http://schemas.openxmlformats.org/presentationml/2006/ole">
            <mc:AlternateContent xmlns:mc="http://schemas.openxmlformats.org/markup-compatibility/2006">
              <mc:Choice xmlns:v="urn:schemas-microsoft-com:vml" Requires="v">
                <p:oleObj name="Equation" r:id="rId2" imgW="482400" imgH="228600" progId="Equation.DSMT4">
                  <p:embed/>
                </p:oleObj>
              </mc:Choice>
              <mc:Fallback>
                <p:oleObj name="Equation" r:id="rId2" imgW="482400" imgH="228600" progId="Equation.DSMT4">
                  <p:embed/>
                  <p:pic>
                    <p:nvPicPr>
                      <p:cNvPr id="0" name="Object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350" y="5661025"/>
                        <a:ext cx="1762125" cy="796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259" name="Object 11">
            <a:extLst>
              <a:ext uri="{FF2B5EF4-FFF2-40B4-BE49-F238E27FC236}">
                <a16:creationId xmlns:a16="http://schemas.microsoft.com/office/drawing/2014/main" id="{341DCE70-749E-0C5B-6F4D-CF33EC0F7084}"/>
              </a:ext>
            </a:extLst>
          </p:cNvPr>
          <p:cNvGraphicFramePr>
            <a:graphicFrameLocks noChangeAspect="1"/>
          </p:cNvGraphicFramePr>
          <p:nvPr/>
        </p:nvGraphicFramePr>
        <p:xfrm>
          <a:off x="5724525" y="5589588"/>
          <a:ext cx="1363663" cy="933450"/>
        </p:xfrm>
        <a:graphic>
          <a:graphicData uri="http://schemas.openxmlformats.org/presentationml/2006/ole">
            <mc:AlternateContent xmlns:mc="http://schemas.openxmlformats.org/markup-compatibility/2006">
              <mc:Choice xmlns:v="urn:schemas-microsoft-com:vml" Requires="v">
                <p:oleObj name="公式" r:id="rId4" imgW="355320" imgH="393480" progId="Equation.3">
                  <p:embed/>
                </p:oleObj>
              </mc:Choice>
              <mc:Fallback>
                <p:oleObj name="公式" r:id="rId4" imgW="355320" imgH="393480" progId="Equation.3">
                  <p:embed/>
                  <p:pic>
                    <p:nvPicPr>
                      <p:cNvPr id="0"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24525" y="5589588"/>
                        <a:ext cx="1363663" cy="933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260" name="Object 12">
            <a:extLst>
              <a:ext uri="{FF2B5EF4-FFF2-40B4-BE49-F238E27FC236}">
                <a16:creationId xmlns:a16="http://schemas.microsoft.com/office/drawing/2014/main" id="{27E8B731-2533-0EAB-8DAE-A9CE71673A04}"/>
              </a:ext>
            </a:extLst>
          </p:cNvPr>
          <p:cNvGraphicFramePr>
            <a:graphicFrameLocks noChangeAspect="1"/>
          </p:cNvGraphicFramePr>
          <p:nvPr/>
        </p:nvGraphicFramePr>
        <p:xfrm>
          <a:off x="1619250" y="4581525"/>
          <a:ext cx="1462088" cy="836613"/>
        </p:xfrm>
        <a:graphic>
          <a:graphicData uri="http://schemas.openxmlformats.org/presentationml/2006/ole">
            <mc:AlternateContent xmlns:mc="http://schemas.openxmlformats.org/markup-compatibility/2006">
              <mc:Choice xmlns:v="urn:schemas-microsoft-com:vml" Requires="v">
                <p:oleObj name="Equation" r:id="rId6" imgW="380880" imgH="228600" progId="Equation.DSMT4">
                  <p:embed/>
                </p:oleObj>
              </mc:Choice>
              <mc:Fallback>
                <p:oleObj name="Equation" r:id="rId6" imgW="380880" imgH="228600" progId="Equation.DSMT4">
                  <p:embed/>
                  <p:pic>
                    <p:nvPicPr>
                      <p:cNvPr id="0" name="Object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19250" y="4581525"/>
                        <a:ext cx="1462088" cy="836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262" name="Object 14">
            <a:extLst>
              <a:ext uri="{FF2B5EF4-FFF2-40B4-BE49-F238E27FC236}">
                <a16:creationId xmlns:a16="http://schemas.microsoft.com/office/drawing/2014/main" id="{D257C42D-86BC-CD2D-313C-B983FE2ADBB1}"/>
              </a:ext>
            </a:extLst>
          </p:cNvPr>
          <p:cNvGraphicFramePr>
            <a:graphicFrameLocks noChangeAspect="1"/>
          </p:cNvGraphicFramePr>
          <p:nvPr/>
        </p:nvGraphicFramePr>
        <p:xfrm>
          <a:off x="1979613" y="1484313"/>
          <a:ext cx="1079500" cy="714375"/>
        </p:xfrm>
        <a:graphic>
          <a:graphicData uri="http://schemas.openxmlformats.org/presentationml/2006/ole">
            <mc:AlternateContent xmlns:mc="http://schemas.openxmlformats.org/markup-compatibility/2006">
              <mc:Choice xmlns:v="urn:schemas-microsoft-com:vml" Requires="v">
                <p:oleObj name="公式" r:id="rId8" imgW="291960" imgH="203040" progId="Equation.3">
                  <p:embed/>
                </p:oleObj>
              </mc:Choice>
              <mc:Fallback>
                <p:oleObj name="公式" r:id="rId8" imgW="291960" imgH="203040" progId="Equation.3">
                  <p:embed/>
                  <p:pic>
                    <p:nvPicPr>
                      <p:cNvPr id="0" name="Object 1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79613" y="1484313"/>
                        <a:ext cx="1079500" cy="714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263" name="Object 15">
            <a:extLst>
              <a:ext uri="{FF2B5EF4-FFF2-40B4-BE49-F238E27FC236}">
                <a16:creationId xmlns:a16="http://schemas.microsoft.com/office/drawing/2014/main" id="{10FF204C-6A95-524A-A466-3166F2E324CC}"/>
              </a:ext>
            </a:extLst>
          </p:cNvPr>
          <p:cNvGraphicFramePr>
            <a:graphicFrameLocks noChangeAspect="1"/>
          </p:cNvGraphicFramePr>
          <p:nvPr/>
        </p:nvGraphicFramePr>
        <p:xfrm>
          <a:off x="6084888" y="1484313"/>
          <a:ext cx="361950" cy="647700"/>
        </p:xfrm>
        <a:graphic>
          <a:graphicData uri="http://schemas.openxmlformats.org/presentationml/2006/ole">
            <mc:AlternateContent xmlns:mc="http://schemas.openxmlformats.org/markup-compatibility/2006">
              <mc:Choice xmlns:v="urn:schemas-microsoft-com:vml" Requires="v">
                <p:oleObj name="公式" r:id="rId10" imgW="88560" imgH="164880" progId="Equation.3">
                  <p:embed/>
                </p:oleObj>
              </mc:Choice>
              <mc:Fallback>
                <p:oleObj name="公式" r:id="rId10" imgW="88560" imgH="164880" progId="Equation.3">
                  <p:embed/>
                  <p:pic>
                    <p:nvPicPr>
                      <p:cNvPr id="0" name="Object 1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084888" y="1484313"/>
                        <a:ext cx="361950" cy="647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264" name="Object 16">
            <a:extLst>
              <a:ext uri="{FF2B5EF4-FFF2-40B4-BE49-F238E27FC236}">
                <a16:creationId xmlns:a16="http://schemas.microsoft.com/office/drawing/2014/main" id="{8DD4FD7F-0061-DF53-F23B-2B87FDBE1814}"/>
              </a:ext>
            </a:extLst>
          </p:cNvPr>
          <p:cNvGraphicFramePr>
            <a:graphicFrameLocks noChangeAspect="1"/>
          </p:cNvGraphicFramePr>
          <p:nvPr/>
        </p:nvGraphicFramePr>
        <p:xfrm>
          <a:off x="1763713" y="2349500"/>
          <a:ext cx="1806575" cy="741363"/>
        </p:xfrm>
        <a:graphic>
          <a:graphicData uri="http://schemas.openxmlformats.org/presentationml/2006/ole">
            <mc:AlternateContent xmlns:mc="http://schemas.openxmlformats.org/markup-compatibility/2006">
              <mc:Choice xmlns:v="urn:schemas-microsoft-com:vml" Requires="v">
                <p:oleObj name="公式" r:id="rId12" imgW="533160" imgH="228600" progId="Equation.3">
                  <p:embed/>
                </p:oleObj>
              </mc:Choice>
              <mc:Fallback>
                <p:oleObj name="公式" r:id="rId12" imgW="533160" imgH="228600" progId="Equation.3">
                  <p:embed/>
                  <p:pic>
                    <p:nvPicPr>
                      <p:cNvPr id="0" name="Object 1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63713" y="2349500"/>
                        <a:ext cx="1806575" cy="741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265" name="Object 17">
            <a:extLst>
              <a:ext uri="{FF2B5EF4-FFF2-40B4-BE49-F238E27FC236}">
                <a16:creationId xmlns:a16="http://schemas.microsoft.com/office/drawing/2014/main" id="{483F275D-81FF-0BD0-69FC-B60FCA095238}"/>
              </a:ext>
            </a:extLst>
          </p:cNvPr>
          <p:cNvGraphicFramePr>
            <a:graphicFrameLocks noChangeAspect="1"/>
          </p:cNvGraphicFramePr>
          <p:nvPr/>
        </p:nvGraphicFramePr>
        <p:xfrm>
          <a:off x="5940425" y="2276475"/>
          <a:ext cx="1281113" cy="882650"/>
        </p:xfrm>
        <a:graphic>
          <a:graphicData uri="http://schemas.openxmlformats.org/presentationml/2006/ole">
            <mc:AlternateContent xmlns:mc="http://schemas.openxmlformats.org/markup-compatibility/2006">
              <mc:Choice xmlns:v="urn:schemas-microsoft-com:vml" Requires="v">
                <p:oleObj name="公式" r:id="rId14" imgW="279360" imgH="203040" progId="Equation.3">
                  <p:embed/>
                </p:oleObj>
              </mc:Choice>
              <mc:Fallback>
                <p:oleObj name="公式" r:id="rId14" imgW="279360" imgH="203040" progId="Equation.3">
                  <p:embed/>
                  <p:pic>
                    <p:nvPicPr>
                      <p:cNvPr id="0" name="Object 1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940425" y="2276475"/>
                        <a:ext cx="1281113" cy="882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267" name="Rectangle 19">
            <a:extLst>
              <a:ext uri="{FF2B5EF4-FFF2-40B4-BE49-F238E27FC236}">
                <a16:creationId xmlns:a16="http://schemas.microsoft.com/office/drawing/2014/main" id="{BD90B1EF-CBB4-A27E-76ED-24AC50FE162B}"/>
              </a:ext>
            </a:extLst>
          </p:cNvPr>
          <p:cNvSpPr>
            <a:spLocks noChangeArrowheads="1"/>
          </p:cNvSpPr>
          <p:nvPr/>
        </p:nvSpPr>
        <p:spPr bwMode="auto">
          <a:xfrm>
            <a:off x="323850" y="161925"/>
            <a:ext cx="47688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4000" b="1">
                <a:solidFill>
                  <a:srgbClr val="000066"/>
                </a:solidFill>
                <a:latin typeface="Times New Roman" panose="02020603050405020304" pitchFamily="18" charset="0"/>
                <a:ea typeface="楷体_GB2312" pitchFamily="49" charset="-122"/>
              </a:rPr>
              <a:t>9.6 </a:t>
            </a:r>
            <a:r>
              <a:rPr lang="zh-CN" altLang="en-US" sz="4000" b="1">
                <a:solidFill>
                  <a:srgbClr val="000066"/>
                </a:solidFill>
                <a:latin typeface="Times New Roman" panose="02020603050405020304" pitchFamily="18" charset="0"/>
                <a:ea typeface="楷体_GB2312" pitchFamily="49" charset="-122"/>
              </a:rPr>
              <a:t>常用拉氏变换对</a:t>
            </a:r>
            <a:r>
              <a:rPr lang="zh-CN" altLang="en-US" sz="4000" b="1">
                <a:latin typeface="楷体_GB2312" pitchFamily="49" charset="-122"/>
                <a:ea typeface="楷体_GB2312" pitchFamily="49" charset="-122"/>
              </a:rPr>
              <a:t> </a:t>
            </a:r>
          </a:p>
        </p:txBody>
      </p:sp>
      <p:graphicFrame>
        <p:nvGraphicFramePr>
          <p:cNvPr id="53268" name="Object 20">
            <a:extLst>
              <a:ext uri="{FF2B5EF4-FFF2-40B4-BE49-F238E27FC236}">
                <a16:creationId xmlns:a16="http://schemas.microsoft.com/office/drawing/2014/main" id="{5EFEA25F-1BE0-11D4-4294-70E6DB81DA42}"/>
              </a:ext>
            </a:extLst>
          </p:cNvPr>
          <p:cNvGraphicFramePr>
            <a:graphicFrameLocks noChangeAspect="1"/>
          </p:cNvGraphicFramePr>
          <p:nvPr/>
        </p:nvGraphicFramePr>
        <p:xfrm>
          <a:off x="1835150" y="3068638"/>
          <a:ext cx="1152525" cy="838200"/>
        </p:xfrm>
        <a:graphic>
          <a:graphicData uri="http://schemas.openxmlformats.org/presentationml/2006/ole">
            <mc:AlternateContent xmlns:mc="http://schemas.openxmlformats.org/markup-compatibility/2006">
              <mc:Choice xmlns:v="urn:schemas-microsoft-com:vml" Requires="v">
                <p:oleObj name="Equation" r:id="rId16" imgW="279360" imgH="203040" progId="Equation.DSMT4">
                  <p:embed/>
                </p:oleObj>
              </mc:Choice>
              <mc:Fallback>
                <p:oleObj name="Equation" r:id="rId16" imgW="279360" imgH="203040" progId="Equation.DSMT4">
                  <p:embed/>
                  <p:pic>
                    <p:nvPicPr>
                      <p:cNvPr id="0" name="Object 2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835150" y="3068638"/>
                        <a:ext cx="1152525"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270" name="Object 22">
            <a:extLst>
              <a:ext uri="{FF2B5EF4-FFF2-40B4-BE49-F238E27FC236}">
                <a16:creationId xmlns:a16="http://schemas.microsoft.com/office/drawing/2014/main" id="{21AC5378-46C4-477B-8EAA-184E398A1A3D}"/>
              </a:ext>
            </a:extLst>
          </p:cNvPr>
          <p:cNvGraphicFramePr>
            <a:graphicFrameLocks noChangeAspect="1"/>
          </p:cNvGraphicFramePr>
          <p:nvPr/>
        </p:nvGraphicFramePr>
        <p:xfrm>
          <a:off x="1692275" y="3933825"/>
          <a:ext cx="1584325" cy="719138"/>
        </p:xfrm>
        <a:graphic>
          <a:graphicData uri="http://schemas.openxmlformats.org/presentationml/2006/ole">
            <mc:AlternateContent xmlns:mc="http://schemas.openxmlformats.org/markup-compatibility/2006">
              <mc:Choice xmlns:v="urn:schemas-microsoft-com:vml" Requires="v">
                <p:oleObj name="公式" r:id="rId18" imgW="482400" imgH="203040" progId="Equation.3">
                  <p:embed/>
                </p:oleObj>
              </mc:Choice>
              <mc:Fallback>
                <p:oleObj name="公式" r:id="rId18" imgW="482400" imgH="203040" progId="Equation.3">
                  <p:embed/>
                  <p:pic>
                    <p:nvPicPr>
                      <p:cNvPr id="0" name="Object 22"/>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692275" y="3933825"/>
                        <a:ext cx="1584325" cy="719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272" name="Object 24">
            <a:extLst>
              <a:ext uri="{FF2B5EF4-FFF2-40B4-BE49-F238E27FC236}">
                <a16:creationId xmlns:a16="http://schemas.microsoft.com/office/drawing/2014/main" id="{3761B754-2E18-49C4-A38F-23558B7BCB5E}"/>
              </a:ext>
            </a:extLst>
          </p:cNvPr>
          <p:cNvGraphicFramePr>
            <a:graphicFrameLocks noChangeAspect="1"/>
          </p:cNvGraphicFramePr>
          <p:nvPr/>
        </p:nvGraphicFramePr>
        <p:xfrm>
          <a:off x="6084888" y="3860800"/>
          <a:ext cx="647700" cy="719138"/>
        </p:xfrm>
        <a:graphic>
          <a:graphicData uri="http://schemas.openxmlformats.org/presentationml/2006/ole">
            <mc:AlternateContent xmlns:mc="http://schemas.openxmlformats.org/markup-compatibility/2006">
              <mc:Choice xmlns:v="urn:schemas-microsoft-com:vml" Requires="v">
                <p:oleObj name="公式" r:id="rId20" imgW="228600" imgH="304560" progId="Equation.3">
                  <p:embed/>
                </p:oleObj>
              </mc:Choice>
              <mc:Fallback>
                <p:oleObj name="公式" r:id="rId20" imgW="228600" imgH="304560" progId="Equation.3">
                  <p:embed/>
                  <p:pic>
                    <p:nvPicPr>
                      <p:cNvPr id="0" name="Object 24"/>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084888" y="3860800"/>
                        <a:ext cx="647700" cy="719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273" name="Object 25">
            <a:extLst>
              <a:ext uri="{FF2B5EF4-FFF2-40B4-BE49-F238E27FC236}">
                <a16:creationId xmlns:a16="http://schemas.microsoft.com/office/drawing/2014/main" id="{1AA0AEE3-7A99-F06B-DE51-269AB291A17C}"/>
              </a:ext>
            </a:extLst>
          </p:cNvPr>
          <p:cNvGraphicFramePr>
            <a:graphicFrameLocks noChangeAspect="1"/>
          </p:cNvGraphicFramePr>
          <p:nvPr/>
        </p:nvGraphicFramePr>
        <p:xfrm>
          <a:off x="6011863" y="3141663"/>
          <a:ext cx="647700" cy="719137"/>
        </p:xfrm>
        <a:graphic>
          <a:graphicData uri="http://schemas.openxmlformats.org/presentationml/2006/ole">
            <mc:AlternateContent xmlns:mc="http://schemas.openxmlformats.org/markup-compatibility/2006">
              <mc:Choice xmlns:v="urn:schemas-microsoft-com:vml" Requires="v">
                <p:oleObj name="公式" r:id="rId22" imgW="228600" imgH="304560" progId="Equation.3">
                  <p:embed/>
                </p:oleObj>
              </mc:Choice>
              <mc:Fallback>
                <p:oleObj name="公式" r:id="rId22" imgW="228600" imgH="304560" progId="Equation.3">
                  <p:embed/>
                  <p:pic>
                    <p:nvPicPr>
                      <p:cNvPr id="0" name="Object 25"/>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011863" y="3141663"/>
                        <a:ext cx="647700" cy="719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274" name="Object 26">
            <a:extLst>
              <a:ext uri="{FF2B5EF4-FFF2-40B4-BE49-F238E27FC236}">
                <a16:creationId xmlns:a16="http://schemas.microsoft.com/office/drawing/2014/main" id="{BD928B77-A150-7A88-499A-4B815C0A5905}"/>
              </a:ext>
            </a:extLst>
          </p:cNvPr>
          <p:cNvGraphicFramePr>
            <a:graphicFrameLocks noChangeAspect="1"/>
          </p:cNvGraphicFramePr>
          <p:nvPr/>
        </p:nvGraphicFramePr>
        <p:xfrm>
          <a:off x="5651500" y="4581525"/>
          <a:ext cx="1584325" cy="812800"/>
        </p:xfrm>
        <a:graphic>
          <a:graphicData uri="http://schemas.openxmlformats.org/presentationml/2006/ole">
            <mc:AlternateContent xmlns:mc="http://schemas.openxmlformats.org/markup-compatibility/2006">
              <mc:Choice xmlns:v="urn:schemas-microsoft-com:vml" Requires="v">
                <p:oleObj name="公式" r:id="rId23" imgW="393480" imgH="317160" progId="Equation.3">
                  <p:embed/>
                </p:oleObj>
              </mc:Choice>
              <mc:Fallback>
                <p:oleObj name="公式" r:id="rId23" imgW="393480" imgH="317160" progId="Equation.3">
                  <p:embed/>
                  <p:pic>
                    <p:nvPicPr>
                      <p:cNvPr id="0" name="Object 26"/>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5651500" y="4581525"/>
                        <a:ext cx="1584325" cy="812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276" name="Line 28">
            <a:extLst>
              <a:ext uri="{FF2B5EF4-FFF2-40B4-BE49-F238E27FC236}">
                <a16:creationId xmlns:a16="http://schemas.microsoft.com/office/drawing/2014/main" id="{8BB9BB10-13C4-F85F-7F9F-60AFB87A9A8C}"/>
              </a:ext>
            </a:extLst>
          </p:cNvPr>
          <p:cNvSpPr>
            <a:spLocks noChangeShapeType="1"/>
          </p:cNvSpPr>
          <p:nvPr/>
        </p:nvSpPr>
        <p:spPr bwMode="auto">
          <a:xfrm>
            <a:off x="611188" y="5516563"/>
            <a:ext cx="7977187" cy="15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5" name="Rectangle 3">
            <a:extLst>
              <a:ext uri="{FF2B5EF4-FFF2-40B4-BE49-F238E27FC236}">
                <a16:creationId xmlns:a16="http://schemas.microsoft.com/office/drawing/2014/main" id="{8DF12574-3B53-C08E-68D3-A30BF86D10F6}"/>
              </a:ext>
            </a:extLst>
          </p:cNvPr>
          <p:cNvSpPr>
            <a:spLocks noChangeArrowheads="1"/>
          </p:cNvSpPr>
          <p:nvPr/>
        </p:nvSpPr>
        <p:spPr bwMode="auto">
          <a:xfrm>
            <a:off x="250825" y="260350"/>
            <a:ext cx="8642350" cy="6264275"/>
          </a:xfrm>
          <a:prstGeom prst="rect">
            <a:avLst/>
          </a:prstGeom>
          <a:solidFill>
            <a:schemeClr val="bg1"/>
          </a:solidFill>
          <a:ln w="38100" cmpd="dbl">
            <a:solidFill>
              <a:schemeClr val="tx1"/>
            </a:solidFill>
            <a:miter lim="800000"/>
            <a:headEnd/>
            <a:tailEnd/>
          </a:ln>
        </p:spPr>
        <p:txBody>
          <a:bodyPr wrap="none" anchor="ctr"/>
          <a:lstStyle/>
          <a:p>
            <a:endParaRPr lang="en-US"/>
          </a:p>
        </p:txBody>
      </p:sp>
      <p:sp>
        <p:nvSpPr>
          <p:cNvPr id="110596" name="Line 4">
            <a:extLst>
              <a:ext uri="{FF2B5EF4-FFF2-40B4-BE49-F238E27FC236}">
                <a16:creationId xmlns:a16="http://schemas.microsoft.com/office/drawing/2014/main" id="{5F90DAF2-F333-657F-A105-C89D5918711E}"/>
              </a:ext>
            </a:extLst>
          </p:cNvPr>
          <p:cNvSpPr>
            <a:spLocks noChangeShapeType="1"/>
          </p:cNvSpPr>
          <p:nvPr/>
        </p:nvSpPr>
        <p:spPr bwMode="auto">
          <a:xfrm flipH="1">
            <a:off x="4572000" y="333375"/>
            <a:ext cx="0" cy="60483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0612" name="Line 20">
            <a:extLst>
              <a:ext uri="{FF2B5EF4-FFF2-40B4-BE49-F238E27FC236}">
                <a16:creationId xmlns:a16="http://schemas.microsoft.com/office/drawing/2014/main" id="{DA2333EC-88CD-83DA-AF0A-E3386D4534E9}"/>
              </a:ext>
            </a:extLst>
          </p:cNvPr>
          <p:cNvSpPr>
            <a:spLocks noChangeShapeType="1"/>
          </p:cNvSpPr>
          <p:nvPr/>
        </p:nvSpPr>
        <p:spPr bwMode="auto">
          <a:xfrm>
            <a:off x="468313" y="1052513"/>
            <a:ext cx="82804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0613" name="Line 21">
            <a:extLst>
              <a:ext uri="{FF2B5EF4-FFF2-40B4-BE49-F238E27FC236}">
                <a16:creationId xmlns:a16="http://schemas.microsoft.com/office/drawing/2014/main" id="{7C5455C2-A9F9-7E78-6A45-6E8D2B9B50D8}"/>
              </a:ext>
            </a:extLst>
          </p:cNvPr>
          <p:cNvSpPr>
            <a:spLocks noChangeShapeType="1"/>
          </p:cNvSpPr>
          <p:nvPr/>
        </p:nvSpPr>
        <p:spPr bwMode="auto">
          <a:xfrm>
            <a:off x="395288" y="1916113"/>
            <a:ext cx="82804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0614" name="Line 22">
            <a:extLst>
              <a:ext uri="{FF2B5EF4-FFF2-40B4-BE49-F238E27FC236}">
                <a16:creationId xmlns:a16="http://schemas.microsoft.com/office/drawing/2014/main" id="{CABE977D-11C7-3043-0484-C449238C341D}"/>
              </a:ext>
            </a:extLst>
          </p:cNvPr>
          <p:cNvSpPr>
            <a:spLocks noChangeShapeType="1"/>
          </p:cNvSpPr>
          <p:nvPr/>
        </p:nvSpPr>
        <p:spPr bwMode="auto">
          <a:xfrm>
            <a:off x="468313" y="2852738"/>
            <a:ext cx="82804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0615" name="Line 23">
            <a:extLst>
              <a:ext uri="{FF2B5EF4-FFF2-40B4-BE49-F238E27FC236}">
                <a16:creationId xmlns:a16="http://schemas.microsoft.com/office/drawing/2014/main" id="{49117BF9-8FA4-7F3D-5D15-8DEF7238D9F5}"/>
              </a:ext>
            </a:extLst>
          </p:cNvPr>
          <p:cNvSpPr>
            <a:spLocks noChangeShapeType="1"/>
          </p:cNvSpPr>
          <p:nvPr/>
        </p:nvSpPr>
        <p:spPr bwMode="auto">
          <a:xfrm>
            <a:off x="395288" y="3644900"/>
            <a:ext cx="82804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0616" name="Line 24">
            <a:extLst>
              <a:ext uri="{FF2B5EF4-FFF2-40B4-BE49-F238E27FC236}">
                <a16:creationId xmlns:a16="http://schemas.microsoft.com/office/drawing/2014/main" id="{29431CC4-13B7-E989-1716-769C7A74EFC7}"/>
              </a:ext>
            </a:extLst>
          </p:cNvPr>
          <p:cNvSpPr>
            <a:spLocks noChangeShapeType="1"/>
          </p:cNvSpPr>
          <p:nvPr/>
        </p:nvSpPr>
        <p:spPr bwMode="auto">
          <a:xfrm>
            <a:off x="468313" y="5013325"/>
            <a:ext cx="82804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110617" name="Object 25">
            <a:extLst>
              <a:ext uri="{FF2B5EF4-FFF2-40B4-BE49-F238E27FC236}">
                <a16:creationId xmlns:a16="http://schemas.microsoft.com/office/drawing/2014/main" id="{912CBA4D-D505-013C-85E1-45F6C73F612B}"/>
              </a:ext>
            </a:extLst>
          </p:cNvPr>
          <p:cNvGraphicFramePr>
            <a:graphicFrameLocks noChangeAspect="1"/>
          </p:cNvGraphicFramePr>
          <p:nvPr/>
        </p:nvGraphicFramePr>
        <p:xfrm>
          <a:off x="1116013" y="333375"/>
          <a:ext cx="2193925" cy="636588"/>
        </p:xfrm>
        <a:graphic>
          <a:graphicData uri="http://schemas.openxmlformats.org/presentationml/2006/ole">
            <mc:AlternateContent xmlns:mc="http://schemas.openxmlformats.org/markup-compatibility/2006">
              <mc:Choice xmlns:v="urn:schemas-microsoft-com:vml" Requires="v">
                <p:oleObj name="公式" r:id="rId2" imgW="787320" imgH="228600" progId="Equation.3">
                  <p:embed/>
                </p:oleObj>
              </mc:Choice>
              <mc:Fallback>
                <p:oleObj name="公式" r:id="rId2" imgW="787320" imgH="228600" progId="Equation.3">
                  <p:embed/>
                  <p:pic>
                    <p:nvPicPr>
                      <p:cNvPr id="0" name="Object 2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6013" y="333375"/>
                        <a:ext cx="2193925" cy="636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0618" name="Object 26">
            <a:extLst>
              <a:ext uri="{FF2B5EF4-FFF2-40B4-BE49-F238E27FC236}">
                <a16:creationId xmlns:a16="http://schemas.microsoft.com/office/drawing/2014/main" id="{B67820CA-1DB1-FA75-CF13-539F938BF08A}"/>
              </a:ext>
            </a:extLst>
          </p:cNvPr>
          <p:cNvGraphicFramePr>
            <a:graphicFrameLocks noChangeAspect="1"/>
          </p:cNvGraphicFramePr>
          <p:nvPr/>
        </p:nvGraphicFramePr>
        <p:xfrm>
          <a:off x="5148263" y="333375"/>
          <a:ext cx="2090737" cy="696913"/>
        </p:xfrm>
        <a:graphic>
          <a:graphicData uri="http://schemas.openxmlformats.org/presentationml/2006/ole">
            <mc:AlternateContent xmlns:mc="http://schemas.openxmlformats.org/markup-compatibility/2006">
              <mc:Choice xmlns:v="urn:schemas-microsoft-com:vml" Requires="v">
                <p:oleObj name="公式" r:id="rId4" imgW="723600" imgH="241200" progId="Equation.3">
                  <p:embed/>
                </p:oleObj>
              </mc:Choice>
              <mc:Fallback>
                <p:oleObj name="公式" r:id="rId4" imgW="723600" imgH="241200" progId="Equation.3">
                  <p:embed/>
                  <p:pic>
                    <p:nvPicPr>
                      <p:cNvPr id="0" name="Object 2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48263" y="333375"/>
                        <a:ext cx="2090737" cy="696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0619" name="Object 27">
            <a:extLst>
              <a:ext uri="{FF2B5EF4-FFF2-40B4-BE49-F238E27FC236}">
                <a16:creationId xmlns:a16="http://schemas.microsoft.com/office/drawing/2014/main" id="{45830E08-5110-5F58-5C1F-ACF1C17002AB}"/>
              </a:ext>
            </a:extLst>
          </p:cNvPr>
          <p:cNvGraphicFramePr>
            <a:graphicFrameLocks noChangeAspect="1"/>
          </p:cNvGraphicFramePr>
          <p:nvPr/>
        </p:nvGraphicFramePr>
        <p:xfrm>
          <a:off x="1222375" y="1125538"/>
          <a:ext cx="2122488" cy="636587"/>
        </p:xfrm>
        <a:graphic>
          <a:graphicData uri="http://schemas.openxmlformats.org/presentationml/2006/ole">
            <mc:AlternateContent xmlns:mc="http://schemas.openxmlformats.org/markup-compatibility/2006">
              <mc:Choice xmlns:v="urn:schemas-microsoft-com:vml" Requires="v">
                <p:oleObj name="公式" r:id="rId6" imgW="761760" imgH="228600" progId="Equation.3">
                  <p:embed/>
                </p:oleObj>
              </mc:Choice>
              <mc:Fallback>
                <p:oleObj name="公式" r:id="rId6" imgW="761760" imgH="228600" progId="Equation.3">
                  <p:embed/>
                  <p:pic>
                    <p:nvPicPr>
                      <p:cNvPr id="0" name="Object 2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22375" y="1125538"/>
                        <a:ext cx="2122488" cy="6365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0620" name="Object 28">
            <a:extLst>
              <a:ext uri="{FF2B5EF4-FFF2-40B4-BE49-F238E27FC236}">
                <a16:creationId xmlns:a16="http://schemas.microsoft.com/office/drawing/2014/main" id="{4F2E05D3-C466-3BDA-AE36-DB4A0B513380}"/>
              </a:ext>
            </a:extLst>
          </p:cNvPr>
          <p:cNvGraphicFramePr>
            <a:graphicFrameLocks noChangeAspect="1"/>
          </p:cNvGraphicFramePr>
          <p:nvPr/>
        </p:nvGraphicFramePr>
        <p:xfrm>
          <a:off x="5073650" y="1196975"/>
          <a:ext cx="2384425" cy="696913"/>
        </p:xfrm>
        <a:graphic>
          <a:graphicData uri="http://schemas.openxmlformats.org/presentationml/2006/ole">
            <mc:AlternateContent xmlns:mc="http://schemas.openxmlformats.org/markup-compatibility/2006">
              <mc:Choice xmlns:v="urn:schemas-microsoft-com:vml" Requires="v">
                <p:oleObj name="公式" r:id="rId8" imgW="825480" imgH="241200" progId="Equation.3">
                  <p:embed/>
                </p:oleObj>
              </mc:Choice>
              <mc:Fallback>
                <p:oleObj name="公式" r:id="rId8" imgW="825480" imgH="241200" progId="Equation.3">
                  <p:embed/>
                  <p:pic>
                    <p:nvPicPr>
                      <p:cNvPr id="0" name="Object 2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073650" y="1196975"/>
                        <a:ext cx="2384425" cy="696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0621" name="Object 29">
            <a:extLst>
              <a:ext uri="{FF2B5EF4-FFF2-40B4-BE49-F238E27FC236}">
                <a16:creationId xmlns:a16="http://schemas.microsoft.com/office/drawing/2014/main" id="{61C7BB8F-EF87-1D96-915B-A731435DD1CD}"/>
              </a:ext>
            </a:extLst>
          </p:cNvPr>
          <p:cNvGraphicFramePr>
            <a:graphicFrameLocks noChangeAspect="1"/>
          </p:cNvGraphicFramePr>
          <p:nvPr/>
        </p:nvGraphicFramePr>
        <p:xfrm>
          <a:off x="900113" y="2060575"/>
          <a:ext cx="2867025" cy="671513"/>
        </p:xfrm>
        <a:graphic>
          <a:graphicData uri="http://schemas.openxmlformats.org/presentationml/2006/ole">
            <mc:AlternateContent xmlns:mc="http://schemas.openxmlformats.org/markup-compatibility/2006">
              <mc:Choice xmlns:v="urn:schemas-microsoft-com:vml" Requires="v">
                <p:oleObj name="公式" r:id="rId10" imgW="1028520" imgH="241200" progId="Equation.3">
                  <p:embed/>
                </p:oleObj>
              </mc:Choice>
              <mc:Fallback>
                <p:oleObj name="公式" r:id="rId10" imgW="1028520" imgH="241200" progId="Equation.3">
                  <p:embed/>
                  <p:pic>
                    <p:nvPicPr>
                      <p:cNvPr id="0" name="Object 2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00113" y="2060575"/>
                        <a:ext cx="2867025" cy="671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0622" name="Object 30">
            <a:extLst>
              <a:ext uri="{FF2B5EF4-FFF2-40B4-BE49-F238E27FC236}">
                <a16:creationId xmlns:a16="http://schemas.microsoft.com/office/drawing/2014/main" id="{8876E4AD-9F94-7459-04BC-41523E2BAF98}"/>
              </a:ext>
            </a:extLst>
          </p:cNvPr>
          <p:cNvGraphicFramePr>
            <a:graphicFrameLocks noChangeAspect="1"/>
          </p:cNvGraphicFramePr>
          <p:nvPr/>
        </p:nvGraphicFramePr>
        <p:xfrm>
          <a:off x="4716463" y="2060575"/>
          <a:ext cx="3924300" cy="696913"/>
        </p:xfrm>
        <a:graphic>
          <a:graphicData uri="http://schemas.openxmlformats.org/presentationml/2006/ole">
            <mc:AlternateContent xmlns:mc="http://schemas.openxmlformats.org/markup-compatibility/2006">
              <mc:Choice xmlns:v="urn:schemas-microsoft-com:vml" Requires="v">
                <p:oleObj name="公式" r:id="rId12" imgW="1358640" imgH="241200" progId="Equation.3">
                  <p:embed/>
                </p:oleObj>
              </mc:Choice>
              <mc:Fallback>
                <p:oleObj name="公式" r:id="rId12" imgW="1358640" imgH="241200" progId="Equation.3">
                  <p:embed/>
                  <p:pic>
                    <p:nvPicPr>
                      <p:cNvPr id="0" name="Object 3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716463" y="2060575"/>
                        <a:ext cx="3924300" cy="696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0623" name="Object 31">
            <a:extLst>
              <a:ext uri="{FF2B5EF4-FFF2-40B4-BE49-F238E27FC236}">
                <a16:creationId xmlns:a16="http://schemas.microsoft.com/office/drawing/2014/main" id="{C9D086D0-9C03-91F2-C429-F61837E39115}"/>
              </a:ext>
            </a:extLst>
          </p:cNvPr>
          <p:cNvGraphicFramePr>
            <a:graphicFrameLocks noChangeAspect="1"/>
          </p:cNvGraphicFramePr>
          <p:nvPr/>
        </p:nvGraphicFramePr>
        <p:xfrm>
          <a:off x="971550" y="2924175"/>
          <a:ext cx="2795588" cy="671513"/>
        </p:xfrm>
        <a:graphic>
          <a:graphicData uri="http://schemas.openxmlformats.org/presentationml/2006/ole">
            <mc:AlternateContent xmlns:mc="http://schemas.openxmlformats.org/markup-compatibility/2006">
              <mc:Choice xmlns:v="urn:schemas-microsoft-com:vml" Requires="v">
                <p:oleObj name="公式" r:id="rId14" imgW="1002960" imgH="241200" progId="Equation.3">
                  <p:embed/>
                </p:oleObj>
              </mc:Choice>
              <mc:Fallback>
                <p:oleObj name="公式" r:id="rId14" imgW="1002960" imgH="241200" progId="Equation.3">
                  <p:embed/>
                  <p:pic>
                    <p:nvPicPr>
                      <p:cNvPr id="0" name="Object 3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71550" y="2924175"/>
                        <a:ext cx="2795588" cy="671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0624" name="Object 32">
            <a:extLst>
              <a:ext uri="{FF2B5EF4-FFF2-40B4-BE49-F238E27FC236}">
                <a16:creationId xmlns:a16="http://schemas.microsoft.com/office/drawing/2014/main" id="{71EA7A2D-3D0D-E8D5-099D-404E9AC627B2}"/>
              </a:ext>
            </a:extLst>
          </p:cNvPr>
          <p:cNvGraphicFramePr>
            <a:graphicFrameLocks noChangeAspect="1"/>
          </p:cNvGraphicFramePr>
          <p:nvPr/>
        </p:nvGraphicFramePr>
        <p:xfrm>
          <a:off x="5118100" y="2924175"/>
          <a:ext cx="3263900" cy="696913"/>
        </p:xfrm>
        <a:graphic>
          <a:graphicData uri="http://schemas.openxmlformats.org/presentationml/2006/ole">
            <mc:AlternateContent xmlns:mc="http://schemas.openxmlformats.org/markup-compatibility/2006">
              <mc:Choice xmlns:v="urn:schemas-microsoft-com:vml" Requires="v">
                <p:oleObj name="公式" r:id="rId16" imgW="1130040" imgH="241200" progId="Equation.3">
                  <p:embed/>
                </p:oleObj>
              </mc:Choice>
              <mc:Fallback>
                <p:oleObj name="公式" r:id="rId16" imgW="1130040" imgH="241200" progId="Equation.3">
                  <p:embed/>
                  <p:pic>
                    <p:nvPicPr>
                      <p:cNvPr id="0" name="Object 3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118100" y="2924175"/>
                        <a:ext cx="3263900" cy="696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0625" name="Object 33">
            <a:extLst>
              <a:ext uri="{FF2B5EF4-FFF2-40B4-BE49-F238E27FC236}">
                <a16:creationId xmlns:a16="http://schemas.microsoft.com/office/drawing/2014/main" id="{C0409DF5-D0B8-BB33-002E-D21AED517441}"/>
              </a:ext>
            </a:extLst>
          </p:cNvPr>
          <p:cNvGraphicFramePr>
            <a:graphicFrameLocks noChangeAspect="1"/>
          </p:cNvGraphicFramePr>
          <p:nvPr/>
        </p:nvGraphicFramePr>
        <p:xfrm>
          <a:off x="1331913" y="3716338"/>
          <a:ext cx="1441450" cy="1285875"/>
        </p:xfrm>
        <a:graphic>
          <a:graphicData uri="http://schemas.openxmlformats.org/presentationml/2006/ole">
            <mc:AlternateContent xmlns:mc="http://schemas.openxmlformats.org/markup-compatibility/2006">
              <mc:Choice xmlns:v="urn:schemas-microsoft-com:vml" Requires="v">
                <p:oleObj name="公式" r:id="rId18" imgW="469800" imgH="419040" progId="Equation.3">
                  <p:embed/>
                </p:oleObj>
              </mc:Choice>
              <mc:Fallback>
                <p:oleObj name="公式" r:id="rId18" imgW="469800" imgH="419040" progId="Equation.3">
                  <p:embed/>
                  <p:pic>
                    <p:nvPicPr>
                      <p:cNvPr id="0" name="Object 33"/>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331913" y="3716338"/>
                        <a:ext cx="1441450" cy="1285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0626" name="Object 34">
            <a:extLst>
              <a:ext uri="{FF2B5EF4-FFF2-40B4-BE49-F238E27FC236}">
                <a16:creationId xmlns:a16="http://schemas.microsoft.com/office/drawing/2014/main" id="{C4EC61A4-0691-F0F2-1C3E-AD1B938EE834}"/>
              </a:ext>
            </a:extLst>
          </p:cNvPr>
          <p:cNvGraphicFramePr>
            <a:graphicFrameLocks noChangeAspect="1"/>
          </p:cNvGraphicFramePr>
          <p:nvPr/>
        </p:nvGraphicFramePr>
        <p:xfrm>
          <a:off x="6227763" y="3789363"/>
          <a:ext cx="788987" cy="969962"/>
        </p:xfrm>
        <a:graphic>
          <a:graphicData uri="http://schemas.openxmlformats.org/presentationml/2006/ole">
            <mc:AlternateContent xmlns:mc="http://schemas.openxmlformats.org/markup-compatibility/2006">
              <mc:Choice xmlns:v="urn:schemas-microsoft-com:vml" Requires="v">
                <p:oleObj name="公式" r:id="rId20" imgW="164880" imgH="203040" progId="Equation.3">
                  <p:embed/>
                </p:oleObj>
              </mc:Choice>
              <mc:Fallback>
                <p:oleObj name="公式" r:id="rId20" imgW="164880" imgH="203040" progId="Equation.3">
                  <p:embed/>
                  <p:pic>
                    <p:nvPicPr>
                      <p:cNvPr id="0" name="Object 34"/>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227763" y="3789363"/>
                        <a:ext cx="788987" cy="969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0627" name="Object 35">
            <a:extLst>
              <a:ext uri="{FF2B5EF4-FFF2-40B4-BE49-F238E27FC236}">
                <a16:creationId xmlns:a16="http://schemas.microsoft.com/office/drawing/2014/main" id="{C17C8674-52DA-5F88-AA47-6291853C7AD6}"/>
              </a:ext>
            </a:extLst>
          </p:cNvPr>
          <p:cNvGraphicFramePr>
            <a:graphicFrameLocks noChangeAspect="1"/>
          </p:cNvGraphicFramePr>
          <p:nvPr/>
        </p:nvGraphicFramePr>
        <p:xfrm>
          <a:off x="6300788" y="5157788"/>
          <a:ext cx="612775" cy="1185862"/>
        </p:xfrm>
        <a:graphic>
          <a:graphicData uri="http://schemas.openxmlformats.org/presentationml/2006/ole">
            <mc:AlternateContent xmlns:mc="http://schemas.openxmlformats.org/markup-compatibility/2006">
              <mc:Choice xmlns:v="urn:schemas-microsoft-com:vml" Requires="v">
                <p:oleObj name="公式" r:id="rId22" imgW="203040" imgH="393480" progId="Equation.3">
                  <p:embed/>
                </p:oleObj>
              </mc:Choice>
              <mc:Fallback>
                <p:oleObj name="公式" r:id="rId22" imgW="203040" imgH="393480" progId="Equation.3">
                  <p:embed/>
                  <p:pic>
                    <p:nvPicPr>
                      <p:cNvPr id="0" name="Object 35"/>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6300788" y="5157788"/>
                        <a:ext cx="612775" cy="11858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0628" name="Object 36">
            <a:extLst>
              <a:ext uri="{FF2B5EF4-FFF2-40B4-BE49-F238E27FC236}">
                <a16:creationId xmlns:a16="http://schemas.microsoft.com/office/drawing/2014/main" id="{90C809F2-7E6F-076E-18BB-25A9427DCB46}"/>
              </a:ext>
            </a:extLst>
          </p:cNvPr>
          <p:cNvGraphicFramePr>
            <a:graphicFrameLocks noChangeAspect="1"/>
          </p:cNvGraphicFramePr>
          <p:nvPr/>
        </p:nvGraphicFramePr>
        <p:xfrm>
          <a:off x="395288" y="5084763"/>
          <a:ext cx="4105275" cy="1368425"/>
        </p:xfrm>
        <a:graphic>
          <a:graphicData uri="http://schemas.openxmlformats.org/presentationml/2006/ole">
            <mc:AlternateContent xmlns:mc="http://schemas.openxmlformats.org/markup-compatibility/2006">
              <mc:Choice xmlns:v="urn:schemas-microsoft-com:vml" Requires="v">
                <p:oleObj name="公式" r:id="rId24" imgW="1117440" imgH="393480" progId="Equation.3">
                  <p:embed/>
                </p:oleObj>
              </mc:Choice>
              <mc:Fallback>
                <p:oleObj name="公式" r:id="rId24" imgW="1117440" imgH="393480" progId="Equation.3">
                  <p:embed/>
                  <p:pic>
                    <p:nvPicPr>
                      <p:cNvPr id="0" name="Object 36"/>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95288" y="5084763"/>
                        <a:ext cx="4105275" cy="1368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D91FA1ED-278D-D0C6-F532-1AE0AADA8CBA}"/>
              </a:ext>
            </a:extLst>
          </p:cNvPr>
          <p:cNvSpPr>
            <a:spLocks noRot="1" noChangeArrowheads="1"/>
          </p:cNvSpPr>
          <p:nvPr/>
        </p:nvSpPr>
        <p:spPr bwMode="auto">
          <a:xfrm>
            <a:off x="0" y="765175"/>
            <a:ext cx="8351838" cy="935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sz="2400" b="1">
                <a:solidFill>
                  <a:srgbClr val="000066"/>
                </a:solidFill>
                <a:latin typeface="Times New Roman" panose="02020603050405020304" pitchFamily="18" charset="0"/>
                <a:ea typeface="楷体_GB2312" pitchFamily="49" charset="-122"/>
              </a:rPr>
              <a:t>Analysis and Characterized of LTI Systems Using  the Laplace Transform</a:t>
            </a:r>
          </a:p>
        </p:txBody>
      </p:sp>
      <p:sp>
        <p:nvSpPr>
          <p:cNvPr id="52227" name="Rectangle 3">
            <a:extLst>
              <a:ext uri="{FF2B5EF4-FFF2-40B4-BE49-F238E27FC236}">
                <a16:creationId xmlns:a16="http://schemas.microsoft.com/office/drawing/2014/main" id="{DAAD3FAB-990B-1A49-285F-A31DB61BE71F}"/>
              </a:ext>
            </a:extLst>
          </p:cNvPr>
          <p:cNvSpPr>
            <a:spLocks noRot="1" noChangeArrowheads="1"/>
          </p:cNvSpPr>
          <p:nvPr/>
        </p:nvSpPr>
        <p:spPr bwMode="auto">
          <a:xfrm>
            <a:off x="0" y="1700213"/>
            <a:ext cx="6011863"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9144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1371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18288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3600" b="1">
                <a:solidFill>
                  <a:srgbClr val="760C04"/>
                </a:solidFill>
                <a:latin typeface="楷体_GB2312" pitchFamily="49" charset="-122"/>
                <a:ea typeface="楷体_GB2312" pitchFamily="49" charset="-122"/>
              </a:rPr>
              <a:t>一</a:t>
            </a:r>
            <a:r>
              <a:rPr lang="en-US" altLang="zh-CN" sz="3600" b="1">
                <a:solidFill>
                  <a:srgbClr val="760C04"/>
                </a:solidFill>
                <a:latin typeface="楷体_GB2312" pitchFamily="49" charset="-122"/>
                <a:ea typeface="楷体_GB2312" pitchFamily="49" charset="-122"/>
              </a:rPr>
              <a:t>. </a:t>
            </a:r>
            <a:r>
              <a:rPr lang="zh-CN" altLang="en-US" sz="3600" b="1">
                <a:solidFill>
                  <a:srgbClr val="760C04"/>
                </a:solidFill>
                <a:latin typeface="楷体_GB2312" pitchFamily="49" charset="-122"/>
                <a:ea typeface="楷体_GB2312" pitchFamily="49" charset="-122"/>
              </a:rPr>
              <a:t>系统函数的概念：</a:t>
            </a:r>
          </a:p>
        </p:txBody>
      </p:sp>
      <p:sp>
        <p:nvSpPr>
          <p:cNvPr id="52228" name="Text Box 4">
            <a:extLst>
              <a:ext uri="{FF2B5EF4-FFF2-40B4-BE49-F238E27FC236}">
                <a16:creationId xmlns:a16="http://schemas.microsoft.com/office/drawing/2014/main" id="{187246E9-5CE8-EB18-6FBE-DE15E870F992}"/>
              </a:ext>
            </a:extLst>
          </p:cNvPr>
          <p:cNvSpPr txBox="1">
            <a:spLocks noChangeArrowheads="1"/>
          </p:cNvSpPr>
          <p:nvPr/>
        </p:nvSpPr>
        <p:spPr bwMode="auto">
          <a:xfrm>
            <a:off x="0" y="2420938"/>
            <a:ext cx="8893175"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en-US" altLang="zh-CN" sz="2800" b="1">
                <a:latin typeface="楷体_GB2312" pitchFamily="49" charset="-122"/>
                <a:ea typeface="楷体_GB2312" pitchFamily="49" charset="-122"/>
              </a:rPr>
              <a:t>  </a:t>
            </a:r>
            <a:r>
              <a:rPr lang="zh-CN" altLang="en-US" sz="3600" b="1">
                <a:solidFill>
                  <a:srgbClr val="000066"/>
                </a:solidFill>
                <a:latin typeface="楷体_GB2312" pitchFamily="49" charset="-122"/>
                <a:ea typeface="楷体_GB2312" pitchFamily="49" charset="-122"/>
              </a:rPr>
              <a:t>以卷积特性为基础，可以建立</a:t>
            </a:r>
            <a:r>
              <a:rPr lang="en-US" altLang="zh-CN" sz="3600" b="1">
                <a:solidFill>
                  <a:srgbClr val="000066"/>
                </a:solidFill>
                <a:latin typeface="Times New Roman" panose="02020603050405020304" pitchFamily="18" charset="0"/>
                <a:ea typeface="楷体_GB2312" pitchFamily="49" charset="-122"/>
              </a:rPr>
              <a:t>LTI</a:t>
            </a:r>
            <a:r>
              <a:rPr lang="zh-CN" altLang="en-US" sz="3600" b="1">
                <a:solidFill>
                  <a:srgbClr val="000066"/>
                </a:solidFill>
                <a:latin typeface="楷体_GB2312" pitchFamily="49" charset="-122"/>
                <a:ea typeface="楷体_GB2312" pitchFamily="49" charset="-122"/>
              </a:rPr>
              <a:t>系统的拉氏变换分析方法，即</a:t>
            </a:r>
          </a:p>
        </p:txBody>
      </p:sp>
      <p:graphicFrame>
        <p:nvGraphicFramePr>
          <p:cNvPr id="52229" name="Object 5">
            <a:extLst>
              <a:ext uri="{FF2B5EF4-FFF2-40B4-BE49-F238E27FC236}">
                <a16:creationId xmlns:a16="http://schemas.microsoft.com/office/drawing/2014/main" id="{1C272629-E881-5E54-CA1C-3AE7D6ECB579}"/>
              </a:ext>
            </a:extLst>
          </p:cNvPr>
          <p:cNvGraphicFramePr>
            <a:graphicFrameLocks noChangeAspect="1"/>
          </p:cNvGraphicFramePr>
          <p:nvPr/>
        </p:nvGraphicFramePr>
        <p:xfrm>
          <a:off x="2484438" y="4149725"/>
          <a:ext cx="3671887" cy="646113"/>
        </p:xfrm>
        <a:graphic>
          <a:graphicData uri="http://schemas.openxmlformats.org/presentationml/2006/ole">
            <mc:AlternateContent xmlns:mc="http://schemas.openxmlformats.org/markup-compatibility/2006">
              <mc:Choice xmlns:v="urn:schemas-microsoft-com:vml" Requires="v">
                <p:oleObj name="Equation" r:id="rId2" imgW="1155600" imgH="203040" progId="Equation.DSMT4">
                  <p:embed/>
                </p:oleObj>
              </mc:Choice>
              <mc:Fallback>
                <p:oleObj name="Equation" r:id="rId2" imgW="1155600" imgH="203040" progId="Equation.DSMT4">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4438" y="4149725"/>
                        <a:ext cx="3671887" cy="64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2231" name="Text Box 7">
            <a:extLst>
              <a:ext uri="{FF2B5EF4-FFF2-40B4-BE49-F238E27FC236}">
                <a16:creationId xmlns:a16="http://schemas.microsoft.com/office/drawing/2014/main" id="{3D0A65A8-D8FF-93F4-FF79-6FEC941B4D8C}"/>
              </a:ext>
            </a:extLst>
          </p:cNvPr>
          <p:cNvSpPr txBox="1">
            <a:spLocks noChangeArrowheads="1"/>
          </p:cNvSpPr>
          <p:nvPr/>
        </p:nvSpPr>
        <p:spPr bwMode="auto">
          <a:xfrm>
            <a:off x="250825" y="4797425"/>
            <a:ext cx="7467600"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en-US" altLang="zh-CN" sz="2800" b="1">
                <a:latin typeface="楷体_GB2312" pitchFamily="49" charset="-122"/>
                <a:ea typeface="楷体_GB2312" pitchFamily="49" charset="-122"/>
              </a:rPr>
              <a:t>  </a:t>
            </a:r>
            <a:r>
              <a:rPr lang="zh-CN" altLang="en-US" sz="3600" b="1">
                <a:solidFill>
                  <a:srgbClr val="000066"/>
                </a:solidFill>
                <a:latin typeface="楷体_GB2312" pitchFamily="49" charset="-122"/>
                <a:ea typeface="楷体_GB2312" pitchFamily="49" charset="-122"/>
              </a:rPr>
              <a:t>其中    是    的拉氏变换，称为</a:t>
            </a:r>
            <a:r>
              <a:rPr lang="zh-CN" altLang="en-US" sz="3600" b="1">
                <a:solidFill>
                  <a:srgbClr val="760C04"/>
                </a:solidFill>
                <a:latin typeface="楷体_GB2312" pitchFamily="49" charset="-122"/>
                <a:ea typeface="楷体_GB2312" pitchFamily="49" charset="-122"/>
              </a:rPr>
              <a:t>系统函数</a:t>
            </a:r>
            <a:r>
              <a:rPr lang="zh-CN" altLang="en-US" sz="3600" b="1">
                <a:solidFill>
                  <a:srgbClr val="000066"/>
                </a:solidFill>
                <a:latin typeface="楷体_GB2312" pitchFamily="49" charset="-122"/>
                <a:ea typeface="楷体_GB2312" pitchFamily="49" charset="-122"/>
              </a:rPr>
              <a:t>或</a:t>
            </a:r>
            <a:r>
              <a:rPr lang="zh-CN" altLang="en-US" sz="3600" b="1">
                <a:solidFill>
                  <a:srgbClr val="760C04"/>
                </a:solidFill>
                <a:latin typeface="楷体_GB2312" pitchFamily="49" charset="-122"/>
                <a:ea typeface="楷体_GB2312" pitchFamily="49" charset="-122"/>
              </a:rPr>
              <a:t>转移函数</a:t>
            </a:r>
            <a:r>
              <a:rPr lang="zh-CN" altLang="en-US" sz="3600" b="1">
                <a:solidFill>
                  <a:srgbClr val="000066"/>
                </a:solidFill>
                <a:latin typeface="楷体_GB2312" pitchFamily="49" charset="-122"/>
                <a:ea typeface="楷体_GB2312" pitchFamily="49" charset="-122"/>
              </a:rPr>
              <a:t>。</a:t>
            </a:r>
          </a:p>
        </p:txBody>
      </p:sp>
      <p:graphicFrame>
        <p:nvGraphicFramePr>
          <p:cNvPr id="52232" name="Object 8">
            <a:extLst>
              <a:ext uri="{FF2B5EF4-FFF2-40B4-BE49-F238E27FC236}">
                <a16:creationId xmlns:a16="http://schemas.microsoft.com/office/drawing/2014/main" id="{5EE67B3C-3E16-9ED8-4707-FF6B45E1083F}"/>
              </a:ext>
            </a:extLst>
          </p:cNvPr>
          <p:cNvGraphicFramePr>
            <a:graphicFrameLocks noChangeAspect="1"/>
          </p:cNvGraphicFramePr>
          <p:nvPr/>
        </p:nvGraphicFramePr>
        <p:xfrm>
          <a:off x="1619250" y="5157788"/>
          <a:ext cx="762000" cy="454025"/>
        </p:xfrm>
        <a:graphic>
          <a:graphicData uri="http://schemas.openxmlformats.org/presentationml/2006/ole">
            <mc:AlternateContent xmlns:mc="http://schemas.openxmlformats.org/markup-compatibility/2006">
              <mc:Choice xmlns:v="urn:schemas-microsoft-com:vml" Requires="v">
                <p:oleObj name="Equation" r:id="rId4" imgW="355320" imgH="203040" progId="Equation.DSMT4">
                  <p:embed/>
                </p:oleObj>
              </mc:Choice>
              <mc:Fallback>
                <p:oleObj name="Equation" r:id="rId4" imgW="355320" imgH="203040" progId="Equation.DSMT4">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19250" y="5157788"/>
                        <a:ext cx="762000"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2233" name="Object 9">
            <a:extLst>
              <a:ext uri="{FF2B5EF4-FFF2-40B4-BE49-F238E27FC236}">
                <a16:creationId xmlns:a16="http://schemas.microsoft.com/office/drawing/2014/main" id="{0D233944-9095-4A30-FC6D-C6CA2609F0F8}"/>
              </a:ext>
            </a:extLst>
          </p:cNvPr>
          <p:cNvGraphicFramePr>
            <a:graphicFrameLocks noChangeAspect="1"/>
          </p:cNvGraphicFramePr>
          <p:nvPr/>
        </p:nvGraphicFramePr>
        <p:xfrm>
          <a:off x="3132138" y="5157788"/>
          <a:ext cx="681037" cy="517525"/>
        </p:xfrm>
        <a:graphic>
          <a:graphicData uri="http://schemas.openxmlformats.org/presentationml/2006/ole">
            <mc:AlternateContent xmlns:mc="http://schemas.openxmlformats.org/markup-compatibility/2006">
              <mc:Choice xmlns:v="urn:schemas-microsoft-com:vml" Requires="v">
                <p:oleObj name="Equation" r:id="rId6" imgW="279360" imgH="203040" progId="Equation.DSMT4">
                  <p:embed/>
                </p:oleObj>
              </mc:Choice>
              <mc:Fallback>
                <p:oleObj name="Equation" r:id="rId6" imgW="279360" imgH="203040" progId="Equation.DSMT4">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32138" y="5157788"/>
                        <a:ext cx="681037"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2235" name="Rectangle 11">
            <a:extLst>
              <a:ext uri="{FF2B5EF4-FFF2-40B4-BE49-F238E27FC236}">
                <a16:creationId xmlns:a16="http://schemas.microsoft.com/office/drawing/2014/main" id="{2A4A6467-A3E4-8CD3-7EB5-D065A9BA2C4A}"/>
              </a:ext>
            </a:extLst>
          </p:cNvPr>
          <p:cNvSpPr>
            <a:spLocks noChangeArrowheads="1"/>
          </p:cNvSpPr>
          <p:nvPr/>
        </p:nvSpPr>
        <p:spPr bwMode="auto">
          <a:xfrm>
            <a:off x="250825" y="209550"/>
            <a:ext cx="70485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b="1">
                <a:solidFill>
                  <a:srgbClr val="000066"/>
                </a:solidFill>
                <a:latin typeface="Times New Roman" panose="02020603050405020304" pitchFamily="18" charset="0"/>
                <a:ea typeface="楷体_GB2312" pitchFamily="49" charset="-122"/>
              </a:rPr>
              <a:t>9.7</a:t>
            </a:r>
            <a:r>
              <a:rPr lang="zh-CN" altLang="en-US" sz="3600" b="1">
                <a:solidFill>
                  <a:srgbClr val="000066"/>
                </a:solidFill>
                <a:latin typeface="Times New Roman" panose="02020603050405020304" pitchFamily="18" charset="0"/>
                <a:ea typeface="楷体_GB2312" pitchFamily="49" charset="-122"/>
              </a:rPr>
              <a:t>用拉氏变换分析与表征</a:t>
            </a:r>
            <a:r>
              <a:rPr lang="en-US" altLang="zh-CN" sz="3600" b="1">
                <a:solidFill>
                  <a:srgbClr val="000066"/>
                </a:solidFill>
                <a:latin typeface="Times New Roman" panose="02020603050405020304" pitchFamily="18" charset="0"/>
                <a:ea typeface="楷体_GB2312" pitchFamily="49" charset="-122"/>
              </a:rPr>
              <a:t>LTI</a:t>
            </a:r>
            <a:r>
              <a:rPr lang="zh-CN" altLang="en-US" sz="3600" b="1">
                <a:solidFill>
                  <a:srgbClr val="000066"/>
                </a:solidFill>
                <a:latin typeface="Times New Roman" panose="02020603050405020304" pitchFamily="18" charset="0"/>
                <a:ea typeface="楷体_GB2312" pitchFamily="49" charset="-122"/>
              </a:rPr>
              <a:t>系统</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2227"/>
                                        </p:tgtEl>
                                        <p:attrNameLst>
                                          <p:attrName>style.visibility</p:attrName>
                                        </p:attrNameLst>
                                      </p:cBhvr>
                                      <p:to>
                                        <p:strVal val="visible"/>
                                      </p:to>
                                    </p:set>
                                    <p:anim calcmode="lin" valueType="num">
                                      <p:cBhvr additive="base">
                                        <p:cTn id="7" dur="500" fill="hold"/>
                                        <p:tgtEl>
                                          <p:spTgt spid="52227"/>
                                        </p:tgtEl>
                                        <p:attrNameLst>
                                          <p:attrName>ppt_x</p:attrName>
                                        </p:attrNameLst>
                                      </p:cBhvr>
                                      <p:tavLst>
                                        <p:tav tm="0">
                                          <p:val>
                                            <p:strVal val="0-#ppt_w/2"/>
                                          </p:val>
                                        </p:tav>
                                        <p:tav tm="100000">
                                          <p:val>
                                            <p:strVal val="#ppt_x"/>
                                          </p:val>
                                        </p:tav>
                                      </p:tavLst>
                                    </p:anim>
                                    <p:anim calcmode="lin" valueType="num">
                                      <p:cBhvr additive="base">
                                        <p:cTn id="8" dur="500" fill="hold"/>
                                        <p:tgtEl>
                                          <p:spTgt spid="52227"/>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2228"/>
                                        </p:tgtEl>
                                        <p:attrNameLst>
                                          <p:attrName>style.visibility</p:attrName>
                                        </p:attrNameLst>
                                      </p:cBhvr>
                                      <p:to>
                                        <p:strVal val="visible"/>
                                      </p:to>
                                    </p:set>
                                    <p:anim calcmode="lin" valueType="num">
                                      <p:cBhvr additive="base">
                                        <p:cTn id="13" dur="500" fill="hold"/>
                                        <p:tgtEl>
                                          <p:spTgt spid="52228"/>
                                        </p:tgtEl>
                                        <p:attrNameLst>
                                          <p:attrName>ppt_x</p:attrName>
                                        </p:attrNameLst>
                                      </p:cBhvr>
                                      <p:tavLst>
                                        <p:tav tm="0">
                                          <p:val>
                                            <p:strVal val="0-#ppt_w/2"/>
                                          </p:val>
                                        </p:tav>
                                        <p:tav tm="100000">
                                          <p:val>
                                            <p:strVal val="#ppt_x"/>
                                          </p:val>
                                        </p:tav>
                                      </p:tavLst>
                                    </p:anim>
                                    <p:anim calcmode="lin" valueType="num">
                                      <p:cBhvr additive="base">
                                        <p:cTn id="14" dur="500" fill="hold"/>
                                        <p:tgtEl>
                                          <p:spTgt spid="52228"/>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52229"/>
                                        </p:tgtEl>
                                        <p:attrNameLst>
                                          <p:attrName>style.visibility</p:attrName>
                                        </p:attrNameLst>
                                      </p:cBhvr>
                                      <p:to>
                                        <p:strVal val="visible"/>
                                      </p:to>
                                    </p:set>
                                    <p:anim calcmode="lin" valueType="num">
                                      <p:cBhvr additive="base">
                                        <p:cTn id="19" dur="500" fill="hold"/>
                                        <p:tgtEl>
                                          <p:spTgt spid="52229"/>
                                        </p:tgtEl>
                                        <p:attrNameLst>
                                          <p:attrName>ppt_x</p:attrName>
                                        </p:attrNameLst>
                                      </p:cBhvr>
                                      <p:tavLst>
                                        <p:tav tm="0">
                                          <p:val>
                                            <p:strVal val="0-#ppt_w/2"/>
                                          </p:val>
                                        </p:tav>
                                        <p:tav tm="100000">
                                          <p:val>
                                            <p:strVal val="#ppt_x"/>
                                          </p:val>
                                        </p:tav>
                                      </p:tavLst>
                                    </p:anim>
                                    <p:anim calcmode="lin" valueType="num">
                                      <p:cBhvr additive="base">
                                        <p:cTn id="20" dur="500" fill="hold"/>
                                        <p:tgtEl>
                                          <p:spTgt spid="5222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7" grpId="0" autoUpdateAnimBg="0"/>
      <p:bldP spid="52228" grpId="0" autoUpdateAnimBg="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Text Box 3">
            <a:extLst>
              <a:ext uri="{FF2B5EF4-FFF2-40B4-BE49-F238E27FC236}">
                <a16:creationId xmlns:a16="http://schemas.microsoft.com/office/drawing/2014/main" id="{F8585C3B-A914-38FC-7DD1-C1D2C90645C9}"/>
              </a:ext>
            </a:extLst>
          </p:cNvPr>
          <p:cNvSpPr txBox="1">
            <a:spLocks noChangeArrowheads="1"/>
          </p:cNvSpPr>
          <p:nvPr/>
        </p:nvSpPr>
        <p:spPr bwMode="auto">
          <a:xfrm>
            <a:off x="0" y="2205038"/>
            <a:ext cx="9144000" cy="2563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en-US" altLang="zh-CN" sz="2800" b="1">
                <a:solidFill>
                  <a:srgbClr val="000066"/>
                </a:solidFill>
                <a:latin typeface="Times New Roman" panose="02020603050405020304" pitchFamily="18" charset="0"/>
                <a:ea typeface="楷体_GB2312" pitchFamily="49" charset="-122"/>
              </a:rPr>
              <a:t>             </a:t>
            </a:r>
            <a:r>
              <a:rPr lang="zh-CN" altLang="en-US" sz="3600" b="1">
                <a:solidFill>
                  <a:srgbClr val="000066"/>
                </a:solidFill>
                <a:latin typeface="Times New Roman" panose="02020603050405020304" pitchFamily="18" charset="0"/>
                <a:ea typeface="楷体_GB2312" pitchFamily="49" charset="-122"/>
              </a:rPr>
              <a:t>连同相应的</a:t>
            </a:r>
            <a:r>
              <a:rPr lang="en-US" altLang="zh-CN" sz="3600" b="1">
                <a:solidFill>
                  <a:srgbClr val="000066"/>
                </a:solidFill>
                <a:latin typeface="Times New Roman" panose="02020603050405020304" pitchFamily="18" charset="0"/>
                <a:ea typeface="楷体_GB2312" pitchFamily="49" charset="-122"/>
              </a:rPr>
              <a:t>ROC</a:t>
            </a:r>
            <a:r>
              <a:rPr lang="zh-CN" altLang="en-US" sz="3600" b="1">
                <a:solidFill>
                  <a:srgbClr val="000066"/>
                </a:solidFill>
                <a:latin typeface="Times New Roman" panose="02020603050405020304" pitchFamily="18" charset="0"/>
                <a:ea typeface="楷体_GB2312" pitchFamily="49" charset="-122"/>
              </a:rPr>
              <a:t>也能完全描述一个</a:t>
            </a:r>
            <a:r>
              <a:rPr lang="en-US" altLang="zh-CN" sz="3600" b="1">
                <a:solidFill>
                  <a:srgbClr val="000066"/>
                </a:solidFill>
                <a:latin typeface="Times New Roman" panose="02020603050405020304" pitchFamily="18" charset="0"/>
                <a:ea typeface="楷体_GB2312" pitchFamily="49" charset="-122"/>
              </a:rPr>
              <a:t>LTI</a:t>
            </a:r>
            <a:r>
              <a:rPr lang="zh-CN" altLang="en-US" sz="3600" b="1">
                <a:solidFill>
                  <a:srgbClr val="000066"/>
                </a:solidFill>
                <a:latin typeface="Times New Roman" panose="02020603050405020304" pitchFamily="18" charset="0"/>
                <a:ea typeface="楷体_GB2312" pitchFamily="49" charset="-122"/>
              </a:rPr>
              <a:t>系统。系统的许多重要特性在        及其</a:t>
            </a:r>
            <a:r>
              <a:rPr lang="en-US" altLang="zh-CN" sz="3600" b="1">
                <a:solidFill>
                  <a:srgbClr val="000066"/>
                </a:solidFill>
                <a:latin typeface="Times New Roman" panose="02020603050405020304" pitchFamily="18" charset="0"/>
                <a:ea typeface="楷体_GB2312" pitchFamily="49" charset="-122"/>
              </a:rPr>
              <a:t>ROC</a:t>
            </a:r>
            <a:r>
              <a:rPr lang="zh-CN" altLang="en-US" sz="3600" b="1">
                <a:solidFill>
                  <a:srgbClr val="000066"/>
                </a:solidFill>
                <a:latin typeface="Times New Roman" panose="02020603050405020304" pitchFamily="18" charset="0"/>
                <a:ea typeface="楷体_GB2312" pitchFamily="49" charset="-122"/>
              </a:rPr>
              <a:t>中一定有具体的体现。</a:t>
            </a:r>
          </a:p>
        </p:txBody>
      </p:sp>
      <p:graphicFrame>
        <p:nvGraphicFramePr>
          <p:cNvPr id="51204" name="Object 4">
            <a:extLst>
              <a:ext uri="{FF2B5EF4-FFF2-40B4-BE49-F238E27FC236}">
                <a16:creationId xmlns:a16="http://schemas.microsoft.com/office/drawing/2014/main" id="{D3687331-4B88-9197-A9B5-6D6D7E6CDF1B}"/>
              </a:ext>
            </a:extLst>
          </p:cNvPr>
          <p:cNvGraphicFramePr>
            <a:graphicFrameLocks noChangeAspect="1"/>
          </p:cNvGraphicFramePr>
          <p:nvPr/>
        </p:nvGraphicFramePr>
        <p:xfrm>
          <a:off x="250825" y="2420938"/>
          <a:ext cx="1152525" cy="598487"/>
        </p:xfrm>
        <a:graphic>
          <a:graphicData uri="http://schemas.openxmlformats.org/presentationml/2006/ole">
            <mc:AlternateContent xmlns:mc="http://schemas.openxmlformats.org/markup-compatibility/2006">
              <mc:Choice xmlns:v="urn:schemas-microsoft-com:vml" Requires="v">
                <p:oleObj name="Equation" r:id="rId2" imgW="355320" imgH="203040" progId="Equation.DSMT4">
                  <p:embed/>
                </p:oleObj>
              </mc:Choice>
              <mc:Fallback>
                <p:oleObj name="Equation" r:id="rId2" imgW="355320" imgH="203040" progId="Equation.DSMT4">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25" y="2420938"/>
                        <a:ext cx="1152525" cy="598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205" name="Object 5">
            <a:extLst>
              <a:ext uri="{FF2B5EF4-FFF2-40B4-BE49-F238E27FC236}">
                <a16:creationId xmlns:a16="http://schemas.microsoft.com/office/drawing/2014/main" id="{5DCB7D50-4B6F-4CD1-3DF2-A00BC23F4C27}"/>
              </a:ext>
            </a:extLst>
          </p:cNvPr>
          <p:cNvGraphicFramePr>
            <a:graphicFrameLocks noChangeAspect="1"/>
          </p:cNvGraphicFramePr>
          <p:nvPr/>
        </p:nvGraphicFramePr>
        <p:xfrm>
          <a:off x="6084888" y="3284538"/>
          <a:ext cx="957262" cy="496887"/>
        </p:xfrm>
        <a:graphic>
          <a:graphicData uri="http://schemas.openxmlformats.org/presentationml/2006/ole">
            <mc:AlternateContent xmlns:mc="http://schemas.openxmlformats.org/markup-compatibility/2006">
              <mc:Choice xmlns:v="urn:schemas-microsoft-com:vml" Requires="v">
                <p:oleObj name="Equation" r:id="rId2" imgW="355320" imgH="203040" progId="Equation.DSMT4">
                  <p:embed/>
                </p:oleObj>
              </mc:Choice>
              <mc:Fallback>
                <p:oleObj name="Equation" r:id="rId2" imgW="355320" imgH="203040" progId="Equation.DSMT4">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84888" y="3284538"/>
                        <a:ext cx="957262"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1206" name="Rectangle 6">
            <a:extLst>
              <a:ext uri="{FF2B5EF4-FFF2-40B4-BE49-F238E27FC236}">
                <a16:creationId xmlns:a16="http://schemas.microsoft.com/office/drawing/2014/main" id="{F8275F85-7D04-8064-9388-54AC119D1D8B}"/>
              </a:ext>
            </a:extLst>
          </p:cNvPr>
          <p:cNvSpPr>
            <a:spLocks noRot="1" noChangeArrowheads="1"/>
          </p:cNvSpPr>
          <p:nvPr/>
        </p:nvSpPr>
        <p:spPr bwMode="auto">
          <a:xfrm>
            <a:off x="0" y="4797425"/>
            <a:ext cx="7164388"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9144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1371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18288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3600" b="1">
                <a:solidFill>
                  <a:srgbClr val="760C04"/>
                </a:solidFill>
                <a:latin typeface="Times New Roman" panose="02020603050405020304" pitchFamily="18" charset="0"/>
                <a:ea typeface="楷体_GB2312" pitchFamily="49" charset="-122"/>
              </a:rPr>
              <a:t>二</a:t>
            </a:r>
            <a:r>
              <a:rPr lang="en-US" altLang="zh-CN" sz="3600" b="1">
                <a:solidFill>
                  <a:srgbClr val="760C04"/>
                </a:solidFill>
                <a:latin typeface="Times New Roman" panose="02020603050405020304" pitchFamily="18" charset="0"/>
                <a:ea typeface="楷体_GB2312" pitchFamily="49" charset="-122"/>
              </a:rPr>
              <a:t>.  </a:t>
            </a:r>
            <a:r>
              <a:rPr lang="zh-CN" altLang="en-US" sz="3600" b="1">
                <a:solidFill>
                  <a:srgbClr val="760C04"/>
                </a:solidFill>
                <a:latin typeface="Times New Roman" panose="02020603050405020304" pitchFamily="18" charset="0"/>
                <a:ea typeface="楷体_GB2312" pitchFamily="49" charset="-122"/>
              </a:rPr>
              <a:t>用系统函数表征</a:t>
            </a:r>
            <a:r>
              <a:rPr lang="en-US" altLang="zh-CN" sz="3600" b="1">
                <a:solidFill>
                  <a:srgbClr val="760C04"/>
                </a:solidFill>
                <a:latin typeface="Times New Roman" panose="02020603050405020304" pitchFamily="18" charset="0"/>
                <a:ea typeface="楷体_GB2312" pitchFamily="49" charset="-122"/>
              </a:rPr>
              <a:t>LTI</a:t>
            </a:r>
            <a:r>
              <a:rPr lang="zh-CN" altLang="en-US" sz="3600" b="1">
                <a:solidFill>
                  <a:srgbClr val="760C04"/>
                </a:solidFill>
                <a:latin typeface="Times New Roman" panose="02020603050405020304" pitchFamily="18" charset="0"/>
                <a:ea typeface="楷体_GB2312" pitchFamily="49" charset="-122"/>
              </a:rPr>
              <a:t>系统：</a:t>
            </a:r>
          </a:p>
        </p:txBody>
      </p:sp>
      <p:sp>
        <p:nvSpPr>
          <p:cNvPr id="51207" name="Text Box 7">
            <a:extLst>
              <a:ext uri="{FF2B5EF4-FFF2-40B4-BE49-F238E27FC236}">
                <a16:creationId xmlns:a16="http://schemas.microsoft.com/office/drawing/2014/main" id="{0183C869-67FE-9D5B-59EC-623D117198CA}"/>
              </a:ext>
            </a:extLst>
          </p:cNvPr>
          <p:cNvSpPr txBox="1">
            <a:spLocks noChangeArrowheads="1"/>
          </p:cNvSpPr>
          <p:nvPr/>
        </p:nvSpPr>
        <p:spPr bwMode="auto">
          <a:xfrm>
            <a:off x="0" y="5418138"/>
            <a:ext cx="25273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b="1">
                <a:solidFill>
                  <a:srgbClr val="760C04"/>
                </a:solidFill>
                <a:ea typeface="楷体_GB2312" pitchFamily="49" charset="-122"/>
              </a:rPr>
              <a:t>1. </a:t>
            </a:r>
            <a:r>
              <a:rPr lang="zh-CN" altLang="en-US" sz="3600" b="1">
                <a:solidFill>
                  <a:srgbClr val="760C04"/>
                </a:solidFill>
                <a:ea typeface="楷体_GB2312" pitchFamily="49" charset="-122"/>
              </a:rPr>
              <a:t>因果性：</a:t>
            </a:r>
          </a:p>
        </p:txBody>
      </p:sp>
      <p:grpSp>
        <p:nvGrpSpPr>
          <p:cNvPr id="51208" name="Group 8">
            <a:extLst>
              <a:ext uri="{FF2B5EF4-FFF2-40B4-BE49-F238E27FC236}">
                <a16:creationId xmlns:a16="http://schemas.microsoft.com/office/drawing/2014/main" id="{9EBCDFA5-40C2-E811-50C5-BA173E7EB510}"/>
              </a:ext>
            </a:extLst>
          </p:cNvPr>
          <p:cNvGrpSpPr>
            <a:grpSpLocks/>
          </p:cNvGrpSpPr>
          <p:nvPr/>
        </p:nvGrpSpPr>
        <p:grpSpPr bwMode="auto">
          <a:xfrm>
            <a:off x="2268538" y="5516563"/>
            <a:ext cx="6443662" cy="563562"/>
            <a:chOff x="794" y="3600"/>
            <a:chExt cx="4059" cy="355"/>
          </a:xfrm>
        </p:grpSpPr>
        <p:sp>
          <p:nvSpPr>
            <p:cNvPr id="51209" name="Rectangle 9">
              <a:extLst>
                <a:ext uri="{FF2B5EF4-FFF2-40B4-BE49-F238E27FC236}">
                  <a16:creationId xmlns:a16="http://schemas.microsoft.com/office/drawing/2014/main" id="{1A4E30FD-A95F-EFAE-E560-2B5A356BA61C}"/>
                </a:ext>
              </a:extLst>
            </p:cNvPr>
            <p:cNvSpPr>
              <a:spLocks noChangeArrowheads="1"/>
            </p:cNvSpPr>
            <p:nvPr/>
          </p:nvSpPr>
          <p:spPr bwMode="auto">
            <a:xfrm>
              <a:off x="794" y="3600"/>
              <a:ext cx="405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b="1">
                  <a:solidFill>
                    <a:srgbClr val="000066"/>
                  </a:solidFill>
                  <a:latin typeface="楷体_GB2312" pitchFamily="49" charset="-122"/>
                  <a:ea typeface="楷体_GB2312" pitchFamily="49" charset="-122"/>
                </a:rPr>
                <a:t>如果     时      ，则</a:t>
              </a:r>
              <a:r>
                <a:rPr lang="zh-CN" altLang="en-US" sz="2800" b="1">
                  <a:solidFill>
                    <a:srgbClr val="760C04"/>
                  </a:solidFill>
                  <a:latin typeface="楷体_GB2312" pitchFamily="49" charset="-122"/>
                  <a:ea typeface="楷体_GB2312" pitchFamily="49" charset="-122"/>
                </a:rPr>
                <a:t>系统是因果的</a:t>
              </a:r>
              <a:r>
                <a:rPr lang="zh-CN" altLang="en-US" sz="2800" b="1">
                  <a:solidFill>
                    <a:srgbClr val="000066"/>
                  </a:solidFill>
                  <a:latin typeface="楷体_GB2312" pitchFamily="49" charset="-122"/>
                  <a:ea typeface="楷体_GB2312" pitchFamily="49" charset="-122"/>
                </a:rPr>
                <a:t>。</a:t>
              </a:r>
            </a:p>
          </p:txBody>
        </p:sp>
        <p:graphicFrame>
          <p:nvGraphicFramePr>
            <p:cNvPr id="51210" name="Object 10">
              <a:extLst>
                <a:ext uri="{FF2B5EF4-FFF2-40B4-BE49-F238E27FC236}">
                  <a16:creationId xmlns:a16="http://schemas.microsoft.com/office/drawing/2014/main" id="{CD584838-6D87-FC3C-139D-2A68D93F33A3}"/>
                </a:ext>
              </a:extLst>
            </p:cNvPr>
            <p:cNvGraphicFramePr>
              <a:graphicFrameLocks noChangeAspect="1"/>
            </p:cNvGraphicFramePr>
            <p:nvPr/>
          </p:nvGraphicFramePr>
          <p:xfrm>
            <a:off x="1344" y="3648"/>
            <a:ext cx="483" cy="271"/>
          </p:xfrm>
          <a:graphic>
            <a:graphicData uri="http://schemas.openxmlformats.org/presentationml/2006/ole">
              <mc:AlternateContent xmlns:mc="http://schemas.openxmlformats.org/markup-compatibility/2006">
                <mc:Choice xmlns:v="urn:schemas-microsoft-com:vml" Requires="v">
                  <p:oleObj name="Equation" r:id="rId4" imgW="317160" imgH="177480" progId="Equation.DSMT4">
                    <p:embed/>
                  </p:oleObj>
                </mc:Choice>
                <mc:Fallback>
                  <p:oleObj name="Equation" r:id="rId4" imgW="317160" imgH="177480" progId="Equation.DSMT4">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44" y="3648"/>
                          <a:ext cx="483" cy="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211" name="Object 11">
              <a:extLst>
                <a:ext uri="{FF2B5EF4-FFF2-40B4-BE49-F238E27FC236}">
                  <a16:creationId xmlns:a16="http://schemas.microsoft.com/office/drawing/2014/main" id="{CA7EF14F-C066-F94E-57CF-27A8CFB346A3}"/>
                </a:ext>
              </a:extLst>
            </p:cNvPr>
            <p:cNvGraphicFramePr>
              <a:graphicFrameLocks noChangeAspect="1"/>
            </p:cNvGraphicFramePr>
            <p:nvPr/>
          </p:nvGraphicFramePr>
          <p:xfrm>
            <a:off x="2052" y="3648"/>
            <a:ext cx="768" cy="307"/>
          </p:xfrm>
          <a:graphic>
            <a:graphicData uri="http://schemas.openxmlformats.org/presentationml/2006/ole">
              <mc:AlternateContent xmlns:mc="http://schemas.openxmlformats.org/markup-compatibility/2006">
                <mc:Choice xmlns:v="urn:schemas-microsoft-com:vml" Requires="v">
                  <p:oleObj name="Equation" r:id="rId6" imgW="507960" imgH="203040" progId="Equation.DSMT4">
                    <p:embed/>
                  </p:oleObj>
                </mc:Choice>
                <mc:Fallback>
                  <p:oleObj name="Equation" r:id="rId6" imgW="507960" imgH="203040" progId="Equation.DSMT4">
                    <p:embed/>
                    <p:pic>
                      <p:nvPicPr>
                        <p:cNvPr id="0" name="Object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52" y="3648"/>
                          <a:ext cx="768" cy="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pic>
        <p:nvPicPr>
          <p:cNvPr id="51212" name="Picture 12">
            <a:extLst>
              <a:ext uri="{FF2B5EF4-FFF2-40B4-BE49-F238E27FC236}">
                <a16:creationId xmlns:a16="http://schemas.microsoft.com/office/drawing/2014/main" id="{EE928A2B-AE91-584A-587F-B34B7815B49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79613" y="692150"/>
            <a:ext cx="4175125" cy="746125"/>
          </a:xfrm>
          <a:prstGeom prst="rect">
            <a:avLst/>
          </a:prstGeom>
          <a:noFill/>
          <a:extLst>
            <a:ext uri="{909E8E84-426E-40DD-AFC4-6F175D3DCCD1}">
              <a14:hiddenFill xmlns:a14="http://schemas.microsoft.com/office/drawing/2010/main">
                <a:solidFill>
                  <a:srgbClr val="FFFFFF"/>
                </a:solidFill>
              </a14:hiddenFill>
            </a:ext>
          </a:extLst>
        </p:spPr>
      </p:pic>
      <p:pic>
        <p:nvPicPr>
          <p:cNvPr id="51213" name="Picture 13">
            <a:extLst>
              <a:ext uri="{FF2B5EF4-FFF2-40B4-BE49-F238E27FC236}">
                <a16:creationId xmlns:a16="http://schemas.microsoft.com/office/drawing/2014/main" id="{9ADE14AF-099F-E3EF-57BD-CEE4C1B7C3B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63938" y="0"/>
            <a:ext cx="869950" cy="692150"/>
          </a:xfrm>
          <a:prstGeom prst="rect">
            <a:avLst/>
          </a:prstGeom>
          <a:noFill/>
          <a:extLst>
            <a:ext uri="{909E8E84-426E-40DD-AFC4-6F175D3DCCD1}">
              <a14:hiddenFill xmlns:a14="http://schemas.microsoft.com/office/drawing/2010/main">
                <a:solidFill>
                  <a:srgbClr val="FFFFFF"/>
                </a:solidFill>
              </a14:hiddenFill>
            </a:ext>
          </a:extLst>
        </p:spPr>
      </p:pic>
      <p:pic>
        <p:nvPicPr>
          <p:cNvPr id="51214" name="Picture 14">
            <a:extLst>
              <a:ext uri="{FF2B5EF4-FFF2-40B4-BE49-F238E27FC236}">
                <a16:creationId xmlns:a16="http://schemas.microsoft.com/office/drawing/2014/main" id="{58E8313E-3E06-B3A0-CD5F-4C14143F32EF}"/>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19250" y="0"/>
            <a:ext cx="1800225" cy="676275"/>
          </a:xfrm>
          <a:prstGeom prst="rect">
            <a:avLst/>
          </a:prstGeom>
          <a:noFill/>
          <a:extLst>
            <a:ext uri="{909E8E84-426E-40DD-AFC4-6F175D3DCCD1}">
              <a14:hiddenFill xmlns:a14="http://schemas.microsoft.com/office/drawing/2010/main">
                <a:solidFill>
                  <a:srgbClr val="FFFFFF"/>
                </a:solidFill>
              </a14:hiddenFill>
            </a:ext>
          </a:extLst>
        </p:spPr>
      </p:pic>
      <p:pic>
        <p:nvPicPr>
          <p:cNvPr id="51215" name="Picture 15">
            <a:extLst>
              <a:ext uri="{FF2B5EF4-FFF2-40B4-BE49-F238E27FC236}">
                <a16:creationId xmlns:a16="http://schemas.microsoft.com/office/drawing/2014/main" id="{EAE89E54-9324-A328-7DEC-9111808B1661}"/>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572000" y="0"/>
            <a:ext cx="1871663" cy="731838"/>
          </a:xfrm>
          <a:prstGeom prst="rect">
            <a:avLst/>
          </a:prstGeom>
          <a:noFill/>
          <a:extLst>
            <a:ext uri="{909E8E84-426E-40DD-AFC4-6F175D3DCCD1}">
              <a14:hiddenFill xmlns:a14="http://schemas.microsoft.com/office/drawing/2010/main">
                <a:solidFill>
                  <a:srgbClr val="FFFFFF"/>
                </a:solidFill>
              </a14:hiddenFill>
            </a:ext>
          </a:extLst>
        </p:spPr>
      </p:pic>
      <p:grpSp>
        <p:nvGrpSpPr>
          <p:cNvPr id="51219" name="Group 19">
            <a:extLst>
              <a:ext uri="{FF2B5EF4-FFF2-40B4-BE49-F238E27FC236}">
                <a16:creationId xmlns:a16="http://schemas.microsoft.com/office/drawing/2014/main" id="{B5A3A2E3-F3ED-2482-07A3-3D9F6D8AF740}"/>
              </a:ext>
            </a:extLst>
          </p:cNvPr>
          <p:cNvGrpSpPr>
            <a:grpSpLocks/>
          </p:cNvGrpSpPr>
          <p:nvPr/>
        </p:nvGrpSpPr>
        <p:grpSpPr bwMode="auto">
          <a:xfrm>
            <a:off x="1547813" y="1412875"/>
            <a:ext cx="4968875" cy="822325"/>
            <a:chOff x="1746" y="1376"/>
            <a:chExt cx="2177" cy="259"/>
          </a:xfrm>
        </p:grpSpPr>
        <p:pic>
          <p:nvPicPr>
            <p:cNvPr id="51216" name="Picture 16">
              <a:extLst>
                <a:ext uri="{FF2B5EF4-FFF2-40B4-BE49-F238E27FC236}">
                  <a16:creationId xmlns:a16="http://schemas.microsoft.com/office/drawing/2014/main" id="{BDDEE1D4-06B1-9C7F-6D1B-B28D4DE87DEC}"/>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608" y="1389"/>
              <a:ext cx="480" cy="246"/>
            </a:xfrm>
            <a:prstGeom prst="rect">
              <a:avLst/>
            </a:prstGeom>
            <a:noFill/>
            <a:extLst>
              <a:ext uri="{909E8E84-426E-40DD-AFC4-6F175D3DCCD1}">
                <a14:hiddenFill xmlns:a14="http://schemas.microsoft.com/office/drawing/2010/main">
                  <a:solidFill>
                    <a:srgbClr val="FFFFFF"/>
                  </a:solidFill>
                </a14:hiddenFill>
              </a:ext>
            </a:extLst>
          </p:spPr>
        </p:pic>
        <p:pic>
          <p:nvPicPr>
            <p:cNvPr id="51217" name="Picture 17">
              <a:extLst>
                <a:ext uri="{FF2B5EF4-FFF2-40B4-BE49-F238E27FC236}">
                  <a16:creationId xmlns:a16="http://schemas.microsoft.com/office/drawing/2014/main" id="{F4233ED4-ACEF-CAF4-6E13-415B2DBBD0BF}"/>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46" y="1376"/>
              <a:ext cx="762" cy="240"/>
            </a:xfrm>
            <a:prstGeom prst="rect">
              <a:avLst/>
            </a:prstGeom>
            <a:noFill/>
            <a:extLst>
              <a:ext uri="{909E8E84-426E-40DD-AFC4-6F175D3DCCD1}">
                <a14:hiddenFill xmlns:a14="http://schemas.microsoft.com/office/drawing/2010/main">
                  <a:solidFill>
                    <a:srgbClr val="FFFFFF"/>
                  </a:solidFill>
                </a14:hiddenFill>
              </a:ext>
            </a:extLst>
          </p:spPr>
        </p:pic>
        <p:pic>
          <p:nvPicPr>
            <p:cNvPr id="51218" name="Picture 18">
              <a:extLst>
                <a:ext uri="{FF2B5EF4-FFF2-40B4-BE49-F238E27FC236}">
                  <a16:creationId xmlns:a16="http://schemas.microsoft.com/office/drawing/2014/main" id="{ED13969F-364E-4C88-48CE-F06D467B9B58}"/>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245" y="1400"/>
              <a:ext cx="678" cy="216"/>
            </a:xfrm>
            <a:prstGeom prst="rect">
              <a:avLst/>
            </a:prstGeom>
            <a:noFill/>
            <a:extLst>
              <a:ext uri="{909E8E84-426E-40DD-AFC4-6F175D3DCCD1}">
                <a14:hiddenFill xmlns:a14="http://schemas.microsoft.com/office/drawing/2010/main">
                  <a:solidFill>
                    <a:srgbClr val="FFFFFF"/>
                  </a:solidFill>
                </a14:hiddenFill>
              </a:ext>
            </a:extLst>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121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121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53" presetClass="entr" presetSubtype="0" fill="hold" nodeType="clickEffect">
                                  <p:stCondLst>
                                    <p:cond delay="0"/>
                                  </p:stCondLst>
                                  <p:childTnLst>
                                    <p:set>
                                      <p:cBhvr>
                                        <p:cTn id="14" dur="1" fill="hold">
                                          <p:stCondLst>
                                            <p:cond delay="0"/>
                                          </p:stCondLst>
                                        </p:cTn>
                                        <p:tgtEl>
                                          <p:spTgt spid="51214"/>
                                        </p:tgtEl>
                                        <p:attrNameLst>
                                          <p:attrName>style.visibility</p:attrName>
                                        </p:attrNameLst>
                                      </p:cBhvr>
                                      <p:to>
                                        <p:strVal val="visible"/>
                                      </p:to>
                                    </p:set>
                                    <p:anim calcmode="lin" valueType="num">
                                      <p:cBhvr>
                                        <p:cTn id="15" dur="500" fill="hold"/>
                                        <p:tgtEl>
                                          <p:spTgt spid="51214"/>
                                        </p:tgtEl>
                                        <p:attrNameLst>
                                          <p:attrName>ppt_w</p:attrName>
                                        </p:attrNameLst>
                                      </p:cBhvr>
                                      <p:tavLst>
                                        <p:tav tm="0">
                                          <p:val>
                                            <p:fltVal val="0"/>
                                          </p:val>
                                        </p:tav>
                                        <p:tav tm="100000">
                                          <p:val>
                                            <p:strVal val="#ppt_w"/>
                                          </p:val>
                                        </p:tav>
                                      </p:tavLst>
                                    </p:anim>
                                    <p:anim calcmode="lin" valueType="num">
                                      <p:cBhvr>
                                        <p:cTn id="16" dur="500" fill="hold"/>
                                        <p:tgtEl>
                                          <p:spTgt spid="51214"/>
                                        </p:tgtEl>
                                        <p:attrNameLst>
                                          <p:attrName>ppt_h</p:attrName>
                                        </p:attrNameLst>
                                      </p:cBhvr>
                                      <p:tavLst>
                                        <p:tav tm="0">
                                          <p:val>
                                            <p:fltVal val="0"/>
                                          </p:val>
                                        </p:tav>
                                        <p:tav tm="100000">
                                          <p:val>
                                            <p:strVal val="#ppt_h"/>
                                          </p:val>
                                        </p:tav>
                                      </p:tavLst>
                                    </p:anim>
                                    <p:animEffect transition="in" filter="fade">
                                      <p:cBhvr>
                                        <p:cTn id="17" dur="500"/>
                                        <p:tgtEl>
                                          <p:spTgt spid="5121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3" presetClass="entr" presetSubtype="0" fill="hold" nodeType="clickEffect">
                                  <p:stCondLst>
                                    <p:cond delay="0"/>
                                  </p:stCondLst>
                                  <p:childTnLst>
                                    <p:set>
                                      <p:cBhvr>
                                        <p:cTn id="21" dur="1" fill="hold">
                                          <p:stCondLst>
                                            <p:cond delay="0"/>
                                          </p:stCondLst>
                                        </p:cTn>
                                        <p:tgtEl>
                                          <p:spTgt spid="51215"/>
                                        </p:tgtEl>
                                        <p:attrNameLst>
                                          <p:attrName>style.visibility</p:attrName>
                                        </p:attrNameLst>
                                      </p:cBhvr>
                                      <p:to>
                                        <p:strVal val="visible"/>
                                      </p:to>
                                    </p:set>
                                    <p:anim calcmode="lin" valueType="num">
                                      <p:cBhvr>
                                        <p:cTn id="22" dur="500" fill="hold"/>
                                        <p:tgtEl>
                                          <p:spTgt spid="51215"/>
                                        </p:tgtEl>
                                        <p:attrNameLst>
                                          <p:attrName>ppt_w</p:attrName>
                                        </p:attrNameLst>
                                      </p:cBhvr>
                                      <p:tavLst>
                                        <p:tav tm="0">
                                          <p:val>
                                            <p:fltVal val="0"/>
                                          </p:val>
                                        </p:tav>
                                        <p:tav tm="100000">
                                          <p:val>
                                            <p:strVal val="#ppt_w"/>
                                          </p:val>
                                        </p:tav>
                                      </p:tavLst>
                                    </p:anim>
                                    <p:anim calcmode="lin" valueType="num">
                                      <p:cBhvr>
                                        <p:cTn id="23" dur="500" fill="hold"/>
                                        <p:tgtEl>
                                          <p:spTgt spid="51215"/>
                                        </p:tgtEl>
                                        <p:attrNameLst>
                                          <p:attrName>ppt_h</p:attrName>
                                        </p:attrNameLst>
                                      </p:cBhvr>
                                      <p:tavLst>
                                        <p:tav tm="0">
                                          <p:val>
                                            <p:fltVal val="0"/>
                                          </p:val>
                                        </p:tav>
                                        <p:tav tm="100000">
                                          <p:val>
                                            <p:strVal val="#ppt_h"/>
                                          </p:val>
                                        </p:tav>
                                      </p:tavLst>
                                    </p:anim>
                                    <p:animEffect transition="in" filter="fade">
                                      <p:cBhvr>
                                        <p:cTn id="24" dur="500"/>
                                        <p:tgtEl>
                                          <p:spTgt spid="51215"/>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51206"/>
                                        </p:tgtEl>
                                        <p:attrNameLst>
                                          <p:attrName>style.visibility</p:attrName>
                                        </p:attrNameLst>
                                      </p:cBhvr>
                                      <p:to>
                                        <p:strVal val="visible"/>
                                      </p:to>
                                    </p:set>
                                    <p:anim calcmode="lin" valueType="num">
                                      <p:cBhvr additive="base">
                                        <p:cTn id="29" dur="500" fill="hold"/>
                                        <p:tgtEl>
                                          <p:spTgt spid="51206"/>
                                        </p:tgtEl>
                                        <p:attrNameLst>
                                          <p:attrName>ppt_x</p:attrName>
                                        </p:attrNameLst>
                                      </p:cBhvr>
                                      <p:tavLst>
                                        <p:tav tm="0">
                                          <p:val>
                                            <p:strVal val="0-#ppt_w/2"/>
                                          </p:val>
                                        </p:tav>
                                        <p:tav tm="100000">
                                          <p:val>
                                            <p:strVal val="#ppt_x"/>
                                          </p:val>
                                        </p:tav>
                                      </p:tavLst>
                                    </p:anim>
                                    <p:anim calcmode="lin" valueType="num">
                                      <p:cBhvr additive="base">
                                        <p:cTn id="30" dur="500" fill="hold"/>
                                        <p:tgtEl>
                                          <p:spTgt spid="51206"/>
                                        </p:tgtEl>
                                        <p:attrNameLst>
                                          <p:attrName>ppt_y</p:attrName>
                                        </p:attrNameLst>
                                      </p:cBhvr>
                                      <p:tavLst>
                                        <p:tav tm="0">
                                          <p:val>
                                            <p:strVal val="#ppt_y"/>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8" fill="hold" grpId="0" nodeType="clickEffect">
                                  <p:stCondLst>
                                    <p:cond delay="0"/>
                                  </p:stCondLst>
                                  <p:childTnLst>
                                    <p:set>
                                      <p:cBhvr>
                                        <p:cTn id="34" dur="1" fill="hold">
                                          <p:stCondLst>
                                            <p:cond delay="0"/>
                                          </p:stCondLst>
                                        </p:cTn>
                                        <p:tgtEl>
                                          <p:spTgt spid="51207"/>
                                        </p:tgtEl>
                                        <p:attrNameLst>
                                          <p:attrName>style.visibility</p:attrName>
                                        </p:attrNameLst>
                                      </p:cBhvr>
                                      <p:to>
                                        <p:strVal val="visible"/>
                                      </p:to>
                                    </p:set>
                                    <p:anim calcmode="lin" valueType="num">
                                      <p:cBhvr additive="base">
                                        <p:cTn id="35" dur="500" fill="hold"/>
                                        <p:tgtEl>
                                          <p:spTgt spid="51207"/>
                                        </p:tgtEl>
                                        <p:attrNameLst>
                                          <p:attrName>ppt_x</p:attrName>
                                        </p:attrNameLst>
                                      </p:cBhvr>
                                      <p:tavLst>
                                        <p:tav tm="0">
                                          <p:val>
                                            <p:strVal val="0-#ppt_w/2"/>
                                          </p:val>
                                        </p:tav>
                                        <p:tav tm="100000">
                                          <p:val>
                                            <p:strVal val="#ppt_x"/>
                                          </p:val>
                                        </p:tav>
                                      </p:tavLst>
                                    </p:anim>
                                    <p:anim calcmode="lin" valueType="num">
                                      <p:cBhvr additive="base">
                                        <p:cTn id="36" dur="500" fill="hold"/>
                                        <p:tgtEl>
                                          <p:spTgt spid="51207"/>
                                        </p:tgtEl>
                                        <p:attrNameLst>
                                          <p:attrName>ppt_y</p:attrName>
                                        </p:attrNameLst>
                                      </p:cBhvr>
                                      <p:tavLst>
                                        <p:tav tm="0">
                                          <p:val>
                                            <p:strVal val="#ppt_y"/>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4" fill="hold" nodeType="clickEffect">
                                  <p:stCondLst>
                                    <p:cond delay="0"/>
                                  </p:stCondLst>
                                  <p:childTnLst>
                                    <p:set>
                                      <p:cBhvr>
                                        <p:cTn id="40" dur="1" fill="hold">
                                          <p:stCondLst>
                                            <p:cond delay="0"/>
                                          </p:stCondLst>
                                        </p:cTn>
                                        <p:tgtEl>
                                          <p:spTgt spid="51208"/>
                                        </p:tgtEl>
                                        <p:attrNameLst>
                                          <p:attrName>style.visibility</p:attrName>
                                        </p:attrNameLst>
                                      </p:cBhvr>
                                      <p:to>
                                        <p:strVal val="visible"/>
                                      </p:to>
                                    </p:set>
                                    <p:anim calcmode="lin" valueType="num">
                                      <p:cBhvr additive="base">
                                        <p:cTn id="41" dur="500" fill="hold"/>
                                        <p:tgtEl>
                                          <p:spTgt spid="51208"/>
                                        </p:tgtEl>
                                        <p:attrNameLst>
                                          <p:attrName>ppt_x</p:attrName>
                                        </p:attrNameLst>
                                      </p:cBhvr>
                                      <p:tavLst>
                                        <p:tav tm="0">
                                          <p:val>
                                            <p:strVal val="#ppt_x"/>
                                          </p:val>
                                        </p:tav>
                                        <p:tav tm="100000">
                                          <p:val>
                                            <p:strVal val="#ppt_x"/>
                                          </p:val>
                                        </p:tav>
                                      </p:tavLst>
                                    </p:anim>
                                    <p:anim calcmode="lin" valueType="num">
                                      <p:cBhvr additive="base">
                                        <p:cTn id="42" dur="500" fill="hold"/>
                                        <p:tgtEl>
                                          <p:spTgt spid="5120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6" grpId="0"/>
      <p:bldP spid="51207"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Text Box 3">
            <a:extLst>
              <a:ext uri="{FF2B5EF4-FFF2-40B4-BE49-F238E27FC236}">
                <a16:creationId xmlns:a16="http://schemas.microsoft.com/office/drawing/2014/main" id="{6E10196C-3228-4D91-7BE5-143118AD8E27}"/>
              </a:ext>
            </a:extLst>
          </p:cNvPr>
          <p:cNvSpPr txBox="1">
            <a:spLocks noChangeArrowheads="1"/>
          </p:cNvSpPr>
          <p:nvPr/>
        </p:nvSpPr>
        <p:spPr bwMode="auto">
          <a:xfrm>
            <a:off x="0" y="0"/>
            <a:ext cx="9144000"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en-US" altLang="zh-CN" sz="2800" b="1">
                <a:latin typeface="楷体_GB2312" pitchFamily="49" charset="-122"/>
                <a:ea typeface="楷体_GB2312" pitchFamily="49" charset="-122"/>
              </a:rPr>
              <a:t>   </a:t>
            </a:r>
            <a:r>
              <a:rPr lang="zh-CN" altLang="en-US" sz="3600" b="1">
                <a:solidFill>
                  <a:srgbClr val="000066"/>
                </a:solidFill>
                <a:latin typeface="Times New Roman" panose="02020603050405020304" pitchFamily="18" charset="0"/>
                <a:ea typeface="楷体_GB2312" pitchFamily="49" charset="-122"/>
              </a:rPr>
              <a:t>因此，</a:t>
            </a:r>
            <a:r>
              <a:rPr lang="zh-CN" altLang="en-US" sz="3600" b="1">
                <a:solidFill>
                  <a:srgbClr val="760C04"/>
                </a:solidFill>
                <a:latin typeface="Times New Roman" panose="02020603050405020304" pitchFamily="18" charset="0"/>
                <a:ea typeface="楷体_GB2312" pitchFamily="49" charset="-122"/>
              </a:rPr>
              <a:t>因果系统</a:t>
            </a:r>
            <a:r>
              <a:rPr lang="zh-CN" altLang="en-US" sz="3600" b="1">
                <a:solidFill>
                  <a:srgbClr val="000066"/>
                </a:solidFill>
                <a:latin typeface="Times New Roman" panose="02020603050405020304" pitchFamily="18" charset="0"/>
                <a:ea typeface="楷体_GB2312" pitchFamily="49" charset="-122"/>
              </a:rPr>
              <a:t>的       是右边信号，结论 ：其        的</a:t>
            </a:r>
            <a:r>
              <a:rPr lang="en-US" altLang="zh-CN" sz="3600" b="1">
                <a:solidFill>
                  <a:srgbClr val="760C04"/>
                </a:solidFill>
                <a:latin typeface="Times New Roman" panose="02020603050405020304" pitchFamily="18" charset="0"/>
                <a:ea typeface="楷体_GB2312" pitchFamily="49" charset="-122"/>
              </a:rPr>
              <a:t>ROC</a:t>
            </a:r>
            <a:r>
              <a:rPr lang="zh-CN" altLang="en-US" sz="3600" b="1">
                <a:solidFill>
                  <a:srgbClr val="760C04"/>
                </a:solidFill>
                <a:latin typeface="Times New Roman" panose="02020603050405020304" pitchFamily="18" charset="0"/>
                <a:ea typeface="楷体_GB2312" pitchFamily="49" charset="-122"/>
              </a:rPr>
              <a:t>必位于最右极点右边</a:t>
            </a:r>
            <a:r>
              <a:rPr lang="zh-CN" altLang="en-US" sz="3600" b="1">
                <a:solidFill>
                  <a:srgbClr val="000066"/>
                </a:solidFill>
                <a:latin typeface="Times New Roman" panose="02020603050405020304" pitchFamily="18" charset="0"/>
                <a:ea typeface="楷体_GB2312" pitchFamily="49" charset="-122"/>
              </a:rPr>
              <a:t>。</a:t>
            </a:r>
            <a:endParaRPr lang="zh-CN" altLang="en-US" sz="3600" b="1">
              <a:solidFill>
                <a:srgbClr val="760C04"/>
              </a:solidFill>
              <a:latin typeface="Times New Roman" panose="02020603050405020304" pitchFamily="18" charset="0"/>
              <a:ea typeface="楷体_GB2312" pitchFamily="49" charset="-122"/>
            </a:endParaRPr>
          </a:p>
        </p:txBody>
      </p:sp>
      <p:graphicFrame>
        <p:nvGraphicFramePr>
          <p:cNvPr id="50180" name="Object 4">
            <a:extLst>
              <a:ext uri="{FF2B5EF4-FFF2-40B4-BE49-F238E27FC236}">
                <a16:creationId xmlns:a16="http://schemas.microsoft.com/office/drawing/2014/main" id="{C2AD1026-E2EA-5638-822A-606CB6E7B06E}"/>
              </a:ext>
            </a:extLst>
          </p:cNvPr>
          <p:cNvGraphicFramePr>
            <a:graphicFrameLocks noChangeAspect="1"/>
          </p:cNvGraphicFramePr>
          <p:nvPr/>
        </p:nvGraphicFramePr>
        <p:xfrm>
          <a:off x="1547813" y="1125538"/>
          <a:ext cx="936625" cy="536575"/>
        </p:xfrm>
        <a:graphic>
          <a:graphicData uri="http://schemas.openxmlformats.org/presentationml/2006/ole">
            <mc:AlternateContent xmlns:mc="http://schemas.openxmlformats.org/markup-compatibility/2006">
              <mc:Choice xmlns:v="urn:schemas-microsoft-com:vml" Requires="v">
                <p:oleObj name="Equation" r:id="rId2" imgW="355320" imgH="203040" progId="Equation.DSMT4">
                  <p:embed/>
                </p:oleObj>
              </mc:Choice>
              <mc:Fallback>
                <p:oleObj name="Equation" r:id="rId2" imgW="355320" imgH="203040" progId="Equation.DSMT4">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7813" y="1125538"/>
                        <a:ext cx="936625" cy="53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0181" name="Object 5">
            <a:extLst>
              <a:ext uri="{FF2B5EF4-FFF2-40B4-BE49-F238E27FC236}">
                <a16:creationId xmlns:a16="http://schemas.microsoft.com/office/drawing/2014/main" id="{1104D16F-6CCE-6C81-571F-8170FEC4CD77}"/>
              </a:ext>
            </a:extLst>
          </p:cNvPr>
          <p:cNvGraphicFramePr>
            <a:graphicFrameLocks noChangeAspect="1"/>
          </p:cNvGraphicFramePr>
          <p:nvPr/>
        </p:nvGraphicFramePr>
        <p:xfrm>
          <a:off x="4284663" y="219075"/>
          <a:ext cx="863600" cy="628650"/>
        </p:xfrm>
        <a:graphic>
          <a:graphicData uri="http://schemas.openxmlformats.org/presentationml/2006/ole">
            <mc:AlternateContent xmlns:mc="http://schemas.openxmlformats.org/markup-compatibility/2006">
              <mc:Choice xmlns:v="urn:schemas-microsoft-com:vml" Requires="v">
                <p:oleObj name="Equation" r:id="rId4" imgW="279360" imgH="203040" progId="Equation.DSMT4">
                  <p:embed/>
                </p:oleObj>
              </mc:Choice>
              <mc:Fallback>
                <p:oleObj name="Equation" r:id="rId4" imgW="279360" imgH="203040"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84663" y="219075"/>
                        <a:ext cx="863600"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0182" name="Rectangle 6">
            <a:extLst>
              <a:ext uri="{FF2B5EF4-FFF2-40B4-BE49-F238E27FC236}">
                <a16:creationId xmlns:a16="http://schemas.microsoft.com/office/drawing/2014/main" id="{BAB304D1-366E-7D2C-AC3E-3A9AF1EA54D7}"/>
              </a:ext>
            </a:extLst>
          </p:cNvPr>
          <p:cNvSpPr>
            <a:spLocks noChangeArrowheads="1"/>
          </p:cNvSpPr>
          <p:nvPr/>
        </p:nvSpPr>
        <p:spPr bwMode="auto">
          <a:xfrm>
            <a:off x="0" y="1773238"/>
            <a:ext cx="9144000" cy="2563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en-US" altLang="zh-CN" sz="2800" b="1">
                <a:latin typeface="楷体_GB2312" pitchFamily="49" charset="-122"/>
                <a:ea typeface="楷体_GB2312" pitchFamily="49" charset="-122"/>
              </a:rPr>
              <a:t>  </a:t>
            </a:r>
            <a:r>
              <a:rPr lang="zh-CN" altLang="en-US" sz="3600" b="1">
                <a:solidFill>
                  <a:srgbClr val="000066"/>
                </a:solidFill>
                <a:latin typeface="Times New Roman" panose="02020603050405020304" pitchFamily="18" charset="0"/>
                <a:ea typeface="楷体_GB2312" pitchFamily="49" charset="-122"/>
              </a:rPr>
              <a:t>应该强调指出，由</a:t>
            </a:r>
            <a:r>
              <a:rPr lang="en-US" altLang="zh-CN" sz="3600" b="1">
                <a:solidFill>
                  <a:srgbClr val="000066"/>
                </a:solidFill>
                <a:latin typeface="Times New Roman" panose="02020603050405020304" pitchFamily="18" charset="0"/>
                <a:ea typeface="楷体_GB2312" pitchFamily="49" charset="-122"/>
              </a:rPr>
              <a:t>ROC</a:t>
            </a:r>
            <a:r>
              <a:rPr lang="zh-CN" altLang="en-US" sz="3600" b="1">
                <a:solidFill>
                  <a:srgbClr val="000066"/>
                </a:solidFill>
                <a:latin typeface="Times New Roman" panose="02020603050405020304" pitchFamily="18" charset="0"/>
                <a:ea typeface="楷体_GB2312" pitchFamily="49" charset="-122"/>
              </a:rPr>
              <a:t>的特征，反过来并不能判定系统是否因果。</a:t>
            </a:r>
            <a:r>
              <a:rPr lang="en-US" altLang="zh-CN" sz="3600" b="1">
                <a:solidFill>
                  <a:srgbClr val="000066"/>
                </a:solidFill>
                <a:latin typeface="Times New Roman" panose="02020603050405020304" pitchFamily="18" charset="0"/>
                <a:ea typeface="楷体_GB2312" pitchFamily="49" charset="-122"/>
              </a:rPr>
              <a:t>ROC</a:t>
            </a:r>
            <a:r>
              <a:rPr lang="zh-CN" altLang="en-US" sz="3600" b="1">
                <a:solidFill>
                  <a:srgbClr val="000066"/>
                </a:solidFill>
                <a:latin typeface="Times New Roman" panose="02020603050405020304" pitchFamily="18" charset="0"/>
                <a:ea typeface="楷体_GB2312" pitchFamily="49" charset="-122"/>
              </a:rPr>
              <a:t>是最右边极点的右边并不一定系统因果。</a:t>
            </a:r>
          </a:p>
        </p:txBody>
      </p:sp>
      <p:sp>
        <p:nvSpPr>
          <p:cNvPr id="50183" name="Rectangle 7">
            <a:extLst>
              <a:ext uri="{FF2B5EF4-FFF2-40B4-BE49-F238E27FC236}">
                <a16:creationId xmlns:a16="http://schemas.microsoft.com/office/drawing/2014/main" id="{B96150F4-A783-3285-919C-D4F407CC7887}"/>
              </a:ext>
            </a:extLst>
          </p:cNvPr>
          <p:cNvSpPr>
            <a:spLocks noChangeArrowheads="1"/>
          </p:cNvSpPr>
          <p:nvPr/>
        </p:nvSpPr>
        <p:spPr bwMode="auto">
          <a:xfrm>
            <a:off x="1258888" y="4149725"/>
            <a:ext cx="7696200" cy="2741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zh-CN" altLang="en-US" sz="3600" b="1">
                <a:solidFill>
                  <a:srgbClr val="760C04"/>
                </a:solidFill>
                <a:latin typeface="楷体_GB2312" pitchFamily="49" charset="-122"/>
                <a:ea typeface="楷体_GB2312" pitchFamily="49" charset="-122"/>
              </a:rPr>
              <a:t>因果性判定：</a:t>
            </a:r>
          </a:p>
          <a:p>
            <a:pPr>
              <a:lnSpc>
                <a:spcPct val="130000"/>
              </a:lnSpc>
            </a:pPr>
            <a:r>
              <a:rPr lang="en-US" altLang="zh-CN" sz="2800" b="1">
                <a:solidFill>
                  <a:srgbClr val="000066"/>
                </a:solidFill>
                <a:latin typeface="Times New Roman" panose="02020603050405020304" pitchFamily="18" charset="0"/>
                <a:ea typeface="楷体_GB2312" pitchFamily="49" charset="-122"/>
              </a:rPr>
              <a:t>If</a:t>
            </a:r>
          </a:p>
          <a:p>
            <a:pPr>
              <a:lnSpc>
                <a:spcPct val="130000"/>
              </a:lnSpc>
            </a:pPr>
            <a:endParaRPr lang="en-US" altLang="zh-CN" sz="2800" b="1">
              <a:solidFill>
                <a:srgbClr val="000066"/>
              </a:solidFill>
              <a:latin typeface="Times New Roman" panose="02020603050405020304" pitchFamily="18" charset="0"/>
              <a:ea typeface="楷体_GB2312" pitchFamily="49" charset="-122"/>
            </a:endParaRPr>
          </a:p>
          <a:p>
            <a:pPr>
              <a:lnSpc>
                <a:spcPct val="130000"/>
              </a:lnSpc>
            </a:pPr>
            <a:r>
              <a:rPr lang="en-US" altLang="zh-CN" sz="3600" b="1">
                <a:solidFill>
                  <a:srgbClr val="000066"/>
                </a:solidFill>
                <a:latin typeface="Times New Roman" panose="02020603050405020304" pitchFamily="18" charset="0"/>
                <a:ea typeface="楷体_GB2312" pitchFamily="49" charset="-122"/>
              </a:rPr>
              <a:t>Then    </a:t>
            </a:r>
            <a:r>
              <a:rPr lang="zh-CN" altLang="en-US" sz="3600" b="1">
                <a:solidFill>
                  <a:srgbClr val="000066"/>
                </a:solidFill>
                <a:latin typeface="Times New Roman" panose="02020603050405020304" pitchFamily="18" charset="0"/>
                <a:ea typeface="楷体_GB2312" pitchFamily="49" charset="-122"/>
              </a:rPr>
              <a:t>系统是因果的。</a:t>
            </a:r>
          </a:p>
        </p:txBody>
      </p:sp>
      <p:graphicFrame>
        <p:nvGraphicFramePr>
          <p:cNvPr id="50184" name="Object 8">
            <a:extLst>
              <a:ext uri="{FF2B5EF4-FFF2-40B4-BE49-F238E27FC236}">
                <a16:creationId xmlns:a16="http://schemas.microsoft.com/office/drawing/2014/main" id="{9218279A-1682-DDA5-8341-C52A3F919985}"/>
              </a:ext>
            </a:extLst>
          </p:cNvPr>
          <p:cNvGraphicFramePr>
            <a:graphicFrameLocks noChangeAspect="1"/>
          </p:cNvGraphicFramePr>
          <p:nvPr/>
        </p:nvGraphicFramePr>
        <p:xfrm>
          <a:off x="1692275" y="4940300"/>
          <a:ext cx="6767513" cy="1243013"/>
        </p:xfrm>
        <a:graphic>
          <a:graphicData uri="http://schemas.openxmlformats.org/presentationml/2006/ole">
            <mc:AlternateContent xmlns:mc="http://schemas.openxmlformats.org/markup-compatibility/2006">
              <mc:Choice xmlns:v="urn:schemas-microsoft-com:vml" Requires="v">
                <p:oleObj name="公式" r:id="rId6" imgW="2628720" imgH="482400" progId="Equation.3">
                  <p:embed/>
                </p:oleObj>
              </mc:Choice>
              <mc:Fallback>
                <p:oleObj name="公式" r:id="rId6" imgW="2628720" imgH="482400" progId="Equation.3">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92275" y="4940300"/>
                        <a:ext cx="6767513" cy="1243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ext Box 2">
            <a:extLst>
              <a:ext uri="{FF2B5EF4-FFF2-40B4-BE49-F238E27FC236}">
                <a16:creationId xmlns:a16="http://schemas.microsoft.com/office/drawing/2014/main" id="{B1CDE6E6-BAD8-E533-848E-21F3F904B839}"/>
              </a:ext>
            </a:extLst>
          </p:cNvPr>
          <p:cNvSpPr txBox="1">
            <a:spLocks noChangeArrowheads="1"/>
          </p:cNvSpPr>
          <p:nvPr/>
        </p:nvSpPr>
        <p:spPr bwMode="auto">
          <a:xfrm>
            <a:off x="250825" y="260350"/>
            <a:ext cx="28956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3600" b="1">
                <a:solidFill>
                  <a:srgbClr val="760C04"/>
                </a:solidFill>
                <a:ea typeface="楷体_GB2312" pitchFamily="49" charset="-122"/>
              </a:rPr>
              <a:t>2.  </a:t>
            </a:r>
            <a:r>
              <a:rPr lang="zh-CN" altLang="en-US" sz="3600" b="1">
                <a:solidFill>
                  <a:srgbClr val="760C04"/>
                </a:solidFill>
                <a:ea typeface="楷体_GB2312" pitchFamily="49" charset="-122"/>
              </a:rPr>
              <a:t>稳定性：</a:t>
            </a:r>
          </a:p>
        </p:txBody>
      </p:sp>
      <p:sp>
        <p:nvSpPr>
          <p:cNvPr id="49156" name="Rectangle 4">
            <a:extLst>
              <a:ext uri="{FF2B5EF4-FFF2-40B4-BE49-F238E27FC236}">
                <a16:creationId xmlns:a16="http://schemas.microsoft.com/office/drawing/2014/main" id="{53A93680-492F-1445-9964-78FBC3A30B72}"/>
              </a:ext>
            </a:extLst>
          </p:cNvPr>
          <p:cNvSpPr>
            <a:spLocks noChangeArrowheads="1"/>
          </p:cNvSpPr>
          <p:nvPr/>
        </p:nvSpPr>
        <p:spPr bwMode="auto">
          <a:xfrm>
            <a:off x="0" y="908050"/>
            <a:ext cx="9144000" cy="2563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spcBef>
                <a:spcPct val="50000"/>
              </a:spcBef>
            </a:pPr>
            <a:r>
              <a:rPr lang="en-US" altLang="zh-CN" sz="2800" b="1">
                <a:latin typeface="楷体_GB2312" pitchFamily="49" charset="-122"/>
                <a:ea typeface="楷体_GB2312" pitchFamily="49" charset="-122"/>
              </a:rPr>
              <a:t>  </a:t>
            </a:r>
            <a:r>
              <a:rPr lang="zh-CN" altLang="en-US" sz="3600" b="1">
                <a:solidFill>
                  <a:srgbClr val="000066"/>
                </a:solidFill>
                <a:latin typeface="Times New Roman" panose="02020603050405020304" pitchFamily="18" charset="0"/>
                <a:ea typeface="楷体_GB2312" pitchFamily="49" charset="-122"/>
              </a:rPr>
              <a:t>如果系统稳定，则有                            。因此            必存在。意味着        的</a:t>
            </a:r>
            <a:r>
              <a:rPr lang="en-US" altLang="zh-CN" sz="3600" b="1">
                <a:solidFill>
                  <a:srgbClr val="000066"/>
                </a:solidFill>
                <a:latin typeface="Times New Roman" panose="02020603050405020304" pitchFamily="18" charset="0"/>
                <a:ea typeface="楷体_GB2312" pitchFamily="49" charset="-122"/>
              </a:rPr>
              <a:t>ROC</a:t>
            </a:r>
            <a:r>
              <a:rPr lang="zh-CN" altLang="en-US" sz="3600" b="1">
                <a:solidFill>
                  <a:srgbClr val="000066"/>
                </a:solidFill>
                <a:latin typeface="Times New Roman" panose="02020603050405020304" pitchFamily="18" charset="0"/>
                <a:ea typeface="楷体_GB2312" pitchFamily="49" charset="-122"/>
              </a:rPr>
              <a:t>必然包括      轴。</a:t>
            </a:r>
          </a:p>
        </p:txBody>
      </p:sp>
      <p:graphicFrame>
        <p:nvGraphicFramePr>
          <p:cNvPr id="49157" name="Object 5">
            <a:extLst>
              <a:ext uri="{FF2B5EF4-FFF2-40B4-BE49-F238E27FC236}">
                <a16:creationId xmlns:a16="http://schemas.microsoft.com/office/drawing/2014/main" id="{EEE17AE3-0BD4-AA78-3EBB-49CFC17081DB}"/>
              </a:ext>
            </a:extLst>
          </p:cNvPr>
          <p:cNvGraphicFramePr>
            <a:graphicFrameLocks noChangeAspect="1"/>
          </p:cNvGraphicFramePr>
          <p:nvPr/>
        </p:nvGraphicFramePr>
        <p:xfrm>
          <a:off x="4787900" y="1052513"/>
          <a:ext cx="2952750" cy="812800"/>
        </p:xfrm>
        <a:graphic>
          <a:graphicData uri="http://schemas.openxmlformats.org/presentationml/2006/ole">
            <mc:AlternateContent xmlns:mc="http://schemas.openxmlformats.org/markup-compatibility/2006">
              <mc:Choice xmlns:v="urn:schemas-microsoft-com:vml" Requires="v">
                <p:oleObj name="Equation" r:id="rId2" imgW="927000" imgH="330120" progId="Equation.DSMT4">
                  <p:embed/>
                </p:oleObj>
              </mc:Choice>
              <mc:Fallback>
                <p:oleObj name="Equation" r:id="rId2" imgW="927000" imgH="330120" progId="Equation.DSMT4">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7900" y="1052513"/>
                        <a:ext cx="2952750" cy="81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9158" name="Object 6">
            <a:extLst>
              <a:ext uri="{FF2B5EF4-FFF2-40B4-BE49-F238E27FC236}">
                <a16:creationId xmlns:a16="http://schemas.microsoft.com/office/drawing/2014/main" id="{2D7061F9-DC02-2CF0-EF16-854B42F5E10C}"/>
              </a:ext>
            </a:extLst>
          </p:cNvPr>
          <p:cNvGraphicFramePr>
            <a:graphicFrameLocks noChangeAspect="1"/>
          </p:cNvGraphicFramePr>
          <p:nvPr/>
        </p:nvGraphicFramePr>
        <p:xfrm>
          <a:off x="5195888" y="2125663"/>
          <a:ext cx="917575" cy="527050"/>
        </p:xfrm>
        <a:graphic>
          <a:graphicData uri="http://schemas.openxmlformats.org/presentationml/2006/ole">
            <mc:AlternateContent xmlns:mc="http://schemas.openxmlformats.org/markup-compatibility/2006">
              <mc:Choice xmlns:v="urn:schemas-microsoft-com:vml" Requires="v">
                <p:oleObj name="Equation" r:id="rId4" imgW="355320" imgH="203040" progId="Equation.DSMT4">
                  <p:embed/>
                </p:oleObj>
              </mc:Choice>
              <mc:Fallback>
                <p:oleObj name="Equation" r:id="rId4" imgW="355320" imgH="203040" progId="Equation.DSMT4">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95888" y="2125663"/>
                        <a:ext cx="917575" cy="527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9159" name="Object 7">
            <a:extLst>
              <a:ext uri="{FF2B5EF4-FFF2-40B4-BE49-F238E27FC236}">
                <a16:creationId xmlns:a16="http://schemas.microsoft.com/office/drawing/2014/main" id="{0754BB8C-7D29-CD64-A832-16B5C60A3A30}"/>
              </a:ext>
            </a:extLst>
          </p:cNvPr>
          <p:cNvGraphicFramePr>
            <a:graphicFrameLocks noChangeAspect="1"/>
          </p:cNvGraphicFramePr>
          <p:nvPr/>
        </p:nvGraphicFramePr>
        <p:xfrm>
          <a:off x="684213" y="2060575"/>
          <a:ext cx="1222375" cy="525463"/>
        </p:xfrm>
        <a:graphic>
          <a:graphicData uri="http://schemas.openxmlformats.org/presentationml/2006/ole">
            <mc:AlternateContent xmlns:mc="http://schemas.openxmlformats.org/markup-compatibility/2006">
              <mc:Choice xmlns:v="urn:schemas-microsoft-com:vml" Requires="v">
                <p:oleObj name="Equation" r:id="rId6" imgW="469800" imgH="203040" progId="Equation.DSMT4">
                  <p:embed/>
                </p:oleObj>
              </mc:Choice>
              <mc:Fallback>
                <p:oleObj name="Equation" r:id="rId6" imgW="469800" imgH="203040" progId="Equation.DSMT4">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4213" y="2060575"/>
                        <a:ext cx="1222375" cy="525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9160" name="Object 8">
            <a:extLst>
              <a:ext uri="{FF2B5EF4-FFF2-40B4-BE49-F238E27FC236}">
                <a16:creationId xmlns:a16="http://schemas.microsoft.com/office/drawing/2014/main" id="{6928F12A-D309-7185-3383-6720DCBF5350}"/>
              </a:ext>
            </a:extLst>
          </p:cNvPr>
          <p:cNvGraphicFramePr>
            <a:graphicFrameLocks noChangeAspect="1"/>
          </p:cNvGraphicFramePr>
          <p:nvPr/>
        </p:nvGraphicFramePr>
        <p:xfrm>
          <a:off x="539750" y="2852738"/>
          <a:ext cx="688975" cy="528637"/>
        </p:xfrm>
        <a:graphic>
          <a:graphicData uri="http://schemas.openxmlformats.org/presentationml/2006/ole">
            <mc:AlternateContent xmlns:mc="http://schemas.openxmlformats.org/markup-compatibility/2006">
              <mc:Choice xmlns:v="urn:schemas-microsoft-com:vml" Requires="v">
                <p:oleObj name="Equation" r:id="rId8" imgW="228600" imgH="190440" progId="Equation.DSMT4">
                  <p:embed/>
                </p:oleObj>
              </mc:Choice>
              <mc:Fallback>
                <p:oleObj name="Equation" r:id="rId8" imgW="228600" imgH="190440" progId="Equation.DSMT4">
                  <p:embed/>
                  <p:pic>
                    <p:nvPicPr>
                      <p:cNvPr id="0"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9750" y="2852738"/>
                        <a:ext cx="688975"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9162" name="Text Box 10">
            <a:extLst>
              <a:ext uri="{FF2B5EF4-FFF2-40B4-BE49-F238E27FC236}">
                <a16:creationId xmlns:a16="http://schemas.microsoft.com/office/drawing/2014/main" id="{A0B84803-06F6-4969-BCF3-D5FA5FA6BDD3}"/>
              </a:ext>
            </a:extLst>
          </p:cNvPr>
          <p:cNvSpPr txBox="1">
            <a:spLocks noChangeArrowheads="1"/>
          </p:cNvSpPr>
          <p:nvPr/>
        </p:nvSpPr>
        <p:spPr bwMode="auto">
          <a:xfrm>
            <a:off x="0" y="3357563"/>
            <a:ext cx="9144000" cy="2397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40000"/>
              </a:lnSpc>
            </a:pPr>
            <a:r>
              <a:rPr lang="zh-CN" altLang="en-US" sz="3600" b="1">
                <a:solidFill>
                  <a:srgbClr val="760C04"/>
                </a:solidFill>
                <a:ea typeface="楷体_GB2312" pitchFamily="49" charset="-122"/>
              </a:rPr>
              <a:t>系统稳定性判定：</a:t>
            </a:r>
          </a:p>
          <a:p>
            <a:pPr>
              <a:lnSpc>
                <a:spcPct val="140000"/>
              </a:lnSpc>
            </a:pPr>
            <a:r>
              <a:rPr lang="en-US" altLang="zh-CN" sz="3600" b="1">
                <a:solidFill>
                  <a:srgbClr val="000066"/>
                </a:solidFill>
                <a:ea typeface="楷体_GB2312" pitchFamily="49" charset="-122"/>
              </a:rPr>
              <a:t>if</a:t>
            </a:r>
            <a:r>
              <a:rPr lang="zh-CN" altLang="en-US" sz="3600" b="1">
                <a:solidFill>
                  <a:srgbClr val="000066"/>
                </a:solidFill>
                <a:ea typeface="楷体_GB2312" pitchFamily="49" charset="-122"/>
              </a:rPr>
              <a:t>系统函数        的</a:t>
            </a:r>
            <a:r>
              <a:rPr lang="en-US" altLang="zh-CN" sz="3600" b="1">
                <a:solidFill>
                  <a:srgbClr val="000066"/>
                </a:solidFill>
                <a:ea typeface="楷体_GB2312" pitchFamily="49" charset="-122"/>
              </a:rPr>
              <a:t>ROC</a:t>
            </a:r>
            <a:r>
              <a:rPr lang="zh-CN" altLang="en-US" sz="3600" b="1">
                <a:solidFill>
                  <a:srgbClr val="000066"/>
                </a:solidFill>
                <a:ea typeface="楷体_GB2312" pitchFamily="49" charset="-122"/>
              </a:rPr>
              <a:t>包括      轴，</a:t>
            </a:r>
            <a:r>
              <a:rPr lang="en-US" altLang="zh-CN" sz="3600" b="1">
                <a:solidFill>
                  <a:srgbClr val="000066"/>
                </a:solidFill>
                <a:ea typeface="楷体_GB2312" pitchFamily="49" charset="-122"/>
              </a:rPr>
              <a:t>then</a:t>
            </a:r>
            <a:r>
              <a:rPr lang="zh-CN" altLang="en-US" sz="3600" b="1">
                <a:solidFill>
                  <a:srgbClr val="000066"/>
                </a:solidFill>
                <a:ea typeface="楷体_GB2312" pitchFamily="49" charset="-122"/>
              </a:rPr>
              <a:t>系统稳定。</a:t>
            </a:r>
          </a:p>
        </p:txBody>
      </p:sp>
      <p:graphicFrame>
        <p:nvGraphicFramePr>
          <p:cNvPr id="49163" name="Object 11">
            <a:extLst>
              <a:ext uri="{FF2B5EF4-FFF2-40B4-BE49-F238E27FC236}">
                <a16:creationId xmlns:a16="http://schemas.microsoft.com/office/drawing/2014/main" id="{56227D7D-7648-A10B-DA1F-318059DE6A5E}"/>
              </a:ext>
            </a:extLst>
          </p:cNvPr>
          <p:cNvGraphicFramePr>
            <a:graphicFrameLocks noChangeAspect="1"/>
          </p:cNvGraphicFramePr>
          <p:nvPr/>
        </p:nvGraphicFramePr>
        <p:xfrm>
          <a:off x="2195513" y="4365625"/>
          <a:ext cx="914400" cy="527050"/>
        </p:xfrm>
        <a:graphic>
          <a:graphicData uri="http://schemas.openxmlformats.org/presentationml/2006/ole">
            <mc:AlternateContent xmlns:mc="http://schemas.openxmlformats.org/markup-compatibility/2006">
              <mc:Choice xmlns:v="urn:schemas-microsoft-com:vml" Requires="v">
                <p:oleObj name="Equation" r:id="rId10" imgW="355320" imgH="203040" progId="Equation.DSMT4">
                  <p:embed/>
                </p:oleObj>
              </mc:Choice>
              <mc:Fallback>
                <p:oleObj name="Equation" r:id="rId10" imgW="355320" imgH="203040" progId="Equation.DSMT4">
                  <p:embed/>
                  <p:pic>
                    <p:nvPicPr>
                      <p:cNvPr id="0"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95513" y="4365625"/>
                        <a:ext cx="914400" cy="527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9164" name="Object 12">
            <a:extLst>
              <a:ext uri="{FF2B5EF4-FFF2-40B4-BE49-F238E27FC236}">
                <a16:creationId xmlns:a16="http://schemas.microsoft.com/office/drawing/2014/main" id="{A0A5E248-51C6-0552-8D90-1077390046AB}"/>
              </a:ext>
            </a:extLst>
          </p:cNvPr>
          <p:cNvGraphicFramePr>
            <a:graphicFrameLocks noChangeAspect="1"/>
          </p:cNvGraphicFramePr>
          <p:nvPr/>
        </p:nvGraphicFramePr>
        <p:xfrm>
          <a:off x="5651500" y="4365625"/>
          <a:ext cx="687388" cy="528638"/>
        </p:xfrm>
        <a:graphic>
          <a:graphicData uri="http://schemas.openxmlformats.org/presentationml/2006/ole">
            <mc:AlternateContent xmlns:mc="http://schemas.openxmlformats.org/markup-compatibility/2006">
              <mc:Choice xmlns:v="urn:schemas-microsoft-com:vml" Requires="v">
                <p:oleObj name="Equation" r:id="rId11" imgW="228600" imgH="190440" progId="Equation.DSMT4">
                  <p:embed/>
                </p:oleObj>
              </mc:Choice>
              <mc:Fallback>
                <p:oleObj name="Equation" r:id="rId11" imgW="228600" imgH="190440" progId="Equation.DSMT4">
                  <p:embed/>
                  <p:pic>
                    <p:nvPicPr>
                      <p:cNvPr id="0" name="Object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651500" y="4365625"/>
                        <a:ext cx="687388" cy="528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57" name="Text Box 13">
            <a:extLst>
              <a:ext uri="{FF2B5EF4-FFF2-40B4-BE49-F238E27FC236}">
                <a16:creationId xmlns:a16="http://schemas.microsoft.com/office/drawing/2014/main" id="{032E543F-9C08-3559-865F-CD8C93F44B76}"/>
              </a:ext>
            </a:extLst>
          </p:cNvPr>
          <p:cNvSpPr txBox="1">
            <a:spLocks noChangeArrowheads="1"/>
          </p:cNvSpPr>
          <p:nvPr/>
        </p:nvSpPr>
        <p:spPr bwMode="auto">
          <a:xfrm>
            <a:off x="0" y="0"/>
            <a:ext cx="9144000" cy="2563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zh-CN" altLang="en-US" sz="3600" b="1">
                <a:solidFill>
                  <a:srgbClr val="760C04"/>
                </a:solidFill>
                <a:latin typeface="楷体_GB2312" pitchFamily="49" charset="-122"/>
                <a:ea typeface="楷体_GB2312" pitchFamily="49" charset="-122"/>
              </a:rPr>
              <a:t>因果系统稳定性判定：    </a:t>
            </a:r>
          </a:p>
          <a:p>
            <a:pPr>
              <a:lnSpc>
                <a:spcPct val="150000"/>
              </a:lnSpc>
            </a:pPr>
            <a:r>
              <a:rPr lang="en-US" altLang="zh-CN" sz="3600" b="1">
                <a:solidFill>
                  <a:srgbClr val="000066"/>
                </a:solidFill>
                <a:latin typeface="楷体_GB2312" pitchFamily="49" charset="-122"/>
                <a:ea typeface="楷体_GB2312" pitchFamily="49" charset="-122"/>
              </a:rPr>
              <a:t>if    </a:t>
            </a:r>
            <a:r>
              <a:rPr lang="zh-CN" altLang="en-US" sz="3600" b="1">
                <a:solidFill>
                  <a:srgbClr val="000066"/>
                </a:solidFill>
                <a:latin typeface="楷体_GB2312" pitchFamily="49" charset="-122"/>
                <a:ea typeface="楷体_GB2312" pitchFamily="49" charset="-122"/>
              </a:rPr>
              <a:t>的</a:t>
            </a:r>
            <a:r>
              <a:rPr lang="zh-CN" altLang="en-US" sz="3600" b="1">
                <a:solidFill>
                  <a:srgbClr val="000066"/>
                </a:solidFill>
                <a:latin typeface="Times New Roman" panose="02020603050405020304" pitchFamily="18" charset="0"/>
                <a:ea typeface="楷体_GB2312" pitchFamily="49" charset="-122"/>
              </a:rPr>
              <a:t>全部极点必须位于</a:t>
            </a:r>
            <a:r>
              <a:rPr lang="en-US" altLang="zh-CN" sz="3600" b="1">
                <a:solidFill>
                  <a:srgbClr val="000066"/>
                </a:solidFill>
                <a:latin typeface="Times New Roman" panose="02020603050405020304" pitchFamily="18" charset="0"/>
                <a:ea typeface="楷体_GB2312" pitchFamily="49" charset="-122"/>
              </a:rPr>
              <a:t>S</a:t>
            </a:r>
            <a:r>
              <a:rPr lang="zh-CN" altLang="en-US" sz="3600" b="1">
                <a:solidFill>
                  <a:srgbClr val="000066"/>
                </a:solidFill>
                <a:latin typeface="Times New Roman" panose="02020603050405020304" pitchFamily="18" charset="0"/>
                <a:ea typeface="楷体_GB2312" pitchFamily="49" charset="-122"/>
              </a:rPr>
              <a:t>平面的左半边，</a:t>
            </a:r>
            <a:r>
              <a:rPr lang="en-US" altLang="zh-CN" sz="3600" b="1">
                <a:solidFill>
                  <a:srgbClr val="000066"/>
                </a:solidFill>
                <a:latin typeface="Times New Roman" panose="02020603050405020304" pitchFamily="18" charset="0"/>
                <a:ea typeface="楷体_GB2312" pitchFamily="49" charset="-122"/>
              </a:rPr>
              <a:t>Then</a:t>
            </a:r>
            <a:r>
              <a:rPr lang="zh-CN" altLang="en-US" sz="3600" b="1">
                <a:solidFill>
                  <a:srgbClr val="000066"/>
                </a:solidFill>
                <a:latin typeface="Times New Roman" panose="02020603050405020304" pitchFamily="18" charset="0"/>
                <a:ea typeface="楷体_GB2312" pitchFamily="49" charset="-122"/>
              </a:rPr>
              <a:t>具有有理        的因果系统稳定。</a:t>
            </a:r>
            <a:endParaRPr lang="zh-CN" altLang="en-US" sz="3600" b="1">
              <a:solidFill>
                <a:srgbClr val="000066"/>
              </a:solidFill>
              <a:latin typeface="楷体_GB2312" pitchFamily="49" charset="-122"/>
              <a:ea typeface="楷体_GB2312" pitchFamily="49" charset="-122"/>
            </a:endParaRPr>
          </a:p>
        </p:txBody>
      </p:sp>
      <p:graphicFrame>
        <p:nvGraphicFramePr>
          <p:cNvPr id="108558" name="Object 14">
            <a:extLst>
              <a:ext uri="{FF2B5EF4-FFF2-40B4-BE49-F238E27FC236}">
                <a16:creationId xmlns:a16="http://schemas.microsoft.com/office/drawing/2014/main" id="{412DFF42-7C5D-333F-DE7E-EB926F8B18CF}"/>
              </a:ext>
            </a:extLst>
          </p:cNvPr>
          <p:cNvGraphicFramePr>
            <a:graphicFrameLocks noChangeAspect="1"/>
          </p:cNvGraphicFramePr>
          <p:nvPr/>
        </p:nvGraphicFramePr>
        <p:xfrm>
          <a:off x="611188" y="1125538"/>
          <a:ext cx="779462" cy="463550"/>
        </p:xfrm>
        <a:graphic>
          <a:graphicData uri="http://schemas.openxmlformats.org/presentationml/2006/ole">
            <mc:AlternateContent xmlns:mc="http://schemas.openxmlformats.org/markup-compatibility/2006">
              <mc:Choice xmlns:v="urn:schemas-microsoft-com:vml" Requires="v">
                <p:oleObj name="Equation" r:id="rId2" imgW="355320" imgH="203040" progId="Equation.DSMT4">
                  <p:embed/>
                </p:oleObj>
              </mc:Choice>
              <mc:Fallback>
                <p:oleObj name="Equation" r:id="rId2" imgW="355320" imgH="203040" progId="Equation.DSMT4">
                  <p:embed/>
                  <p:pic>
                    <p:nvPicPr>
                      <p:cNvPr id="0" name="Object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88" y="1125538"/>
                        <a:ext cx="779462"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8559" name="Object 15">
            <a:extLst>
              <a:ext uri="{FF2B5EF4-FFF2-40B4-BE49-F238E27FC236}">
                <a16:creationId xmlns:a16="http://schemas.microsoft.com/office/drawing/2014/main" id="{BBC52ABF-E6E6-B951-23B4-F1661097795C}"/>
              </a:ext>
            </a:extLst>
          </p:cNvPr>
          <p:cNvGraphicFramePr>
            <a:graphicFrameLocks noChangeAspect="1"/>
          </p:cNvGraphicFramePr>
          <p:nvPr/>
        </p:nvGraphicFramePr>
        <p:xfrm>
          <a:off x="3851275" y="1916113"/>
          <a:ext cx="923925" cy="549275"/>
        </p:xfrm>
        <a:graphic>
          <a:graphicData uri="http://schemas.openxmlformats.org/presentationml/2006/ole">
            <mc:AlternateContent xmlns:mc="http://schemas.openxmlformats.org/markup-compatibility/2006">
              <mc:Choice xmlns:v="urn:schemas-microsoft-com:vml" Requires="v">
                <p:oleObj name="Equation" r:id="rId4" imgW="355320" imgH="203040" progId="Equation.DSMT4">
                  <p:embed/>
                </p:oleObj>
              </mc:Choice>
              <mc:Fallback>
                <p:oleObj name="Equation" r:id="rId4" imgW="355320" imgH="203040" progId="Equation.DSMT4">
                  <p:embed/>
                  <p:pic>
                    <p:nvPicPr>
                      <p:cNvPr id="0" name="Object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51275" y="1916113"/>
                        <a:ext cx="923925"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Text Box 3">
            <a:extLst>
              <a:ext uri="{FF2B5EF4-FFF2-40B4-BE49-F238E27FC236}">
                <a16:creationId xmlns:a16="http://schemas.microsoft.com/office/drawing/2014/main" id="{D7EB0382-1FFF-4E41-E2E7-A455477E8AF7}"/>
              </a:ext>
            </a:extLst>
          </p:cNvPr>
          <p:cNvSpPr txBox="1">
            <a:spLocks noChangeArrowheads="1"/>
          </p:cNvSpPr>
          <p:nvPr/>
        </p:nvSpPr>
        <p:spPr bwMode="auto">
          <a:xfrm>
            <a:off x="0" y="0"/>
            <a:ext cx="9144000"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zh-CN" altLang="en-US" sz="3600" b="1">
                <a:solidFill>
                  <a:srgbClr val="000066"/>
                </a:solidFill>
                <a:latin typeface="楷体_GB2312" pitchFamily="49" charset="-122"/>
                <a:ea typeface="楷体_GB2312" pitchFamily="49" charset="-122"/>
              </a:rPr>
              <a:t>例</a:t>
            </a:r>
            <a:r>
              <a:rPr lang="en-US" altLang="zh-CN" sz="3600" b="1">
                <a:solidFill>
                  <a:srgbClr val="000066"/>
                </a:solidFill>
                <a:latin typeface="楷体_GB2312" pitchFamily="49" charset="-122"/>
                <a:ea typeface="楷体_GB2312" pitchFamily="49" charset="-122"/>
              </a:rPr>
              <a:t>1</a:t>
            </a:r>
            <a:r>
              <a:rPr lang="zh-CN" altLang="en-US" sz="3600" b="1">
                <a:solidFill>
                  <a:srgbClr val="000066"/>
                </a:solidFill>
                <a:latin typeface="楷体_GB2312" pitchFamily="49" charset="-122"/>
                <a:ea typeface="楷体_GB2312" pitchFamily="49" charset="-122"/>
              </a:rPr>
              <a:t>：某系统的                               </a:t>
            </a:r>
          </a:p>
          <a:p>
            <a:pPr>
              <a:lnSpc>
                <a:spcPct val="150000"/>
              </a:lnSpc>
            </a:pPr>
            <a:r>
              <a:rPr lang="zh-CN" altLang="en-US" sz="3600" b="1">
                <a:solidFill>
                  <a:srgbClr val="000066"/>
                </a:solidFill>
                <a:latin typeface="楷体_GB2312" pitchFamily="49" charset="-122"/>
                <a:ea typeface="楷体_GB2312" pitchFamily="49" charset="-122"/>
              </a:rPr>
              <a:t>显然该系统是因果的，确定系统的稳定性</a:t>
            </a:r>
            <a:r>
              <a:rPr lang="zh-CN" altLang="en-US" sz="2800" b="1">
                <a:solidFill>
                  <a:srgbClr val="000066"/>
                </a:solidFill>
                <a:latin typeface="楷体_GB2312" pitchFamily="49" charset="-122"/>
                <a:ea typeface="楷体_GB2312" pitchFamily="49" charset="-122"/>
              </a:rPr>
              <a:t>。</a:t>
            </a:r>
          </a:p>
        </p:txBody>
      </p:sp>
      <p:graphicFrame>
        <p:nvGraphicFramePr>
          <p:cNvPr id="48132" name="Object 4">
            <a:extLst>
              <a:ext uri="{FF2B5EF4-FFF2-40B4-BE49-F238E27FC236}">
                <a16:creationId xmlns:a16="http://schemas.microsoft.com/office/drawing/2014/main" id="{C9D8FC12-1D00-973E-0A17-FC0BC830AF13}"/>
              </a:ext>
            </a:extLst>
          </p:cNvPr>
          <p:cNvGraphicFramePr>
            <a:graphicFrameLocks noChangeAspect="1"/>
          </p:cNvGraphicFramePr>
          <p:nvPr/>
        </p:nvGraphicFramePr>
        <p:xfrm>
          <a:off x="3203575" y="260350"/>
          <a:ext cx="5113338" cy="815975"/>
        </p:xfrm>
        <a:graphic>
          <a:graphicData uri="http://schemas.openxmlformats.org/presentationml/2006/ole">
            <mc:AlternateContent xmlns:mc="http://schemas.openxmlformats.org/markup-compatibility/2006">
              <mc:Choice xmlns:v="urn:schemas-microsoft-com:vml" Requires="v">
                <p:oleObj name="Equation" r:id="rId2" imgW="1396800" imgH="228600" progId="Equation.DSMT4">
                  <p:embed/>
                </p:oleObj>
              </mc:Choice>
              <mc:Fallback>
                <p:oleObj name="Equation" r:id="rId2" imgW="1396800" imgH="228600" progId="Equation.DSMT4">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3575" y="260350"/>
                        <a:ext cx="5113338" cy="815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8133" name="Object 5">
            <a:extLst>
              <a:ext uri="{FF2B5EF4-FFF2-40B4-BE49-F238E27FC236}">
                <a16:creationId xmlns:a16="http://schemas.microsoft.com/office/drawing/2014/main" id="{FFBD997B-3DB9-F857-4180-C9A7F0EECB9C}"/>
              </a:ext>
            </a:extLst>
          </p:cNvPr>
          <p:cNvGraphicFramePr>
            <a:graphicFrameLocks noChangeAspect="1"/>
          </p:cNvGraphicFramePr>
          <p:nvPr/>
        </p:nvGraphicFramePr>
        <p:xfrm>
          <a:off x="250825" y="1989138"/>
          <a:ext cx="5832475" cy="1106487"/>
        </p:xfrm>
        <a:graphic>
          <a:graphicData uri="http://schemas.openxmlformats.org/presentationml/2006/ole">
            <mc:AlternateContent xmlns:mc="http://schemas.openxmlformats.org/markup-compatibility/2006">
              <mc:Choice xmlns:v="urn:schemas-microsoft-com:vml" Requires="v">
                <p:oleObj name="Equation" r:id="rId4" imgW="2070000" imgH="393480" progId="Equation.DSMT4">
                  <p:embed/>
                </p:oleObj>
              </mc:Choice>
              <mc:Fallback>
                <p:oleObj name="Equation" r:id="rId4" imgW="2070000" imgH="393480"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0825" y="1989138"/>
                        <a:ext cx="5832475" cy="1106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8134" name="Object 6">
            <a:extLst>
              <a:ext uri="{FF2B5EF4-FFF2-40B4-BE49-F238E27FC236}">
                <a16:creationId xmlns:a16="http://schemas.microsoft.com/office/drawing/2014/main" id="{AA57D2F6-C323-B340-2167-89E26F7384B5}"/>
              </a:ext>
            </a:extLst>
          </p:cNvPr>
          <p:cNvGraphicFramePr>
            <a:graphicFrameLocks noChangeAspect="1"/>
          </p:cNvGraphicFramePr>
          <p:nvPr/>
        </p:nvGraphicFramePr>
        <p:xfrm>
          <a:off x="6011863" y="2276475"/>
          <a:ext cx="2895600" cy="544513"/>
        </p:xfrm>
        <a:graphic>
          <a:graphicData uri="http://schemas.openxmlformats.org/presentationml/2006/ole">
            <mc:AlternateContent xmlns:mc="http://schemas.openxmlformats.org/markup-compatibility/2006">
              <mc:Choice xmlns:v="urn:schemas-microsoft-com:vml" Requires="v">
                <p:oleObj name="Equation" r:id="rId6" imgW="1079280" imgH="203040" progId="Equation.DSMT4">
                  <p:embed/>
                </p:oleObj>
              </mc:Choice>
              <mc:Fallback>
                <p:oleObj name="Equation" r:id="rId6" imgW="1079280" imgH="203040" progId="Equation.DSMT4">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11863" y="2276475"/>
                        <a:ext cx="2895600" cy="544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8135" name="Text Box 7">
            <a:extLst>
              <a:ext uri="{FF2B5EF4-FFF2-40B4-BE49-F238E27FC236}">
                <a16:creationId xmlns:a16="http://schemas.microsoft.com/office/drawing/2014/main" id="{8742FE67-CDD6-3EA0-B12D-C243A37B917E}"/>
              </a:ext>
            </a:extLst>
          </p:cNvPr>
          <p:cNvSpPr txBox="1">
            <a:spLocks noChangeArrowheads="1"/>
          </p:cNvSpPr>
          <p:nvPr/>
        </p:nvSpPr>
        <p:spPr bwMode="auto">
          <a:xfrm>
            <a:off x="323850" y="3357563"/>
            <a:ext cx="716438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000066"/>
                </a:solidFill>
                <a:latin typeface="Times New Roman" panose="02020603050405020304" pitchFamily="18" charset="0"/>
                <a:ea typeface="楷体_GB2312" pitchFamily="49" charset="-122"/>
              </a:rPr>
              <a:t>显然，</a:t>
            </a:r>
            <a:r>
              <a:rPr lang="en-US" altLang="zh-CN" sz="3600" b="1">
                <a:solidFill>
                  <a:srgbClr val="000066"/>
                </a:solidFill>
                <a:latin typeface="Times New Roman" panose="02020603050405020304" pitchFamily="18" charset="0"/>
                <a:ea typeface="楷体_GB2312" pitchFamily="49" charset="-122"/>
              </a:rPr>
              <a:t>ROC</a:t>
            </a:r>
            <a:r>
              <a:rPr lang="zh-CN" altLang="en-US" sz="3600" b="1">
                <a:solidFill>
                  <a:srgbClr val="000066"/>
                </a:solidFill>
                <a:latin typeface="Times New Roman" panose="02020603050405020304" pitchFamily="18" charset="0"/>
                <a:ea typeface="楷体_GB2312" pitchFamily="49" charset="-122"/>
              </a:rPr>
              <a:t>是最右边极点的右边。</a:t>
            </a:r>
          </a:p>
        </p:txBody>
      </p:sp>
      <p:graphicFrame>
        <p:nvGraphicFramePr>
          <p:cNvPr id="48137" name="Object 9">
            <a:extLst>
              <a:ext uri="{FF2B5EF4-FFF2-40B4-BE49-F238E27FC236}">
                <a16:creationId xmlns:a16="http://schemas.microsoft.com/office/drawing/2014/main" id="{C7ED9F8A-A282-0544-4ACC-C8078E53FE2D}"/>
              </a:ext>
            </a:extLst>
          </p:cNvPr>
          <p:cNvGraphicFramePr>
            <a:graphicFrameLocks noChangeAspect="1"/>
          </p:cNvGraphicFramePr>
          <p:nvPr/>
        </p:nvGraphicFramePr>
        <p:xfrm>
          <a:off x="395288" y="4437063"/>
          <a:ext cx="574675" cy="523875"/>
        </p:xfrm>
        <a:graphic>
          <a:graphicData uri="http://schemas.openxmlformats.org/presentationml/2006/ole">
            <mc:AlternateContent xmlns:mc="http://schemas.openxmlformats.org/markup-compatibility/2006">
              <mc:Choice xmlns:v="urn:schemas-microsoft-com:vml" Requires="v">
                <p:oleObj name="Equation" r:id="rId8" imgW="139680" imgH="126720" progId="Equation.DSMT4">
                  <p:embed/>
                </p:oleObj>
              </mc:Choice>
              <mc:Fallback>
                <p:oleObj name="Equation" r:id="rId8" imgW="139680" imgH="126720" progId="Equation.DSMT4">
                  <p:embed/>
                  <p:pic>
                    <p:nvPicPr>
                      <p:cNvPr id="0"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5288" y="4437063"/>
                        <a:ext cx="574675"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8138" name="Text Box 10">
            <a:extLst>
              <a:ext uri="{FF2B5EF4-FFF2-40B4-BE49-F238E27FC236}">
                <a16:creationId xmlns:a16="http://schemas.microsoft.com/office/drawing/2014/main" id="{738F271C-FE50-0A0A-F038-7B15F94D14D4}"/>
              </a:ext>
            </a:extLst>
          </p:cNvPr>
          <p:cNvSpPr txBox="1">
            <a:spLocks noChangeArrowheads="1"/>
          </p:cNvSpPr>
          <p:nvPr/>
        </p:nvSpPr>
        <p:spPr bwMode="auto">
          <a:xfrm>
            <a:off x="1116013" y="4365625"/>
            <a:ext cx="3148012"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b="1">
                <a:solidFill>
                  <a:srgbClr val="000066"/>
                </a:solidFill>
                <a:latin typeface="Times New Roman" panose="02020603050405020304" pitchFamily="18" charset="0"/>
                <a:ea typeface="楷体_GB2312" pitchFamily="49" charset="-122"/>
              </a:rPr>
              <a:t>ROC</a:t>
            </a:r>
            <a:r>
              <a:rPr lang="zh-CN" altLang="en-US" sz="3600" b="1">
                <a:solidFill>
                  <a:srgbClr val="000066"/>
                </a:solidFill>
                <a:latin typeface="Times New Roman" panose="02020603050405020304" pitchFamily="18" charset="0"/>
                <a:ea typeface="楷体_GB2312" pitchFamily="49" charset="-122"/>
              </a:rPr>
              <a:t>包括     轴</a:t>
            </a:r>
          </a:p>
        </p:txBody>
      </p:sp>
      <p:graphicFrame>
        <p:nvGraphicFramePr>
          <p:cNvPr id="48139" name="Object 11">
            <a:extLst>
              <a:ext uri="{FF2B5EF4-FFF2-40B4-BE49-F238E27FC236}">
                <a16:creationId xmlns:a16="http://schemas.microsoft.com/office/drawing/2014/main" id="{1BFF81FE-84D6-B559-07A5-59D65FCF9CEE}"/>
              </a:ext>
            </a:extLst>
          </p:cNvPr>
          <p:cNvGraphicFramePr>
            <a:graphicFrameLocks noChangeAspect="1"/>
          </p:cNvGraphicFramePr>
          <p:nvPr/>
        </p:nvGraphicFramePr>
        <p:xfrm>
          <a:off x="3132138" y="4437063"/>
          <a:ext cx="647700" cy="541337"/>
        </p:xfrm>
        <a:graphic>
          <a:graphicData uri="http://schemas.openxmlformats.org/presentationml/2006/ole">
            <mc:AlternateContent xmlns:mc="http://schemas.openxmlformats.org/markup-compatibility/2006">
              <mc:Choice xmlns:v="urn:schemas-microsoft-com:vml" Requires="v">
                <p:oleObj name="Equation" r:id="rId10" imgW="228600" imgH="190440" progId="Equation.DSMT4">
                  <p:embed/>
                </p:oleObj>
              </mc:Choice>
              <mc:Fallback>
                <p:oleObj name="Equation" r:id="rId10" imgW="228600" imgH="190440" progId="Equation.DSMT4">
                  <p:embed/>
                  <p:pic>
                    <p:nvPicPr>
                      <p:cNvPr id="0" name="Object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132138" y="4437063"/>
                        <a:ext cx="647700" cy="541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8140" name="Object 12">
            <a:extLst>
              <a:ext uri="{FF2B5EF4-FFF2-40B4-BE49-F238E27FC236}">
                <a16:creationId xmlns:a16="http://schemas.microsoft.com/office/drawing/2014/main" id="{3E434492-7415-F983-F546-F36DCC76A90D}"/>
              </a:ext>
            </a:extLst>
          </p:cNvPr>
          <p:cNvGraphicFramePr>
            <a:graphicFrameLocks noChangeAspect="1"/>
          </p:cNvGraphicFramePr>
          <p:nvPr/>
        </p:nvGraphicFramePr>
        <p:xfrm>
          <a:off x="4500563" y="4437063"/>
          <a:ext cx="576262" cy="523875"/>
        </p:xfrm>
        <a:graphic>
          <a:graphicData uri="http://schemas.openxmlformats.org/presentationml/2006/ole">
            <mc:AlternateContent xmlns:mc="http://schemas.openxmlformats.org/markup-compatibility/2006">
              <mc:Choice xmlns:v="urn:schemas-microsoft-com:vml" Requires="v">
                <p:oleObj name="Equation" r:id="rId12" imgW="139680" imgH="126720" progId="Equation.DSMT4">
                  <p:embed/>
                </p:oleObj>
              </mc:Choice>
              <mc:Fallback>
                <p:oleObj name="Equation" r:id="rId12" imgW="139680" imgH="126720" progId="Equation.DSMT4">
                  <p:embed/>
                  <p:pic>
                    <p:nvPicPr>
                      <p:cNvPr id="0" name="Object 1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500563" y="4437063"/>
                        <a:ext cx="576262"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8141" name="Text Box 13">
            <a:extLst>
              <a:ext uri="{FF2B5EF4-FFF2-40B4-BE49-F238E27FC236}">
                <a16:creationId xmlns:a16="http://schemas.microsoft.com/office/drawing/2014/main" id="{77C12090-1407-4584-C68B-46463583FB31}"/>
              </a:ext>
            </a:extLst>
          </p:cNvPr>
          <p:cNvSpPr txBox="1">
            <a:spLocks noChangeArrowheads="1"/>
          </p:cNvSpPr>
          <p:nvPr/>
        </p:nvSpPr>
        <p:spPr bwMode="auto">
          <a:xfrm>
            <a:off x="4932363" y="4292600"/>
            <a:ext cx="38544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000066"/>
                </a:solidFill>
                <a:latin typeface="楷体_GB2312" pitchFamily="49" charset="-122"/>
                <a:ea typeface="楷体_GB2312" pitchFamily="49" charset="-122"/>
              </a:rPr>
              <a:t>系统也是稳定的。</a:t>
            </a:r>
          </a:p>
        </p:txBody>
      </p:sp>
      <p:sp>
        <p:nvSpPr>
          <p:cNvPr id="48143" name="Rectangle 15">
            <a:extLst>
              <a:ext uri="{FF2B5EF4-FFF2-40B4-BE49-F238E27FC236}">
                <a16:creationId xmlns:a16="http://schemas.microsoft.com/office/drawing/2014/main" id="{613F0CEA-517C-6935-CCD9-76F8E6153412}"/>
              </a:ext>
            </a:extLst>
          </p:cNvPr>
          <p:cNvSpPr>
            <a:spLocks noChangeArrowheads="1"/>
          </p:cNvSpPr>
          <p:nvPr/>
        </p:nvSpPr>
        <p:spPr bwMode="auto">
          <a:xfrm>
            <a:off x="1403350" y="5229225"/>
            <a:ext cx="67595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000066"/>
                </a:solidFill>
                <a:latin typeface="Times New Roman" panose="02020603050405020304" pitchFamily="18" charset="0"/>
                <a:ea typeface="楷体_GB2312" pitchFamily="49" charset="-122"/>
              </a:rPr>
              <a:t>的全部极点都在</a:t>
            </a:r>
            <a:r>
              <a:rPr lang="en-US" altLang="zh-CN" sz="3600" b="1">
                <a:solidFill>
                  <a:srgbClr val="000066"/>
                </a:solidFill>
                <a:latin typeface="Times New Roman" panose="02020603050405020304" pitchFamily="18" charset="0"/>
                <a:ea typeface="楷体_GB2312" pitchFamily="49" charset="-122"/>
              </a:rPr>
              <a:t>S</a:t>
            </a:r>
            <a:r>
              <a:rPr lang="zh-CN" altLang="en-US" sz="3600" b="1">
                <a:solidFill>
                  <a:srgbClr val="000066"/>
                </a:solidFill>
                <a:latin typeface="Times New Roman" panose="02020603050405020304" pitchFamily="18" charset="0"/>
                <a:ea typeface="楷体_GB2312" pitchFamily="49" charset="-122"/>
              </a:rPr>
              <a:t>平面的左半边</a:t>
            </a:r>
            <a:r>
              <a:rPr lang="zh-CN" altLang="en-US" sz="2800" b="1">
                <a:solidFill>
                  <a:srgbClr val="000066"/>
                </a:solidFill>
                <a:latin typeface="Times New Roman" panose="02020603050405020304" pitchFamily="18" charset="0"/>
                <a:ea typeface="楷体_GB2312" pitchFamily="49" charset="-122"/>
              </a:rPr>
              <a:t>。</a:t>
            </a:r>
          </a:p>
        </p:txBody>
      </p:sp>
      <p:graphicFrame>
        <p:nvGraphicFramePr>
          <p:cNvPr id="48144" name="Object 16">
            <a:extLst>
              <a:ext uri="{FF2B5EF4-FFF2-40B4-BE49-F238E27FC236}">
                <a16:creationId xmlns:a16="http://schemas.microsoft.com/office/drawing/2014/main" id="{78021D06-3B44-66B3-F49A-4E609E238F0A}"/>
              </a:ext>
            </a:extLst>
          </p:cNvPr>
          <p:cNvGraphicFramePr>
            <a:graphicFrameLocks noChangeAspect="1"/>
          </p:cNvGraphicFramePr>
          <p:nvPr/>
        </p:nvGraphicFramePr>
        <p:xfrm>
          <a:off x="395288" y="5157788"/>
          <a:ext cx="993775" cy="617537"/>
        </p:xfrm>
        <a:graphic>
          <a:graphicData uri="http://schemas.openxmlformats.org/presentationml/2006/ole">
            <mc:AlternateContent xmlns:mc="http://schemas.openxmlformats.org/markup-compatibility/2006">
              <mc:Choice xmlns:v="urn:schemas-microsoft-com:vml" Requires="v">
                <p:oleObj name="Equation" r:id="rId14" imgW="355320" imgH="203040" progId="Equation.DSMT4">
                  <p:embed/>
                </p:oleObj>
              </mc:Choice>
              <mc:Fallback>
                <p:oleObj name="Equation" r:id="rId14" imgW="355320" imgH="203040" progId="Equation.DSMT4">
                  <p:embed/>
                  <p:pic>
                    <p:nvPicPr>
                      <p:cNvPr id="0" name="Object 1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95288" y="5157788"/>
                        <a:ext cx="993775" cy="617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48133"/>
                                        </p:tgtEl>
                                        <p:attrNameLst>
                                          <p:attrName>style.visibility</p:attrName>
                                        </p:attrNameLst>
                                      </p:cBhvr>
                                      <p:to>
                                        <p:strVal val="visible"/>
                                      </p:to>
                                    </p:set>
                                    <p:anim calcmode="lin" valueType="num">
                                      <p:cBhvr additive="base">
                                        <p:cTn id="7" dur="500" fill="hold"/>
                                        <p:tgtEl>
                                          <p:spTgt spid="48133"/>
                                        </p:tgtEl>
                                        <p:attrNameLst>
                                          <p:attrName>ppt_x</p:attrName>
                                        </p:attrNameLst>
                                      </p:cBhvr>
                                      <p:tavLst>
                                        <p:tav tm="0">
                                          <p:val>
                                            <p:strVal val="0-#ppt_w/2"/>
                                          </p:val>
                                        </p:tav>
                                        <p:tav tm="100000">
                                          <p:val>
                                            <p:strVal val="#ppt_x"/>
                                          </p:val>
                                        </p:tav>
                                      </p:tavLst>
                                    </p:anim>
                                    <p:anim calcmode="lin" valueType="num">
                                      <p:cBhvr additive="base">
                                        <p:cTn id="8" dur="500" fill="hold"/>
                                        <p:tgtEl>
                                          <p:spTgt spid="4813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48134"/>
                                        </p:tgtEl>
                                        <p:attrNameLst>
                                          <p:attrName>style.visibility</p:attrName>
                                        </p:attrNameLst>
                                      </p:cBhvr>
                                      <p:to>
                                        <p:strVal val="visible"/>
                                      </p:to>
                                    </p:set>
                                    <p:anim calcmode="lin" valueType="num">
                                      <p:cBhvr additive="base">
                                        <p:cTn id="13" dur="500" fill="hold"/>
                                        <p:tgtEl>
                                          <p:spTgt spid="48134"/>
                                        </p:tgtEl>
                                        <p:attrNameLst>
                                          <p:attrName>ppt_x</p:attrName>
                                        </p:attrNameLst>
                                      </p:cBhvr>
                                      <p:tavLst>
                                        <p:tav tm="0">
                                          <p:val>
                                            <p:strVal val="0-#ppt_w/2"/>
                                          </p:val>
                                        </p:tav>
                                        <p:tav tm="100000">
                                          <p:val>
                                            <p:strVal val="#ppt_x"/>
                                          </p:val>
                                        </p:tav>
                                      </p:tavLst>
                                    </p:anim>
                                    <p:anim calcmode="lin" valueType="num">
                                      <p:cBhvr additive="base">
                                        <p:cTn id="14" dur="500" fill="hold"/>
                                        <p:tgtEl>
                                          <p:spTgt spid="48134"/>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8135"/>
                                        </p:tgtEl>
                                        <p:attrNameLst>
                                          <p:attrName>style.visibility</p:attrName>
                                        </p:attrNameLst>
                                      </p:cBhvr>
                                      <p:to>
                                        <p:strVal val="visible"/>
                                      </p:to>
                                    </p:set>
                                    <p:anim calcmode="lin" valueType="num">
                                      <p:cBhvr additive="base">
                                        <p:cTn id="19" dur="500" fill="hold"/>
                                        <p:tgtEl>
                                          <p:spTgt spid="48135"/>
                                        </p:tgtEl>
                                        <p:attrNameLst>
                                          <p:attrName>ppt_x</p:attrName>
                                        </p:attrNameLst>
                                      </p:cBhvr>
                                      <p:tavLst>
                                        <p:tav tm="0">
                                          <p:val>
                                            <p:strVal val="0-#ppt_w/2"/>
                                          </p:val>
                                        </p:tav>
                                        <p:tav tm="100000">
                                          <p:val>
                                            <p:strVal val="#ppt_x"/>
                                          </p:val>
                                        </p:tav>
                                      </p:tavLst>
                                    </p:anim>
                                    <p:anim calcmode="lin" valueType="num">
                                      <p:cBhvr additive="base">
                                        <p:cTn id="20" dur="500" fill="hold"/>
                                        <p:tgtEl>
                                          <p:spTgt spid="4813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5" grpId="0" autoUpdateAnimBg="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Text Box 3">
            <a:extLst>
              <a:ext uri="{FF2B5EF4-FFF2-40B4-BE49-F238E27FC236}">
                <a16:creationId xmlns:a16="http://schemas.microsoft.com/office/drawing/2014/main" id="{C2103AC8-EA7F-56CD-EC88-0C21E186B727}"/>
              </a:ext>
            </a:extLst>
          </p:cNvPr>
          <p:cNvSpPr txBox="1">
            <a:spLocks noChangeArrowheads="1"/>
          </p:cNvSpPr>
          <p:nvPr/>
        </p:nvSpPr>
        <p:spPr bwMode="auto">
          <a:xfrm>
            <a:off x="911225" y="454025"/>
            <a:ext cx="1841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sz="2800" b="1">
              <a:latin typeface="楷体_GB2312" pitchFamily="49" charset="-122"/>
              <a:ea typeface="楷体_GB2312" pitchFamily="49" charset="-122"/>
            </a:endParaRPr>
          </a:p>
        </p:txBody>
      </p:sp>
      <p:sp>
        <p:nvSpPr>
          <p:cNvPr id="47108" name="Text Box 4">
            <a:extLst>
              <a:ext uri="{FF2B5EF4-FFF2-40B4-BE49-F238E27FC236}">
                <a16:creationId xmlns:a16="http://schemas.microsoft.com/office/drawing/2014/main" id="{9B651B90-6250-BB26-FB61-61C13E7AFD60}"/>
              </a:ext>
            </a:extLst>
          </p:cNvPr>
          <p:cNvSpPr txBox="1">
            <a:spLocks noChangeArrowheads="1"/>
          </p:cNvSpPr>
          <p:nvPr/>
        </p:nvSpPr>
        <p:spPr bwMode="auto">
          <a:xfrm>
            <a:off x="0" y="260350"/>
            <a:ext cx="9906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3600" b="1">
                <a:solidFill>
                  <a:srgbClr val="000066"/>
                </a:solidFill>
                <a:ea typeface="楷体_GB2312" pitchFamily="49" charset="-122"/>
              </a:rPr>
              <a:t>例</a:t>
            </a:r>
            <a:r>
              <a:rPr lang="en-US" altLang="zh-CN" sz="3600" b="1">
                <a:solidFill>
                  <a:srgbClr val="000066"/>
                </a:solidFill>
                <a:ea typeface="楷体_GB2312" pitchFamily="49" charset="-122"/>
              </a:rPr>
              <a:t>2.</a:t>
            </a:r>
          </a:p>
        </p:txBody>
      </p:sp>
      <p:sp>
        <p:nvSpPr>
          <p:cNvPr id="47109" name="Text Box 5">
            <a:extLst>
              <a:ext uri="{FF2B5EF4-FFF2-40B4-BE49-F238E27FC236}">
                <a16:creationId xmlns:a16="http://schemas.microsoft.com/office/drawing/2014/main" id="{D50E7670-518A-EBDB-AAC0-B00F0DF99B7B}"/>
              </a:ext>
            </a:extLst>
          </p:cNvPr>
          <p:cNvSpPr txBox="1">
            <a:spLocks noChangeArrowheads="1"/>
          </p:cNvSpPr>
          <p:nvPr/>
        </p:nvSpPr>
        <p:spPr bwMode="auto">
          <a:xfrm>
            <a:off x="1165225" y="307975"/>
            <a:ext cx="11017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000066"/>
                </a:solidFill>
                <a:latin typeface="楷体_GB2312" pitchFamily="49" charset="-122"/>
                <a:ea typeface="楷体_GB2312" pitchFamily="49" charset="-122"/>
              </a:rPr>
              <a:t>若有</a:t>
            </a:r>
          </a:p>
        </p:txBody>
      </p:sp>
      <p:graphicFrame>
        <p:nvGraphicFramePr>
          <p:cNvPr id="47110" name="Object 6">
            <a:extLst>
              <a:ext uri="{FF2B5EF4-FFF2-40B4-BE49-F238E27FC236}">
                <a16:creationId xmlns:a16="http://schemas.microsoft.com/office/drawing/2014/main" id="{433CEB5F-A21A-7370-DA66-BF42D98EEB9D}"/>
              </a:ext>
            </a:extLst>
          </p:cNvPr>
          <p:cNvGraphicFramePr>
            <a:graphicFrameLocks noChangeAspect="1"/>
          </p:cNvGraphicFramePr>
          <p:nvPr/>
        </p:nvGraphicFramePr>
        <p:xfrm>
          <a:off x="2155825" y="25400"/>
          <a:ext cx="2632075" cy="1136650"/>
        </p:xfrm>
        <a:graphic>
          <a:graphicData uri="http://schemas.openxmlformats.org/presentationml/2006/ole">
            <mc:AlternateContent xmlns:mc="http://schemas.openxmlformats.org/markup-compatibility/2006">
              <mc:Choice xmlns:v="urn:schemas-microsoft-com:vml" Requires="v">
                <p:oleObj name="Equation" r:id="rId2" imgW="838080" imgH="419040" progId="Equation.DSMT4">
                  <p:embed/>
                </p:oleObj>
              </mc:Choice>
              <mc:Fallback>
                <p:oleObj name="Equation" r:id="rId2" imgW="838080" imgH="419040" progId="Equation.DSMT4">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5825" y="25400"/>
                        <a:ext cx="2632075" cy="1136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7111" name="Object 7">
            <a:extLst>
              <a:ext uri="{FF2B5EF4-FFF2-40B4-BE49-F238E27FC236}">
                <a16:creationId xmlns:a16="http://schemas.microsoft.com/office/drawing/2014/main" id="{9DB226FD-133B-7A0B-5D9E-36D4315C19DB}"/>
              </a:ext>
            </a:extLst>
          </p:cNvPr>
          <p:cNvGraphicFramePr>
            <a:graphicFrameLocks noChangeAspect="1"/>
          </p:cNvGraphicFramePr>
          <p:nvPr/>
        </p:nvGraphicFramePr>
        <p:xfrm>
          <a:off x="4787900" y="333375"/>
          <a:ext cx="2160588" cy="641350"/>
        </p:xfrm>
        <a:graphic>
          <a:graphicData uri="http://schemas.openxmlformats.org/presentationml/2006/ole">
            <mc:AlternateContent xmlns:mc="http://schemas.openxmlformats.org/markup-compatibility/2006">
              <mc:Choice xmlns:v="urn:schemas-microsoft-com:vml" Requires="v">
                <p:oleObj name="Equation" r:id="rId4" imgW="685800" imgH="203040" progId="Equation.DSMT4">
                  <p:embed/>
                </p:oleObj>
              </mc:Choice>
              <mc:Fallback>
                <p:oleObj name="Equation" r:id="rId4" imgW="685800" imgH="203040" progId="Equation.DSMT4">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87900" y="333375"/>
                        <a:ext cx="216058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7113" name="Text Box 9">
            <a:extLst>
              <a:ext uri="{FF2B5EF4-FFF2-40B4-BE49-F238E27FC236}">
                <a16:creationId xmlns:a16="http://schemas.microsoft.com/office/drawing/2014/main" id="{E86B7F39-ADBD-76D9-3A35-15E317EBE08E}"/>
              </a:ext>
            </a:extLst>
          </p:cNvPr>
          <p:cNvSpPr txBox="1">
            <a:spLocks noChangeArrowheads="1"/>
          </p:cNvSpPr>
          <p:nvPr/>
        </p:nvSpPr>
        <p:spPr bwMode="auto">
          <a:xfrm>
            <a:off x="0" y="1196975"/>
            <a:ext cx="9144000" cy="2563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en-US" altLang="zh-CN" sz="2800" b="1">
                <a:latin typeface="楷体_GB2312" pitchFamily="49" charset="-122"/>
                <a:ea typeface="楷体_GB2312" pitchFamily="49" charset="-122"/>
              </a:rPr>
              <a:t>       </a:t>
            </a:r>
            <a:r>
              <a:rPr lang="zh-CN" altLang="en-US" sz="3600" b="1">
                <a:solidFill>
                  <a:srgbClr val="000066"/>
                </a:solidFill>
                <a:latin typeface="楷体_GB2312" pitchFamily="49" charset="-122"/>
                <a:ea typeface="楷体_GB2312" pitchFamily="49" charset="-122"/>
              </a:rPr>
              <a:t>的</a:t>
            </a:r>
            <a:r>
              <a:rPr lang="en-US" altLang="zh-CN" sz="3600" b="1">
                <a:solidFill>
                  <a:srgbClr val="000066"/>
                </a:solidFill>
                <a:latin typeface="Times New Roman" panose="02020603050405020304" pitchFamily="18" charset="0"/>
                <a:ea typeface="楷体_GB2312" pitchFamily="49" charset="-122"/>
              </a:rPr>
              <a:t>ROC</a:t>
            </a:r>
            <a:r>
              <a:rPr lang="zh-CN" altLang="en-US" sz="3600" b="1">
                <a:solidFill>
                  <a:srgbClr val="000066"/>
                </a:solidFill>
                <a:latin typeface="Times New Roman" panose="02020603050405020304" pitchFamily="18" charset="0"/>
                <a:ea typeface="楷体_GB2312" pitchFamily="49" charset="-122"/>
              </a:rPr>
              <a:t>是最右边极点的右边，但       是非有理函数，</a:t>
            </a:r>
            <a:r>
              <a:rPr lang="zh-CN" altLang="en-US" sz="3600" b="1">
                <a:solidFill>
                  <a:srgbClr val="000066"/>
                </a:solidFill>
                <a:latin typeface="楷体_GB2312" pitchFamily="49" charset="-122"/>
                <a:ea typeface="楷体_GB2312" pitchFamily="49" charset="-122"/>
              </a:rPr>
              <a:t>                ，系统是非因果的。</a:t>
            </a:r>
          </a:p>
        </p:txBody>
      </p:sp>
      <p:graphicFrame>
        <p:nvGraphicFramePr>
          <p:cNvPr id="47114" name="Object 10">
            <a:extLst>
              <a:ext uri="{FF2B5EF4-FFF2-40B4-BE49-F238E27FC236}">
                <a16:creationId xmlns:a16="http://schemas.microsoft.com/office/drawing/2014/main" id="{51306E2D-360A-C413-D83C-F3F437CF0A69}"/>
              </a:ext>
            </a:extLst>
          </p:cNvPr>
          <p:cNvGraphicFramePr>
            <a:graphicFrameLocks noChangeAspect="1"/>
          </p:cNvGraphicFramePr>
          <p:nvPr/>
        </p:nvGraphicFramePr>
        <p:xfrm>
          <a:off x="250825" y="1446213"/>
          <a:ext cx="1152525" cy="585787"/>
        </p:xfrm>
        <a:graphic>
          <a:graphicData uri="http://schemas.openxmlformats.org/presentationml/2006/ole">
            <mc:AlternateContent xmlns:mc="http://schemas.openxmlformats.org/markup-compatibility/2006">
              <mc:Choice xmlns:v="urn:schemas-microsoft-com:vml" Requires="v">
                <p:oleObj name="Equation" r:id="rId6" imgW="355320" imgH="203040" progId="Equation.DSMT4">
                  <p:embed/>
                </p:oleObj>
              </mc:Choice>
              <mc:Fallback>
                <p:oleObj name="Equation" r:id="rId6" imgW="355320" imgH="203040" progId="Equation.DSMT4">
                  <p:embed/>
                  <p:pic>
                    <p:nvPicPr>
                      <p:cNvPr id="0"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0825" y="1446213"/>
                        <a:ext cx="1152525"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7115" name="Object 11">
            <a:extLst>
              <a:ext uri="{FF2B5EF4-FFF2-40B4-BE49-F238E27FC236}">
                <a16:creationId xmlns:a16="http://schemas.microsoft.com/office/drawing/2014/main" id="{63FB2C45-D921-A1AB-7D0A-3A3D0E5FDBC0}"/>
              </a:ext>
            </a:extLst>
          </p:cNvPr>
          <p:cNvGraphicFramePr>
            <a:graphicFrameLocks noChangeAspect="1"/>
          </p:cNvGraphicFramePr>
          <p:nvPr/>
        </p:nvGraphicFramePr>
        <p:xfrm>
          <a:off x="7885113" y="1484313"/>
          <a:ext cx="1258887" cy="639762"/>
        </p:xfrm>
        <a:graphic>
          <a:graphicData uri="http://schemas.openxmlformats.org/presentationml/2006/ole">
            <mc:AlternateContent xmlns:mc="http://schemas.openxmlformats.org/markup-compatibility/2006">
              <mc:Choice xmlns:v="urn:schemas-microsoft-com:vml" Requires="v">
                <p:oleObj name="Equation" r:id="rId8" imgW="355320" imgH="203040" progId="Equation.DSMT4">
                  <p:embed/>
                </p:oleObj>
              </mc:Choice>
              <mc:Fallback>
                <p:oleObj name="Equation" r:id="rId8" imgW="355320" imgH="203040" progId="Equation.DSMT4">
                  <p:embed/>
                  <p:pic>
                    <p:nvPicPr>
                      <p:cNvPr id="0" name="Object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885113" y="1484313"/>
                        <a:ext cx="1258887"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7116" name="Object 12">
            <a:extLst>
              <a:ext uri="{FF2B5EF4-FFF2-40B4-BE49-F238E27FC236}">
                <a16:creationId xmlns:a16="http://schemas.microsoft.com/office/drawing/2014/main" id="{C7B1EFA6-C769-7992-B8FA-701BB735F1D6}"/>
              </a:ext>
            </a:extLst>
          </p:cNvPr>
          <p:cNvGraphicFramePr>
            <a:graphicFrameLocks noChangeAspect="1"/>
          </p:cNvGraphicFramePr>
          <p:nvPr/>
        </p:nvGraphicFramePr>
        <p:xfrm>
          <a:off x="3132138" y="2276475"/>
          <a:ext cx="3816350" cy="609600"/>
        </p:xfrm>
        <a:graphic>
          <a:graphicData uri="http://schemas.openxmlformats.org/presentationml/2006/ole">
            <mc:AlternateContent xmlns:mc="http://schemas.openxmlformats.org/markup-compatibility/2006">
              <mc:Choice xmlns:v="urn:schemas-microsoft-com:vml" Requires="v">
                <p:oleObj name="Equation" r:id="rId9" imgW="1168200" imgH="228600" progId="Equation.DSMT4">
                  <p:embed/>
                </p:oleObj>
              </mc:Choice>
              <mc:Fallback>
                <p:oleObj name="Equation" r:id="rId9" imgW="1168200" imgH="228600" progId="Equation.DSMT4">
                  <p:embed/>
                  <p:pic>
                    <p:nvPicPr>
                      <p:cNvPr id="0" name="Object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32138" y="2276475"/>
                        <a:ext cx="381635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7118" name="Text Box 14">
            <a:extLst>
              <a:ext uri="{FF2B5EF4-FFF2-40B4-BE49-F238E27FC236}">
                <a16:creationId xmlns:a16="http://schemas.microsoft.com/office/drawing/2014/main" id="{5E6FE80A-2BA0-99E1-EE2F-CF9ECEFA8FA1}"/>
              </a:ext>
            </a:extLst>
          </p:cNvPr>
          <p:cNvSpPr txBox="1">
            <a:spLocks noChangeArrowheads="1"/>
          </p:cNvSpPr>
          <p:nvPr/>
        </p:nvSpPr>
        <p:spPr bwMode="auto">
          <a:xfrm>
            <a:off x="131763" y="3644900"/>
            <a:ext cx="9012237"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1">
                <a:latin typeface="楷体_GB2312" pitchFamily="49" charset="-122"/>
                <a:ea typeface="楷体_GB2312" pitchFamily="49" charset="-122"/>
              </a:rPr>
              <a:t>  </a:t>
            </a:r>
            <a:r>
              <a:rPr lang="zh-CN" altLang="en-US" sz="3600" b="1">
                <a:solidFill>
                  <a:srgbClr val="000066"/>
                </a:solidFill>
                <a:latin typeface="Times New Roman" panose="02020603050405020304" pitchFamily="18" charset="0"/>
                <a:ea typeface="楷体_GB2312" pitchFamily="49" charset="-122"/>
              </a:rPr>
              <a:t>由于</a:t>
            </a:r>
            <a:r>
              <a:rPr lang="en-US" altLang="zh-CN" sz="3600" b="1">
                <a:solidFill>
                  <a:srgbClr val="000066"/>
                </a:solidFill>
                <a:latin typeface="Times New Roman" panose="02020603050405020304" pitchFamily="18" charset="0"/>
                <a:ea typeface="楷体_GB2312" pitchFamily="49" charset="-122"/>
              </a:rPr>
              <a:t>ROC</a:t>
            </a:r>
            <a:r>
              <a:rPr lang="zh-CN" altLang="en-US" sz="3600" b="1">
                <a:solidFill>
                  <a:srgbClr val="000066"/>
                </a:solidFill>
                <a:latin typeface="Times New Roman" panose="02020603050405020304" pitchFamily="18" charset="0"/>
                <a:ea typeface="楷体_GB2312" pitchFamily="49" charset="-122"/>
              </a:rPr>
              <a:t>包括     轴，该系统仍是稳定的。</a:t>
            </a:r>
          </a:p>
        </p:txBody>
      </p:sp>
      <p:graphicFrame>
        <p:nvGraphicFramePr>
          <p:cNvPr id="47119" name="Object 15">
            <a:extLst>
              <a:ext uri="{FF2B5EF4-FFF2-40B4-BE49-F238E27FC236}">
                <a16:creationId xmlns:a16="http://schemas.microsoft.com/office/drawing/2014/main" id="{01E98E9C-8015-9D47-5414-D884A435BECD}"/>
              </a:ext>
            </a:extLst>
          </p:cNvPr>
          <p:cNvGraphicFramePr>
            <a:graphicFrameLocks noChangeAspect="1"/>
          </p:cNvGraphicFramePr>
          <p:nvPr/>
        </p:nvGraphicFramePr>
        <p:xfrm>
          <a:off x="3419475" y="3716338"/>
          <a:ext cx="539750" cy="449262"/>
        </p:xfrm>
        <a:graphic>
          <a:graphicData uri="http://schemas.openxmlformats.org/presentationml/2006/ole">
            <mc:AlternateContent xmlns:mc="http://schemas.openxmlformats.org/markup-compatibility/2006">
              <mc:Choice xmlns:v="urn:schemas-microsoft-com:vml" Requires="v">
                <p:oleObj name="Equation" r:id="rId11" imgW="228600" imgH="190440" progId="Equation.DSMT4">
                  <p:embed/>
                </p:oleObj>
              </mc:Choice>
              <mc:Fallback>
                <p:oleObj name="Equation" r:id="rId11" imgW="228600" imgH="190440" progId="Equation.DSMT4">
                  <p:embed/>
                  <p:pic>
                    <p:nvPicPr>
                      <p:cNvPr id="0" name="Object 1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419475" y="3716338"/>
                        <a:ext cx="539750" cy="449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7121" name="Text Box 17">
            <a:extLst>
              <a:ext uri="{FF2B5EF4-FFF2-40B4-BE49-F238E27FC236}">
                <a16:creationId xmlns:a16="http://schemas.microsoft.com/office/drawing/2014/main" id="{BEAFE0D1-3F63-F260-9468-6A245DF1D909}"/>
              </a:ext>
            </a:extLst>
          </p:cNvPr>
          <p:cNvSpPr txBox="1">
            <a:spLocks noChangeArrowheads="1"/>
          </p:cNvSpPr>
          <p:nvPr/>
        </p:nvSpPr>
        <p:spPr bwMode="auto">
          <a:xfrm>
            <a:off x="0" y="4365625"/>
            <a:ext cx="20193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000066"/>
                </a:solidFill>
                <a:latin typeface="楷体_GB2312" pitchFamily="49" charset="-122"/>
                <a:ea typeface="楷体_GB2312" pitchFamily="49" charset="-122"/>
              </a:rPr>
              <a:t>而对系统</a:t>
            </a:r>
          </a:p>
        </p:txBody>
      </p:sp>
      <p:graphicFrame>
        <p:nvGraphicFramePr>
          <p:cNvPr id="47122" name="Object 18">
            <a:extLst>
              <a:ext uri="{FF2B5EF4-FFF2-40B4-BE49-F238E27FC236}">
                <a16:creationId xmlns:a16="http://schemas.microsoft.com/office/drawing/2014/main" id="{008A117F-6878-3E42-23E2-DF0310DEAC31}"/>
              </a:ext>
            </a:extLst>
          </p:cNvPr>
          <p:cNvGraphicFramePr>
            <a:graphicFrameLocks noChangeAspect="1"/>
          </p:cNvGraphicFramePr>
          <p:nvPr/>
        </p:nvGraphicFramePr>
        <p:xfrm>
          <a:off x="2051050" y="4149725"/>
          <a:ext cx="2303463" cy="1152525"/>
        </p:xfrm>
        <a:graphic>
          <a:graphicData uri="http://schemas.openxmlformats.org/presentationml/2006/ole">
            <mc:AlternateContent xmlns:mc="http://schemas.openxmlformats.org/markup-compatibility/2006">
              <mc:Choice xmlns:v="urn:schemas-microsoft-com:vml" Requires="v">
                <p:oleObj name="Equation" r:id="rId13" imgW="838080" imgH="419040" progId="Equation.DSMT4">
                  <p:embed/>
                </p:oleObj>
              </mc:Choice>
              <mc:Fallback>
                <p:oleObj name="Equation" r:id="rId13" imgW="838080" imgH="419040" progId="Equation.DSMT4">
                  <p:embed/>
                  <p:pic>
                    <p:nvPicPr>
                      <p:cNvPr id="0" name="Object 1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051050" y="4149725"/>
                        <a:ext cx="2303463" cy="1152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7123" name="Object 19">
            <a:extLst>
              <a:ext uri="{FF2B5EF4-FFF2-40B4-BE49-F238E27FC236}">
                <a16:creationId xmlns:a16="http://schemas.microsoft.com/office/drawing/2014/main" id="{0626AB92-2E07-E3DE-BA53-4F18136AEC3F}"/>
              </a:ext>
            </a:extLst>
          </p:cNvPr>
          <p:cNvGraphicFramePr>
            <a:graphicFrameLocks noChangeAspect="1"/>
          </p:cNvGraphicFramePr>
          <p:nvPr/>
        </p:nvGraphicFramePr>
        <p:xfrm>
          <a:off x="4716463" y="4508500"/>
          <a:ext cx="2001837" cy="592138"/>
        </p:xfrm>
        <a:graphic>
          <a:graphicData uri="http://schemas.openxmlformats.org/presentationml/2006/ole">
            <mc:AlternateContent xmlns:mc="http://schemas.openxmlformats.org/markup-compatibility/2006">
              <mc:Choice xmlns:v="urn:schemas-microsoft-com:vml" Requires="v">
                <p:oleObj name="Equation" r:id="rId4" imgW="685800" imgH="203040" progId="Equation.DSMT4">
                  <p:embed/>
                </p:oleObj>
              </mc:Choice>
              <mc:Fallback>
                <p:oleObj name="Equation" r:id="rId4" imgW="685800" imgH="203040" progId="Equation.DSMT4">
                  <p:embed/>
                  <p:pic>
                    <p:nvPicPr>
                      <p:cNvPr id="0" name="Object 1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16463" y="4508500"/>
                        <a:ext cx="2001837" cy="592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7125" name="Text Box 21">
            <a:extLst>
              <a:ext uri="{FF2B5EF4-FFF2-40B4-BE49-F238E27FC236}">
                <a16:creationId xmlns:a16="http://schemas.microsoft.com/office/drawing/2014/main" id="{432AB17B-EBAC-532D-43E7-BE49170CA9A1}"/>
              </a:ext>
            </a:extLst>
          </p:cNvPr>
          <p:cNvSpPr txBox="1">
            <a:spLocks noChangeArrowheads="1"/>
          </p:cNvSpPr>
          <p:nvPr/>
        </p:nvSpPr>
        <p:spPr bwMode="auto">
          <a:xfrm>
            <a:off x="0" y="5157788"/>
            <a:ext cx="9144000"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en-US" altLang="zh-CN" sz="2800" b="1">
                <a:latin typeface="楷体_GB2312" pitchFamily="49" charset="-122"/>
                <a:ea typeface="楷体_GB2312" pitchFamily="49" charset="-122"/>
              </a:rPr>
              <a:t>     </a:t>
            </a:r>
            <a:r>
              <a:rPr lang="zh-CN" altLang="en-US" sz="3600" b="1">
                <a:solidFill>
                  <a:srgbClr val="000066"/>
                </a:solidFill>
                <a:latin typeface="Times New Roman" panose="02020603050405020304" pitchFamily="18" charset="0"/>
                <a:ea typeface="楷体_GB2312" pitchFamily="49" charset="-122"/>
              </a:rPr>
              <a:t>仍是非有理函数，</a:t>
            </a:r>
            <a:r>
              <a:rPr lang="en-US" altLang="zh-CN" sz="3600" b="1">
                <a:solidFill>
                  <a:srgbClr val="000066"/>
                </a:solidFill>
                <a:latin typeface="Times New Roman" panose="02020603050405020304" pitchFamily="18" charset="0"/>
                <a:ea typeface="楷体_GB2312" pitchFamily="49" charset="-122"/>
              </a:rPr>
              <a:t>ROC</a:t>
            </a:r>
            <a:r>
              <a:rPr lang="zh-CN" altLang="en-US" sz="3600" b="1">
                <a:solidFill>
                  <a:srgbClr val="000066"/>
                </a:solidFill>
                <a:latin typeface="Times New Roman" panose="02020603050405020304" pitchFamily="18" charset="0"/>
                <a:ea typeface="楷体_GB2312" pitchFamily="49" charset="-122"/>
              </a:rPr>
              <a:t>是最右边极点的右边，</a:t>
            </a:r>
            <a:r>
              <a:rPr lang="zh-CN" altLang="en-US" sz="3600" b="1">
                <a:solidFill>
                  <a:srgbClr val="000066"/>
                </a:solidFill>
                <a:latin typeface="楷体_GB2312" pitchFamily="49" charset="-122"/>
                <a:ea typeface="楷体_GB2312" pitchFamily="49" charset="-122"/>
              </a:rPr>
              <a:t>但由于              ，是因果的。</a:t>
            </a:r>
            <a:r>
              <a:rPr lang="zh-CN" altLang="en-US" sz="2800" b="1">
                <a:solidFill>
                  <a:srgbClr val="000066"/>
                </a:solidFill>
                <a:latin typeface="Times New Roman" panose="02020603050405020304" pitchFamily="18" charset="0"/>
                <a:ea typeface="楷体_GB2312" pitchFamily="49" charset="-122"/>
              </a:rPr>
              <a:t>  </a:t>
            </a:r>
          </a:p>
        </p:txBody>
      </p:sp>
      <p:graphicFrame>
        <p:nvGraphicFramePr>
          <p:cNvPr id="47126" name="Object 22">
            <a:extLst>
              <a:ext uri="{FF2B5EF4-FFF2-40B4-BE49-F238E27FC236}">
                <a16:creationId xmlns:a16="http://schemas.microsoft.com/office/drawing/2014/main" id="{1FA35B73-A687-948B-2FF2-86E9E1AC637C}"/>
              </a:ext>
            </a:extLst>
          </p:cNvPr>
          <p:cNvGraphicFramePr>
            <a:graphicFrameLocks noChangeAspect="1"/>
          </p:cNvGraphicFramePr>
          <p:nvPr/>
        </p:nvGraphicFramePr>
        <p:xfrm>
          <a:off x="0" y="5445125"/>
          <a:ext cx="933450" cy="587375"/>
        </p:xfrm>
        <a:graphic>
          <a:graphicData uri="http://schemas.openxmlformats.org/presentationml/2006/ole">
            <mc:AlternateContent xmlns:mc="http://schemas.openxmlformats.org/markup-compatibility/2006">
              <mc:Choice xmlns:v="urn:schemas-microsoft-com:vml" Requires="v">
                <p:oleObj name="Equation" r:id="rId6" imgW="355320" imgH="203040" progId="Equation.DSMT4">
                  <p:embed/>
                </p:oleObj>
              </mc:Choice>
              <mc:Fallback>
                <p:oleObj name="Equation" r:id="rId6" imgW="355320" imgH="203040" progId="Equation.DSMT4">
                  <p:embed/>
                  <p:pic>
                    <p:nvPicPr>
                      <p:cNvPr id="0" name="Object 2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5445125"/>
                        <a:ext cx="933450" cy="587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7127" name="Object 23">
            <a:extLst>
              <a:ext uri="{FF2B5EF4-FFF2-40B4-BE49-F238E27FC236}">
                <a16:creationId xmlns:a16="http://schemas.microsoft.com/office/drawing/2014/main" id="{6FCB38D7-3DD8-CAD0-D7C2-1C0859A3866A}"/>
              </a:ext>
            </a:extLst>
          </p:cNvPr>
          <p:cNvGraphicFramePr>
            <a:graphicFrameLocks noChangeAspect="1"/>
          </p:cNvGraphicFramePr>
          <p:nvPr/>
        </p:nvGraphicFramePr>
        <p:xfrm>
          <a:off x="2916238" y="6092825"/>
          <a:ext cx="3168650" cy="765175"/>
        </p:xfrm>
        <a:graphic>
          <a:graphicData uri="http://schemas.openxmlformats.org/presentationml/2006/ole">
            <mc:AlternateContent xmlns:mc="http://schemas.openxmlformats.org/markup-compatibility/2006">
              <mc:Choice xmlns:v="urn:schemas-microsoft-com:vml" Requires="v">
                <p:oleObj name="Equation" r:id="rId15" imgW="1168200" imgH="228600" progId="Equation.DSMT4">
                  <p:embed/>
                </p:oleObj>
              </mc:Choice>
              <mc:Fallback>
                <p:oleObj name="Equation" r:id="rId15" imgW="1168200" imgH="228600" progId="Equation.DSMT4">
                  <p:embed/>
                  <p:pic>
                    <p:nvPicPr>
                      <p:cNvPr id="0" name="Object 2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916238" y="6092825"/>
                        <a:ext cx="3168650" cy="765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4F8DE2E8-77EC-AB56-33F1-91D9894C351E}"/>
              </a:ext>
            </a:extLst>
          </p:cNvPr>
          <p:cNvSpPr>
            <a:spLocks noChangeArrowheads="1"/>
          </p:cNvSpPr>
          <p:nvPr/>
        </p:nvSpPr>
        <p:spPr bwMode="auto">
          <a:xfrm>
            <a:off x="395288" y="300038"/>
            <a:ext cx="19685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4000" b="1">
                <a:solidFill>
                  <a:srgbClr val="760C04"/>
                </a:solidFill>
                <a:latin typeface="楷体_GB2312" pitchFamily="49" charset="-122"/>
                <a:ea typeface="楷体_GB2312" pitchFamily="49" charset="-122"/>
              </a:rPr>
              <a:t>结 论：</a:t>
            </a:r>
          </a:p>
        </p:txBody>
      </p:sp>
      <p:sp>
        <p:nvSpPr>
          <p:cNvPr id="46083" name="Rectangle 3">
            <a:extLst>
              <a:ext uri="{FF2B5EF4-FFF2-40B4-BE49-F238E27FC236}">
                <a16:creationId xmlns:a16="http://schemas.microsoft.com/office/drawing/2014/main" id="{D8BD2142-BD39-0CA3-A483-42B88B1CAAE5}"/>
              </a:ext>
            </a:extLst>
          </p:cNvPr>
          <p:cNvSpPr>
            <a:spLocks noChangeArrowheads="1"/>
          </p:cNvSpPr>
          <p:nvPr/>
        </p:nvSpPr>
        <p:spPr bwMode="auto">
          <a:xfrm>
            <a:off x="250825" y="1052513"/>
            <a:ext cx="8642350" cy="2563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800100" indent="-342900">
              <a:defRPr>
                <a:solidFill>
                  <a:schemeClr val="tx1"/>
                </a:solidFill>
                <a:latin typeface="Arial" panose="020B0604020202020204" pitchFamily="34" charset="0"/>
                <a:ea typeface="宋体" panose="02010600030101010101" pitchFamily="2" charset="-122"/>
              </a:defRPr>
            </a:lvl2pPr>
            <a:lvl3pPr marL="1257300" indent="-342900">
              <a:defRPr>
                <a:solidFill>
                  <a:schemeClr val="tx1"/>
                </a:solidFill>
                <a:latin typeface="Arial" panose="020B0604020202020204" pitchFamily="34" charset="0"/>
                <a:ea typeface="宋体" panose="02010600030101010101" pitchFamily="2" charset="-122"/>
              </a:defRPr>
            </a:lvl3pPr>
            <a:lvl4pPr marL="1714500" indent="-342900">
              <a:defRPr>
                <a:solidFill>
                  <a:schemeClr val="tx1"/>
                </a:solidFill>
                <a:latin typeface="Arial" panose="020B0604020202020204" pitchFamily="34" charset="0"/>
                <a:ea typeface="宋体" panose="02010600030101010101" pitchFamily="2" charset="-122"/>
              </a:defRPr>
            </a:lvl4pPr>
            <a:lvl5pPr marL="2171700" indent="-342900">
              <a:defRPr>
                <a:solidFill>
                  <a:schemeClr val="tx1"/>
                </a:solidFill>
                <a:latin typeface="Arial" panose="020B0604020202020204" pitchFamily="34" charset="0"/>
                <a:ea typeface="宋体" panose="02010600030101010101" pitchFamily="2" charset="-122"/>
              </a:defRPr>
            </a:lvl5pPr>
            <a:lvl6pPr marL="26289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0861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5433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0005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buFontTx/>
              <a:buAutoNum type="arabicPeriod"/>
            </a:pPr>
            <a:r>
              <a:rPr lang="zh-CN" altLang="en-US" sz="3600" b="1">
                <a:solidFill>
                  <a:srgbClr val="000066"/>
                </a:solidFill>
                <a:latin typeface="Times New Roman" panose="02020603050405020304" pitchFamily="18" charset="0"/>
                <a:ea typeface="楷体_GB2312" pitchFamily="49" charset="-122"/>
              </a:rPr>
              <a:t>如果</a:t>
            </a:r>
            <a:r>
              <a:rPr lang="en-US" altLang="zh-CN" sz="3600" b="1">
                <a:solidFill>
                  <a:srgbClr val="000066"/>
                </a:solidFill>
                <a:latin typeface="Times New Roman" panose="02020603050405020304" pitchFamily="18" charset="0"/>
                <a:ea typeface="楷体_GB2312" pitchFamily="49" charset="-122"/>
              </a:rPr>
              <a:t>LTI</a:t>
            </a:r>
            <a:r>
              <a:rPr lang="zh-CN" altLang="en-US" sz="3600" b="1">
                <a:solidFill>
                  <a:srgbClr val="000066"/>
                </a:solidFill>
                <a:latin typeface="Times New Roman" panose="02020603050405020304" pitchFamily="18" charset="0"/>
                <a:ea typeface="楷体_GB2312" pitchFamily="49" charset="-122"/>
              </a:rPr>
              <a:t>系统的系统函数是有理函数，且全部极点位于</a:t>
            </a:r>
            <a:r>
              <a:rPr lang="en-US" altLang="zh-CN" sz="3600" b="1">
                <a:solidFill>
                  <a:srgbClr val="000066"/>
                </a:solidFill>
                <a:latin typeface="Times New Roman" panose="02020603050405020304" pitchFamily="18" charset="0"/>
                <a:ea typeface="楷体_GB2312" pitchFamily="49" charset="-122"/>
              </a:rPr>
              <a:t>S</a:t>
            </a:r>
            <a:r>
              <a:rPr lang="zh-CN" altLang="en-US" sz="3600" b="1">
                <a:solidFill>
                  <a:srgbClr val="000066"/>
                </a:solidFill>
                <a:latin typeface="Times New Roman" panose="02020603050405020304" pitchFamily="18" charset="0"/>
                <a:ea typeface="楷体_GB2312" pitchFamily="49" charset="-122"/>
              </a:rPr>
              <a:t>平面的左半边，则</a:t>
            </a:r>
            <a:r>
              <a:rPr lang="zh-CN" altLang="en-US" sz="3600" b="1">
                <a:solidFill>
                  <a:srgbClr val="000066"/>
                </a:solidFill>
                <a:ea typeface="楷体_GB2312" pitchFamily="49" charset="-122"/>
              </a:rPr>
              <a:t>因果</a:t>
            </a:r>
            <a:r>
              <a:rPr lang="zh-CN" altLang="en-US" sz="3600" b="1">
                <a:solidFill>
                  <a:srgbClr val="000066"/>
                </a:solidFill>
                <a:latin typeface="Times New Roman" panose="02020603050405020304" pitchFamily="18" charset="0"/>
                <a:ea typeface="楷体_GB2312" pitchFamily="49" charset="-122"/>
              </a:rPr>
              <a:t>系统是稳定的。 </a:t>
            </a:r>
          </a:p>
        </p:txBody>
      </p:sp>
      <p:sp>
        <p:nvSpPr>
          <p:cNvPr id="46084" name="Rectangle 4">
            <a:extLst>
              <a:ext uri="{FF2B5EF4-FFF2-40B4-BE49-F238E27FC236}">
                <a16:creationId xmlns:a16="http://schemas.microsoft.com/office/drawing/2014/main" id="{8501E1CF-F66B-2363-6D2C-9EB6C072965A}"/>
              </a:ext>
            </a:extLst>
          </p:cNvPr>
          <p:cNvSpPr>
            <a:spLocks noChangeArrowheads="1"/>
          </p:cNvSpPr>
          <p:nvPr/>
        </p:nvSpPr>
        <p:spPr bwMode="auto">
          <a:xfrm>
            <a:off x="0" y="3716338"/>
            <a:ext cx="8893175" cy="2563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800100" indent="-342900">
              <a:defRPr>
                <a:solidFill>
                  <a:schemeClr val="tx1"/>
                </a:solidFill>
                <a:latin typeface="Arial" panose="020B0604020202020204" pitchFamily="34" charset="0"/>
                <a:ea typeface="宋体" panose="02010600030101010101" pitchFamily="2" charset="-122"/>
              </a:defRPr>
            </a:lvl2pPr>
            <a:lvl3pPr marL="1257300" indent="-342900">
              <a:defRPr>
                <a:solidFill>
                  <a:schemeClr val="tx1"/>
                </a:solidFill>
                <a:latin typeface="Arial" panose="020B0604020202020204" pitchFamily="34" charset="0"/>
                <a:ea typeface="宋体" panose="02010600030101010101" pitchFamily="2" charset="-122"/>
              </a:defRPr>
            </a:lvl3pPr>
            <a:lvl4pPr marL="1714500" indent="-342900">
              <a:defRPr>
                <a:solidFill>
                  <a:schemeClr val="tx1"/>
                </a:solidFill>
                <a:latin typeface="Arial" panose="020B0604020202020204" pitchFamily="34" charset="0"/>
                <a:ea typeface="宋体" panose="02010600030101010101" pitchFamily="2" charset="-122"/>
              </a:defRPr>
            </a:lvl4pPr>
            <a:lvl5pPr marL="2171700" indent="-342900">
              <a:defRPr>
                <a:solidFill>
                  <a:schemeClr val="tx1"/>
                </a:solidFill>
                <a:latin typeface="Arial" panose="020B0604020202020204" pitchFamily="34" charset="0"/>
                <a:ea typeface="宋体" panose="02010600030101010101" pitchFamily="2" charset="-122"/>
              </a:defRPr>
            </a:lvl5pPr>
            <a:lvl6pPr marL="26289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0861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5433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0005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pPr>
            <a:r>
              <a:rPr lang="en-US" altLang="zh-CN" sz="3600" b="1">
                <a:solidFill>
                  <a:srgbClr val="000066"/>
                </a:solidFill>
                <a:latin typeface="Times New Roman" panose="02020603050405020304" pitchFamily="18" charset="0"/>
                <a:ea typeface="楷体_GB2312" pitchFamily="49" charset="-122"/>
              </a:rPr>
              <a:t>2. </a:t>
            </a:r>
            <a:r>
              <a:rPr lang="zh-CN" altLang="en-US" sz="3600" b="1">
                <a:solidFill>
                  <a:srgbClr val="000066"/>
                </a:solidFill>
                <a:latin typeface="Times New Roman" panose="02020603050405020304" pitchFamily="18" charset="0"/>
                <a:ea typeface="楷体_GB2312" pitchFamily="49" charset="-122"/>
              </a:rPr>
              <a:t>如果</a:t>
            </a:r>
            <a:r>
              <a:rPr lang="en-US" altLang="zh-CN" sz="3600" b="1">
                <a:solidFill>
                  <a:srgbClr val="000066"/>
                </a:solidFill>
                <a:latin typeface="Times New Roman" panose="02020603050405020304" pitchFamily="18" charset="0"/>
                <a:ea typeface="楷体_GB2312" pitchFamily="49" charset="-122"/>
              </a:rPr>
              <a:t>LTI</a:t>
            </a:r>
            <a:r>
              <a:rPr lang="zh-CN" altLang="en-US" sz="3600" b="1">
                <a:solidFill>
                  <a:srgbClr val="000066"/>
                </a:solidFill>
                <a:latin typeface="Times New Roman" panose="02020603050405020304" pitchFamily="18" charset="0"/>
                <a:ea typeface="楷体_GB2312" pitchFamily="49" charset="-122"/>
              </a:rPr>
              <a:t>系统的系统函数是有理函数，且系统因果，则系统函数的</a:t>
            </a:r>
            <a:r>
              <a:rPr lang="en-US" altLang="zh-CN" sz="3600" b="1">
                <a:solidFill>
                  <a:srgbClr val="000066"/>
                </a:solidFill>
                <a:latin typeface="Times New Roman" panose="02020603050405020304" pitchFamily="18" charset="0"/>
                <a:ea typeface="楷体_GB2312" pitchFamily="49" charset="-122"/>
              </a:rPr>
              <a:t>ROC</a:t>
            </a:r>
            <a:r>
              <a:rPr lang="zh-CN" altLang="en-US" sz="3600" b="1">
                <a:solidFill>
                  <a:srgbClr val="000066"/>
                </a:solidFill>
                <a:latin typeface="Times New Roman" panose="02020603050405020304" pitchFamily="18" charset="0"/>
                <a:ea typeface="楷体_GB2312" pitchFamily="49" charset="-122"/>
              </a:rPr>
              <a:t>位于最右边极点的右边。</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Text Box 3">
            <a:extLst>
              <a:ext uri="{FF2B5EF4-FFF2-40B4-BE49-F238E27FC236}">
                <a16:creationId xmlns:a16="http://schemas.microsoft.com/office/drawing/2014/main" id="{EB00D1D6-6080-6EC9-DCA7-C106ED6ECC6E}"/>
              </a:ext>
            </a:extLst>
          </p:cNvPr>
          <p:cNvSpPr txBox="1">
            <a:spLocks noChangeArrowheads="1"/>
          </p:cNvSpPr>
          <p:nvPr/>
        </p:nvSpPr>
        <p:spPr bwMode="auto">
          <a:xfrm>
            <a:off x="0" y="0"/>
            <a:ext cx="9144000"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800100" indent="-342900">
              <a:defRPr>
                <a:solidFill>
                  <a:schemeClr val="tx1"/>
                </a:solidFill>
                <a:latin typeface="Arial" panose="020B0604020202020204" pitchFamily="34" charset="0"/>
                <a:ea typeface="宋体" panose="02010600030101010101" pitchFamily="2" charset="-122"/>
              </a:defRPr>
            </a:lvl2pPr>
            <a:lvl3pPr marL="1257300" indent="-342900">
              <a:defRPr>
                <a:solidFill>
                  <a:schemeClr val="tx1"/>
                </a:solidFill>
                <a:latin typeface="Arial" panose="020B0604020202020204" pitchFamily="34" charset="0"/>
                <a:ea typeface="宋体" panose="02010600030101010101" pitchFamily="2" charset="-122"/>
              </a:defRPr>
            </a:lvl3pPr>
            <a:lvl4pPr marL="1714500" indent="-342900">
              <a:defRPr>
                <a:solidFill>
                  <a:schemeClr val="tx1"/>
                </a:solidFill>
                <a:latin typeface="Arial" panose="020B0604020202020204" pitchFamily="34" charset="0"/>
                <a:ea typeface="宋体" panose="02010600030101010101" pitchFamily="2" charset="-122"/>
              </a:defRPr>
            </a:lvl4pPr>
            <a:lvl5pPr marL="2171700" indent="-342900">
              <a:defRPr>
                <a:solidFill>
                  <a:schemeClr val="tx1"/>
                </a:solidFill>
                <a:latin typeface="Arial" panose="020B0604020202020204" pitchFamily="34" charset="0"/>
                <a:ea typeface="宋体" panose="02010600030101010101" pitchFamily="2" charset="-122"/>
              </a:defRPr>
            </a:lvl5pPr>
            <a:lvl6pPr marL="26289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0861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5433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0005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pPr>
            <a:r>
              <a:rPr lang="en-US" altLang="zh-CN" sz="3600" b="1">
                <a:solidFill>
                  <a:srgbClr val="000066"/>
                </a:solidFill>
                <a:latin typeface="Times New Roman" panose="02020603050405020304" pitchFamily="18" charset="0"/>
                <a:ea typeface="楷体_GB2312" pitchFamily="49" charset="-122"/>
              </a:rPr>
              <a:t> 3.</a:t>
            </a:r>
            <a:r>
              <a:rPr lang="zh-CN" altLang="en-US" sz="3600" b="1">
                <a:solidFill>
                  <a:srgbClr val="000066"/>
                </a:solidFill>
                <a:latin typeface="Times New Roman" panose="02020603050405020304" pitchFamily="18" charset="0"/>
                <a:ea typeface="楷体_GB2312" pitchFamily="49" charset="-122"/>
              </a:rPr>
              <a:t>如果</a:t>
            </a:r>
            <a:r>
              <a:rPr lang="en-US" altLang="zh-CN" sz="3600" b="1">
                <a:solidFill>
                  <a:srgbClr val="000066"/>
                </a:solidFill>
                <a:latin typeface="Times New Roman" panose="02020603050405020304" pitchFamily="18" charset="0"/>
                <a:ea typeface="楷体_GB2312" pitchFamily="49" charset="-122"/>
              </a:rPr>
              <a:t>LTI</a:t>
            </a:r>
            <a:r>
              <a:rPr lang="zh-CN" altLang="en-US" sz="3600" b="1">
                <a:solidFill>
                  <a:srgbClr val="000066"/>
                </a:solidFill>
                <a:latin typeface="Times New Roman" panose="02020603050405020304" pitchFamily="18" charset="0"/>
                <a:ea typeface="楷体_GB2312" pitchFamily="49" charset="-122"/>
              </a:rPr>
              <a:t>系统是稳定的，则系统函数的</a:t>
            </a:r>
            <a:r>
              <a:rPr lang="en-US" altLang="zh-CN" sz="3600" b="1">
                <a:solidFill>
                  <a:srgbClr val="000066"/>
                </a:solidFill>
                <a:latin typeface="Times New Roman" panose="02020603050405020304" pitchFamily="18" charset="0"/>
                <a:ea typeface="楷体_GB2312" pitchFamily="49" charset="-122"/>
              </a:rPr>
              <a:t>ROC</a:t>
            </a:r>
            <a:r>
              <a:rPr lang="zh-CN" altLang="en-US" sz="3600" b="1">
                <a:solidFill>
                  <a:srgbClr val="000066"/>
                </a:solidFill>
                <a:latin typeface="Times New Roman" panose="02020603050405020304" pitchFamily="18" charset="0"/>
                <a:ea typeface="楷体_GB2312" pitchFamily="49" charset="-122"/>
              </a:rPr>
              <a:t>必然包括      轴。</a:t>
            </a:r>
          </a:p>
        </p:txBody>
      </p:sp>
      <p:graphicFrame>
        <p:nvGraphicFramePr>
          <p:cNvPr id="45060" name="Object 4">
            <a:extLst>
              <a:ext uri="{FF2B5EF4-FFF2-40B4-BE49-F238E27FC236}">
                <a16:creationId xmlns:a16="http://schemas.microsoft.com/office/drawing/2014/main" id="{C6DB4874-741E-E27A-1140-1D4421F49C40}"/>
              </a:ext>
            </a:extLst>
          </p:cNvPr>
          <p:cNvGraphicFramePr>
            <a:graphicFrameLocks noChangeAspect="1"/>
          </p:cNvGraphicFramePr>
          <p:nvPr/>
        </p:nvGraphicFramePr>
        <p:xfrm>
          <a:off x="3276600" y="1069975"/>
          <a:ext cx="790575" cy="554038"/>
        </p:xfrm>
        <a:graphic>
          <a:graphicData uri="http://schemas.openxmlformats.org/presentationml/2006/ole">
            <mc:AlternateContent xmlns:mc="http://schemas.openxmlformats.org/markup-compatibility/2006">
              <mc:Choice xmlns:v="urn:schemas-microsoft-com:vml" Requires="v">
                <p:oleObj name="Equation" r:id="rId2" imgW="228600" imgH="190440" progId="Equation.DSMT4">
                  <p:embed/>
                </p:oleObj>
              </mc:Choice>
              <mc:Fallback>
                <p:oleObj name="Equation" r:id="rId2" imgW="228600" imgH="190440" progId="Equation.DSMT4">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600" y="1069975"/>
                        <a:ext cx="790575" cy="554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5061" name="Rectangle 5">
            <a:extLst>
              <a:ext uri="{FF2B5EF4-FFF2-40B4-BE49-F238E27FC236}">
                <a16:creationId xmlns:a16="http://schemas.microsoft.com/office/drawing/2014/main" id="{519A79F6-68BC-7177-BCA3-A16E67808F31}"/>
              </a:ext>
            </a:extLst>
          </p:cNvPr>
          <p:cNvSpPr>
            <a:spLocks noRot="1" noChangeArrowheads="1"/>
          </p:cNvSpPr>
          <p:nvPr/>
        </p:nvSpPr>
        <p:spPr bwMode="auto">
          <a:xfrm>
            <a:off x="0" y="1700213"/>
            <a:ext cx="91440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9144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1371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18288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3600" b="1">
                <a:solidFill>
                  <a:srgbClr val="760C04"/>
                </a:solidFill>
                <a:latin typeface="Times New Roman" panose="02020603050405020304" pitchFamily="18" charset="0"/>
                <a:ea typeface="楷体_GB2312" pitchFamily="49" charset="-122"/>
              </a:rPr>
              <a:t>三</a:t>
            </a:r>
            <a:r>
              <a:rPr lang="en-US" altLang="zh-CN" sz="3600" b="1">
                <a:solidFill>
                  <a:srgbClr val="760C04"/>
                </a:solidFill>
                <a:latin typeface="Times New Roman" panose="02020603050405020304" pitchFamily="18" charset="0"/>
                <a:ea typeface="楷体_GB2312" pitchFamily="49" charset="-122"/>
              </a:rPr>
              <a:t>. </a:t>
            </a:r>
            <a:r>
              <a:rPr lang="zh-CN" altLang="en-US" sz="3600" b="1">
                <a:solidFill>
                  <a:srgbClr val="760C04"/>
                </a:solidFill>
                <a:latin typeface="Times New Roman" panose="02020603050405020304" pitchFamily="18" charset="0"/>
                <a:ea typeface="楷体_GB2312" pitchFamily="49" charset="-122"/>
              </a:rPr>
              <a:t>由</a:t>
            </a:r>
            <a:r>
              <a:rPr lang="en-US" altLang="zh-CN" sz="3600" b="1">
                <a:solidFill>
                  <a:srgbClr val="760C04"/>
                </a:solidFill>
                <a:latin typeface="Times New Roman" panose="02020603050405020304" pitchFamily="18" charset="0"/>
                <a:ea typeface="楷体_GB2312" pitchFamily="49" charset="-122"/>
              </a:rPr>
              <a:t>LCCDE</a:t>
            </a:r>
            <a:r>
              <a:rPr lang="zh-CN" altLang="en-US" sz="3600" b="1">
                <a:solidFill>
                  <a:srgbClr val="760C04"/>
                </a:solidFill>
                <a:latin typeface="Times New Roman" panose="02020603050405020304" pitchFamily="18" charset="0"/>
                <a:ea typeface="楷体_GB2312" pitchFamily="49" charset="-122"/>
              </a:rPr>
              <a:t>描述的</a:t>
            </a:r>
            <a:r>
              <a:rPr lang="en-US" altLang="zh-CN" sz="3600" b="1">
                <a:solidFill>
                  <a:srgbClr val="760C04"/>
                </a:solidFill>
                <a:latin typeface="Times New Roman" panose="02020603050405020304" pitchFamily="18" charset="0"/>
                <a:ea typeface="楷体_GB2312" pitchFamily="49" charset="-122"/>
              </a:rPr>
              <a:t>LTI</a:t>
            </a:r>
            <a:r>
              <a:rPr lang="zh-CN" altLang="en-US" sz="3600" b="1">
                <a:solidFill>
                  <a:srgbClr val="760C04"/>
                </a:solidFill>
                <a:latin typeface="Times New Roman" panose="02020603050405020304" pitchFamily="18" charset="0"/>
                <a:ea typeface="楷体_GB2312" pitchFamily="49" charset="-122"/>
              </a:rPr>
              <a:t>系统的系统函数：</a:t>
            </a:r>
          </a:p>
        </p:txBody>
      </p:sp>
      <p:sp>
        <p:nvSpPr>
          <p:cNvPr id="45063" name="Text Box 7">
            <a:extLst>
              <a:ext uri="{FF2B5EF4-FFF2-40B4-BE49-F238E27FC236}">
                <a16:creationId xmlns:a16="http://schemas.microsoft.com/office/drawing/2014/main" id="{DA3F308C-D44D-8A93-EA1A-B529A3DD500C}"/>
              </a:ext>
            </a:extLst>
          </p:cNvPr>
          <p:cNvSpPr txBox="1">
            <a:spLocks noChangeArrowheads="1"/>
          </p:cNvSpPr>
          <p:nvPr/>
        </p:nvSpPr>
        <p:spPr bwMode="auto">
          <a:xfrm>
            <a:off x="368300" y="2708275"/>
            <a:ext cx="64293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000066"/>
                </a:solidFill>
                <a:latin typeface="楷体_GB2312" pitchFamily="49" charset="-122"/>
                <a:ea typeface="楷体_GB2312" pitchFamily="49" charset="-122"/>
              </a:rPr>
              <a:t>对</a:t>
            </a:r>
          </a:p>
        </p:txBody>
      </p:sp>
      <p:graphicFrame>
        <p:nvGraphicFramePr>
          <p:cNvPr id="45064" name="Object 8">
            <a:extLst>
              <a:ext uri="{FF2B5EF4-FFF2-40B4-BE49-F238E27FC236}">
                <a16:creationId xmlns:a16="http://schemas.microsoft.com/office/drawing/2014/main" id="{ABFF28F4-B9BA-6E9B-A3BF-9139CA987526}"/>
              </a:ext>
            </a:extLst>
          </p:cNvPr>
          <p:cNvGraphicFramePr>
            <a:graphicFrameLocks noChangeAspect="1"/>
          </p:cNvGraphicFramePr>
          <p:nvPr/>
        </p:nvGraphicFramePr>
        <p:xfrm>
          <a:off x="1547813" y="2492375"/>
          <a:ext cx="6115050" cy="1401763"/>
        </p:xfrm>
        <a:graphic>
          <a:graphicData uri="http://schemas.openxmlformats.org/presentationml/2006/ole">
            <mc:AlternateContent xmlns:mc="http://schemas.openxmlformats.org/markup-compatibility/2006">
              <mc:Choice xmlns:v="urn:schemas-microsoft-com:vml" Requires="v">
                <p:oleObj name="Equation" r:id="rId4" imgW="1688760" imgH="444240" progId="Equation.DSMT4">
                  <p:embed/>
                </p:oleObj>
              </mc:Choice>
              <mc:Fallback>
                <p:oleObj name="Equation" r:id="rId4" imgW="1688760" imgH="444240" progId="Equation.DSMT4">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47813" y="2492375"/>
                        <a:ext cx="6115050" cy="1401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5065" name="Text Box 9">
            <a:extLst>
              <a:ext uri="{FF2B5EF4-FFF2-40B4-BE49-F238E27FC236}">
                <a16:creationId xmlns:a16="http://schemas.microsoft.com/office/drawing/2014/main" id="{0985A970-2C4B-1C0E-27B1-06BF8E8523C6}"/>
              </a:ext>
            </a:extLst>
          </p:cNvPr>
          <p:cNvSpPr txBox="1">
            <a:spLocks noChangeArrowheads="1"/>
          </p:cNvSpPr>
          <p:nvPr/>
        </p:nvSpPr>
        <p:spPr bwMode="auto">
          <a:xfrm>
            <a:off x="323850" y="3933825"/>
            <a:ext cx="38544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000066"/>
                </a:solidFill>
                <a:latin typeface="楷体_GB2312" pitchFamily="49" charset="-122"/>
                <a:ea typeface="楷体_GB2312" pitchFamily="49" charset="-122"/>
              </a:rPr>
              <a:t>做拉氏变换，可得</a:t>
            </a:r>
          </a:p>
        </p:txBody>
      </p:sp>
      <p:graphicFrame>
        <p:nvGraphicFramePr>
          <p:cNvPr id="45066" name="Object 10">
            <a:extLst>
              <a:ext uri="{FF2B5EF4-FFF2-40B4-BE49-F238E27FC236}">
                <a16:creationId xmlns:a16="http://schemas.microsoft.com/office/drawing/2014/main" id="{DC0C6051-9D32-4E49-7839-C853CE950C23}"/>
              </a:ext>
            </a:extLst>
          </p:cNvPr>
          <p:cNvGraphicFramePr>
            <a:graphicFrameLocks noChangeAspect="1"/>
          </p:cNvGraphicFramePr>
          <p:nvPr/>
        </p:nvGraphicFramePr>
        <p:xfrm>
          <a:off x="323850" y="4581525"/>
          <a:ext cx="5184775" cy="2295525"/>
        </p:xfrm>
        <a:graphic>
          <a:graphicData uri="http://schemas.openxmlformats.org/presentationml/2006/ole">
            <mc:AlternateContent xmlns:mc="http://schemas.openxmlformats.org/markup-compatibility/2006">
              <mc:Choice xmlns:v="urn:schemas-microsoft-com:vml" Requires="v">
                <p:oleObj name="Equation" r:id="rId6" imgW="1993680" imgH="838080" progId="Equation.DSMT4">
                  <p:embed/>
                </p:oleObj>
              </mc:Choice>
              <mc:Fallback>
                <p:oleObj name="Equation" r:id="rId6" imgW="1993680" imgH="838080" progId="Equation.DSMT4">
                  <p:embed/>
                  <p:pic>
                    <p:nvPicPr>
                      <p:cNvPr id="0"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3850" y="4581525"/>
                        <a:ext cx="5184775" cy="2295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5067" name="Text Box 11">
            <a:extLst>
              <a:ext uri="{FF2B5EF4-FFF2-40B4-BE49-F238E27FC236}">
                <a16:creationId xmlns:a16="http://schemas.microsoft.com/office/drawing/2014/main" id="{129479D8-DD8C-36A4-1585-6F0C92281065}"/>
              </a:ext>
            </a:extLst>
          </p:cNvPr>
          <p:cNvSpPr txBox="1">
            <a:spLocks noChangeArrowheads="1"/>
          </p:cNvSpPr>
          <p:nvPr/>
        </p:nvSpPr>
        <p:spPr bwMode="auto">
          <a:xfrm>
            <a:off x="5435600" y="5445125"/>
            <a:ext cx="339566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760C04"/>
                </a:solidFill>
                <a:latin typeface="楷体_GB2312" pitchFamily="49" charset="-122"/>
                <a:ea typeface="楷体_GB2312" pitchFamily="49" charset="-122"/>
              </a:rPr>
              <a:t>是一个有理函数</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5061"/>
                                        </p:tgtEl>
                                        <p:attrNameLst>
                                          <p:attrName>style.visibility</p:attrName>
                                        </p:attrNameLst>
                                      </p:cBhvr>
                                      <p:to>
                                        <p:strVal val="visible"/>
                                      </p:to>
                                    </p:set>
                                    <p:anim calcmode="lin" valueType="num">
                                      <p:cBhvr additive="base">
                                        <p:cTn id="7" dur="500" fill="hold"/>
                                        <p:tgtEl>
                                          <p:spTgt spid="45061"/>
                                        </p:tgtEl>
                                        <p:attrNameLst>
                                          <p:attrName>ppt_x</p:attrName>
                                        </p:attrNameLst>
                                      </p:cBhvr>
                                      <p:tavLst>
                                        <p:tav tm="0">
                                          <p:val>
                                            <p:strVal val="0-#ppt_w/2"/>
                                          </p:val>
                                        </p:tav>
                                        <p:tav tm="100000">
                                          <p:val>
                                            <p:strVal val="#ppt_x"/>
                                          </p:val>
                                        </p:tav>
                                      </p:tavLst>
                                    </p:anim>
                                    <p:anim calcmode="lin" valueType="num">
                                      <p:cBhvr additive="base">
                                        <p:cTn id="8" dur="500" fill="hold"/>
                                        <p:tgtEl>
                                          <p:spTgt spid="4506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45066"/>
                                        </p:tgtEl>
                                        <p:attrNameLst>
                                          <p:attrName>style.visibility</p:attrName>
                                        </p:attrNameLst>
                                      </p:cBhvr>
                                      <p:to>
                                        <p:strVal val="visible"/>
                                      </p:to>
                                    </p:set>
                                    <p:anim calcmode="lin" valueType="num">
                                      <p:cBhvr additive="base">
                                        <p:cTn id="13" dur="500" fill="hold"/>
                                        <p:tgtEl>
                                          <p:spTgt spid="45066"/>
                                        </p:tgtEl>
                                        <p:attrNameLst>
                                          <p:attrName>ppt_x</p:attrName>
                                        </p:attrNameLst>
                                      </p:cBhvr>
                                      <p:tavLst>
                                        <p:tav tm="0">
                                          <p:val>
                                            <p:strVal val="0-#ppt_w/2"/>
                                          </p:val>
                                        </p:tav>
                                        <p:tav tm="100000">
                                          <p:val>
                                            <p:strVal val="#ppt_x"/>
                                          </p:val>
                                        </p:tav>
                                      </p:tavLst>
                                    </p:anim>
                                    <p:anim calcmode="lin" valueType="num">
                                      <p:cBhvr additive="base">
                                        <p:cTn id="14" dur="500" fill="hold"/>
                                        <p:tgtEl>
                                          <p:spTgt spid="45066"/>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5067"/>
                                        </p:tgtEl>
                                        <p:attrNameLst>
                                          <p:attrName>style.visibility</p:attrName>
                                        </p:attrNameLst>
                                      </p:cBhvr>
                                      <p:to>
                                        <p:strVal val="visible"/>
                                      </p:to>
                                    </p:set>
                                    <p:anim calcmode="lin" valueType="num">
                                      <p:cBhvr additive="base">
                                        <p:cTn id="19" dur="500" fill="hold"/>
                                        <p:tgtEl>
                                          <p:spTgt spid="45067"/>
                                        </p:tgtEl>
                                        <p:attrNameLst>
                                          <p:attrName>ppt_x</p:attrName>
                                        </p:attrNameLst>
                                      </p:cBhvr>
                                      <p:tavLst>
                                        <p:tav tm="0">
                                          <p:val>
                                            <p:strVal val="0-#ppt_w/2"/>
                                          </p:val>
                                        </p:tav>
                                        <p:tav tm="100000">
                                          <p:val>
                                            <p:strVal val="#ppt_x"/>
                                          </p:val>
                                        </p:tav>
                                      </p:tavLst>
                                    </p:anim>
                                    <p:anim calcmode="lin" valueType="num">
                                      <p:cBhvr additive="base">
                                        <p:cTn id="20" dur="500" fill="hold"/>
                                        <p:tgtEl>
                                          <p:spTgt spid="4506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61" grpId="0" autoUpdateAnimBg="0"/>
      <p:bldP spid="45067" grpId="0" autoUpdateAnimBg="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Text Box 3">
            <a:extLst>
              <a:ext uri="{FF2B5EF4-FFF2-40B4-BE49-F238E27FC236}">
                <a16:creationId xmlns:a16="http://schemas.microsoft.com/office/drawing/2014/main" id="{EFD5C68D-4CB8-772E-1EF3-F546EB8A7C97}"/>
              </a:ext>
            </a:extLst>
          </p:cNvPr>
          <p:cNvSpPr txBox="1">
            <a:spLocks noChangeArrowheads="1"/>
          </p:cNvSpPr>
          <p:nvPr/>
        </p:nvSpPr>
        <p:spPr bwMode="auto">
          <a:xfrm>
            <a:off x="1062038" y="549275"/>
            <a:ext cx="8058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000066"/>
                </a:solidFill>
                <a:latin typeface="Times New Roman" panose="02020603050405020304" pitchFamily="18" charset="0"/>
                <a:ea typeface="楷体_GB2312" pitchFamily="49" charset="-122"/>
              </a:rPr>
              <a:t>的</a:t>
            </a:r>
            <a:r>
              <a:rPr lang="en-US" altLang="zh-CN" sz="3600" b="1">
                <a:solidFill>
                  <a:srgbClr val="000066"/>
                </a:solidFill>
                <a:latin typeface="Times New Roman" panose="02020603050405020304" pitchFamily="18" charset="0"/>
                <a:ea typeface="楷体_GB2312" pitchFamily="49" charset="-122"/>
              </a:rPr>
              <a:t>ROC</a:t>
            </a:r>
            <a:r>
              <a:rPr lang="zh-CN" altLang="en-US" sz="3600" b="1">
                <a:solidFill>
                  <a:srgbClr val="000066"/>
                </a:solidFill>
                <a:latin typeface="Times New Roman" panose="02020603050405020304" pitchFamily="18" charset="0"/>
                <a:ea typeface="楷体_GB2312" pitchFamily="49" charset="-122"/>
              </a:rPr>
              <a:t>需要由系统的相关特性来确定。</a:t>
            </a:r>
          </a:p>
        </p:txBody>
      </p:sp>
      <p:graphicFrame>
        <p:nvGraphicFramePr>
          <p:cNvPr id="44036" name="Object 4">
            <a:extLst>
              <a:ext uri="{FF2B5EF4-FFF2-40B4-BE49-F238E27FC236}">
                <a16:creationId xmlns:a16="http://schemas.microsoft.com/office/drawing/2014/main" id="{0CDF3AE2-90D5-EB46-8E41-3E45EE2F8529}"/>
              </a:ext>
            </a:extLst>
          </p:cNvPr>
          <p:cNvGraphicFramePr>
            <a:graphicFrameLocks noChangeAspect="1"/>
          </p:cNvGraphicFramePr>
          <p:nvPr/>
        </p:nvGraphicFramePr>
        <p:xfrm>
          <a:off x="323850" y="620713"/>
          <a:ext cx="936625" cy="534987"/>
        </p:xfrm>
        <a:graphic>
          <a:graphicData uri="http://schemas.openxmlformats.org/presentationml/2006/ole">
            <mc:AlternateContent xmlns:mc="http://schemas.openxmlformats.org/markup-compatibility/2006">
              <mc:Choice xmlns:v="urn:schemas-microsoft-com:vml" Requires="v">
                <p:oleObj name="Equation" r:id="rId2" imgW="355320" imgH="203040" progId="Equation.DSMT4">
                  <p:embed/>
                </p:oleObj>
              </mc:Choice>
              <mc:Fallback>
                <p:oleObj name="Equation" r:id="rId2" imgW="355320" imgH="203040" progId="Equation.DSMT4">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620713"/>
                        <a:ext cx="936625" cy="534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4038" name="Rectangle 6">
            <a:extLst>
              <a:ext uri="{FF2B5EF4-FFF2-40B4-BE49-F238E27FC236}">
                <a16:creationId xmlns:a16="http://schemas.microsoft.com/office/drawing/2014/main" id="{BC488812-AA95-402A-E183-8CCE023DC0EB}"/>
              </a:ext>
            </a:extLst>
          </p:cNvPr>
          <p:cNvSpPr>
            <a:spLocks noChangeArrowheads="1"/>
          </p:cNvSpPr>
          <p:nvPr/>
        </p:nvSpPr>
        <p:spPr bwMode="auto">
          <a:xfrm>
            <a:off x="250825" y="1196975"/>
            <a:ext cx="8893175"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en-US" altLang="zh-CN" sz="2800" b="1">
                <a:solidFill>
                  <a:srgbClr val="000066"/>
                </a:solidFill>
                <a:latin typeface="Times New Roman" panose="02020603050405020304" pitchFamily="18" charset="0"/>
                <a:ea typeface="楷体_GB2312" pitchFamily="49" charset="-122"/>
              </a:rPr>
              <a:t>1</a:t>
            </a:r>
            <a:r>
              <a:rPr lang="zh-CN" altLang="en-US" sz="2800" b="1">
                <a:solidFill>
                  <a:srgbClr val="000066"/>
                </a:solidFill>
                <a:latin typeface="Times New Roman" panose="02020603050405020304" pitchFamily="18" charset="0"/>
                <a:ea typeface="楷体_GB2312" pitchFamily="49" charset="-122"/>
              </a:rPr>
              <a:t>）</a:t>
            </a:r>
            <a:r>
              <a:rPr lang="zh-CN" altLang="en-US" sz="3600" b="1">
                <a:solidFill>
                  <a:srgbClr val="000066"/>
                </a:solidFill>
                <a:latin typeface="Times New Roman" panose="02020603050405020304" pitchFamily="18" charset="0"/>
                <a:ea typeface="楷体_GB2312" pitchFamily="49" charset="-122"/>
              </a:rPr>
              <a:t>如果已知</a:t>
            </a:r>
            <a:r>
              <a:rPr lang="en-US" altLang="zh-CN" sz="3600" b="1">
                <a:solidFill>
                  <a:srgbClr val="000066"/>
                </a:solidFill>
                <a:latin typeface="Times New Roman" panose="02020603050405020304" pitchFamily="18" charset="0"/>
                <a:ea typeface="楷体_GB2312" pitchFamily="49" charset="-122"/>
              </a:rPr>
              <a:t>LCCDE</a:t>
            </a:r>
            <a:r>
              <a:rPr lang="zh-CN" altLang="en-US" sz="3600" b="1">
                <a:solidFill>
                  <a:srgbClr val="000066"/>
                </a:solidFill>
                <a:latin typeface="Times New Roman" panose="02020603050405020304" pitchFamily="18" charset="0"/>
                <a:ea typeface="楷体_GB2312" pitchFamily="49" charset="-122"/>
              </a:rPr>
              <a:t>描述的系统是因果的，则              的</a:t>
            </a:r>
            <a:r>
              <a:rPr lang="en-US" altLang="zh-CN" sz="3600" b="1">
                <a:solidFill>
                  <a:srgbClr val="000066"/>
                </a:solidFill>
                <a:latin typeface="Times New Roman" panose="02020603050405020304" pitchFamily="18" charset="0"/>
                <a:ea typeface="楷体_GB2312" pitchFamily="49" charset="-122"/>
              </a:rPr>
              <a:t>ROC</a:t>
            </a:r>
            <a:r>
              <a:rPr lang="zh-CN" altLang="en-US" sz="3600" b="1">
                <a:solidFill>
                  <a:srgbClr val="000066"/>
                </a:solidFill>
                <a:latin typeface="Times New Roman" panose="02020603050405020304" pitchFamily="18" charset="0"/>
                <a:ea typeface="楷体_GB2312" pitchFamily="49" charset="-122"/>
              </a:rPr>
              <a:t>必是最右边极点的右边。</a:t>
            </a:r>
          </a:p>
        </p:txBody>
      </p:sp>
      <p:graphicFrame>
        <p:nvGraphicFramePr>
          <p:cNvPr id="44039" name="Object 7">
            <a:extLst>
              <a:ext uri="{FF2B5EF4-FFF2-40B4-BE49-F238E27FC236}">
                <a16:creationId xmlns:a16="http://schemas.microsoft.com/office/drawing/2014/main" id="{AAE44FC8-DE39-E520-E9DA-78E074EA7A49}"/>
              </a:ext>
            </a:extLst>
          </p:cNvPr>
          <p:cNvGraphicFramePr>
            <a:graphicFrameLocks noChangeAspect="1"/>
          </p:cNvGraphicFramePr>
          <p:nvPr/>
        </p:nvGraphicFramePr>
        <p:xfrm>
          <a:off x="971550" y="2276475"/>
          <a:ext cx="1223963" cy="654050"/>
        </p:xfrm>
        <a:graphic>
          <a:graphicData uri="http://schemas.openxmlformats.org/presentationml/2006/ole">
            <mc:AlternateContent xmlns:mc="http://schemas.openxmlformats.org/markup-compatibility/2006">
              <mc:Choice xmlns:v="urn:schemas-microsoft-com:vml" Requires="v">
                <p:oleObj name="Equation" r:id="rId2" imgW="355320" imgH="203040" progId="Equation.DSMT4">
                  <p:embed/>
                </p:oleObj>
              </mc:Choice>
              <mc:Fallback>
                <p:oleObj name="Equation" r:id="rId2" imgW="355320" imgH="203040" progId="Equation.DSMT4">
                  <p:embed/>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550" y="2276475"/>
                        <a:ext cx="1223963" cy="654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4041" name="Text Box 9">
            <a:extLst>
              <a:ext uri="{FF2B5EF4-FFF2-40B4-BE49-F238E27FC236}">
                <a16:creationId xmlns:a16="http://schemas.microsoft.com/office/drawing/2014/main" id="{3D692314-027C-DD87-A345-406104D895D0}"/>
              </a:ext>
            </a:extLst>
          </p:cNvPr>
          <p:cNvSpPr txBox="1">
            <a:spLocks noChangeArrowheads="1"/>
          </p:cNvSpPr>
          <p:nvPr/>
        </p:nvSpPr>
        <p:spPr bwMode="auto">
          <a:xfrm>
            <a:off x="323850" y="3213100"/>
            <a:ext cx="8569325"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800100" indent="-342900">
              <a:defRPr>
                <a:solidFill>
                  <a:schemeClr val="tx1"/>
                </a:solidFill>
                <a:latin typeface="Arial" panose="020B0604020202020204" pitchFamily="34" charset="0"/>
                <a:ea typeface="宋体" panose="02010600030101010101" pitchFamily="2" charset="-122"/>
              </a:defRPr>
            </a:lvl2pPr>
            <a:lvl3pPr marL="1257300" indent="-342900">
              <a:defRPr>
                <a:solidFill>
                  <a:schemeClr val="tx1"/>
                </a:solidFill>
                <a:latin typeface="Arial" panose="020B0604020202020204" pitchFamily="34" charset="0"/>
                <a:ea typeface="宋体" panose="02010600030101010101" pitchFamily="2" charset="-122"/>
              </a:defRPr>
            </a:lvl3pPr>
            <a:lvl4pPr marL="1714500" indent="-342900">
              <a:defRPr>
                <a:solidFill>
                  <a:schemeClr val="tx1"/>
                </a:solidFill>
                <a:latin typeface="Arial" panose="020B0604020202020204" pitchFamily="34" charset="0"/>
                <a:ea typeface="宋体" panose="02010600030101010101" pitchFamily="2" charset="-122"/>
              </a:defRPr>
            </a:lvl4pPr>
            <a:lvl5pPr marL="2171700" indent="-342900">
              <a:defRPr>
                <a:solidFill>
                  <a:schemeClr val="tx1"/>
                </a:solidFill>
                <a:latin typeface="Arial" panose="020B0604020202020204" pitchFamily="34" charset="0"/>
                <a:ea typeface="宋体" panose="02010600030101010101" pitchFamily="2" charset="-122"/>
              </a:defRPr>
            </a:lvl5pPr>
            <a:lvl6pPr marL="26289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0861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5433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0005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pPr>
            <a:r>
              <a:rPr lang="en-US" altLang="zh-CN" sz="3600" b="1">
                <a:solidFill>
                  <a:srgbClr val="000066"/>
                </a:solidFill>
                <a:latin typeface="Times New Roman" panose="02020603050405020304" pitchFamily="18" charset="0"/>
                <a:ea typeface="楷体_GB2312" pitchFamily="49" charset="-122"/>
              </a:rPr>
              <a:t>2</a:t>
            </a:r>
            <a:r>
              <a:rPr lang="zh-CN" altLang="en-US" sz="3600" b="1">
                <a:solidFill>
                  <a:srgbClr val="000066"/>
                </a:solidFill>
                <a:latin typeface="Times New Roman" panose="02020603050405020304" pitchFamily="18" charset="0"/>
                <a:ea typeface="楷体_GB2312" pitchFamily="49" charset="-122"/>
              </a:rPr>
              <a:t>）如果已知</a:t>
            </a:r>
            <a:r>
              <a:rPr lang="en-US" altLang="zh-CN" sz="3600" b="1">
                <a:solidFill>
                  <a:srgbClr val="000066"/>
                </a:solidFill>
                <a:latin typeface="Times New Roman" panose="02020603050405020304" pitchFamily="18" charset="0"/>
                <a:ea typeface="楷体_GB2312" pitchFamily="49" charset="-122"/>
              </a:rPr>
              <a:t>LCCDE</a:t>
            </a:r>
            <a:r>
              <a:rPr lang="zh-CN" altLang="en-US" sz="3600" b="1">
                <a:solidFill>
                  <a:srgbClr val="000066"/>
                </a:solidFill>
                <a:latin typeface="Times New Roman" panose="02020603050405020304" pitchFamily="18" charset="0"/>
                <a:ea typeface="楷体_GB2312" pitchFamily="49" charset="-122"/>
              </a:rPr>
              <a:t>描述的系统是稳定的，则           的</a:t>
            </a:r>
            <a:r>
              <a:rPr lang="en-US" altLang="zh-CN" sz="3600" b="1">
                <a:solidFill>
                  <a:srgbClr val="000066"/>
                </a:solidFill>
                <a:latin typeface="Times New Roman" panose="02020603050405020304" pitchFamily="18" charset="0"/>
                <a:ea typeface="楷体_GB2312" pitchFamily="49" charset="-122"/>
              </a:rPr>
              <a:t>ROC </a:t>
            </a:r>
            <a:r>
              <a:rPr lang="zh-CN" altLang="en-US" sz="3600" b="1">
                <a:solidFill>
                  <a:srgbClr val="000066"/>
                </a:solidFill>
                <a:latin typeface="Times New Roman" panose="02020603050405020304" pitchFamily="18" charset="0"/>
                <a:ea typeface="楷体_GB2312" pitchFamily="49" charset="-122"/>
              </a:rPr>
              <a:t>必包括      轴</a:t>
            </a:r>
            <a:r>
              <a:rPr lang="zh-CN" altLang="en-US" sz="2800" b="1">
                <a:solidFill>
                  <a:srgbClr val="000066"/>
                </a:solidFill>
                <a:latin typeface="Times New Roman" panose="02020603050405020304" pitchFamily="18" charset="0"/>
                <a:ea typeface="楷体_GB2312" pitchFamily="49" charset="-122"/>
              </a:rPr>
              <a:t>。</a:t>
            </a:r>
          </a:p>
        </p:txBody>
      </p:sp>
      <p:graphicFrame>
        <p:nvGraphicFramePr>
          <p:cNvPr id="44042" name="Object 10">
            <a:extLst>
              <a:ext uri="{FF2B5EF4-FFF2-40B4-BE49-F238E27FC236}">
                <a16:creationId xmlns:a16="http://schemas.microsoft.com/office/drawing/2014/main" id="{8891285E-B3A9-37E3-0F1D-77313E29B052}"/>
              </a:ext>
            </a:extLst>
          </p:cNvPr>
          <p:cNvGraphicFramePr>
            <a:graphicFrameLocks noChangeAspect="1"/>
          </p:cNvGraphicFramePr>
          <p:nvPr/>
        </p:nvGraphicFramePr>
        <p:xfrm>
          <a:off x="2195513" y="4365625"/>
          <a:ext cx="1079500" cy="579438"/>
        </p:xfrm>
        <a:graphic>
          <a:graphicData uri="http://schemas.openxmlformats.org/presentationml/2006/ole">
            <mc:AlternateContent xmlns:mc="http://schemas.openxmlformats.org/markup-compatibility/2006">
              <mc:Choice xmlns:v="urn:schemas-microsoft-com:vml" Requires="v">
                <p:oleObj name="Equation" r:id="rId2" imgW="355320" imgH="203040" progId="Equation.DSMT4">
                  <p:embed/>
                </p:oleObj>
              </mc:Choice>
              <mc:Fallback>
                <p:oleObj name="Equation" r:id="rId2" imgW="355320" imgH="203040" progId="Equation.DSMT4">
                  <p:embed/>
                  <p:pic>
                    <p:nvPicPr>
                      <p:cNvPr id="0" name="Object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5513" y="4365625"/>
                        <a:ext cx="10795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4043" name="Object 11">
            <a:extLst>
              <a:ext uri="{FF2B5EF4-FFF2-40B4-BE49-F238E27FC236}">
                <a16:creationId xmlns:a16="http://schemas.microsoft.com/office/drawing/2014/main" id="{B67791FA-2A23-8F17-3CE0-60B2EA0CF008}"/>
              </a:ext>
            </a:extLst>
          </p:cNvPr>
          <p:cNvGraphicFramePr>
            <a:graphicFrameLocks noChangeAspect="1"/>
          </p:cNvGraphicFramePr>
          <p:nvPr/>
        </p:nvGraphicFramePr>
        <p:xfrm>
          <a:off x="6300788" y="4292600"/>
          <a:ext cx="936625" cy="565150"/>
        </p:xfrm>
        <a:graphic>
          <a:graphicData uri="http://schemas.openxmlformats.org/presentationml/2006/ole">
            <mc:AlternateContent xmlns:mc="http://schemas.openxmlformats.org/markup-compatibility/2006">
              <mc:Choice xmlns:v="urn:schemas-microsoft-com:vml" Requires="v">
                <p:oleObj name="Equation" r:id="rId4" imgW="228600" imgH="190440" progId="Equation.DSMT4">
                  <p:embed/>
                </p:oleObj>
              </mc:Choice>
              <mc:Fallback>
                <p:oleObj name="Equation" r:id="rId4" imgW="228600" imgH="190440" progId="Equation.DSMT4">
                  <p:embed/>
                  <p:pic>
                    <p:nvPicPr>
                      <p:cNvPr id="0"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00788" y="4292600"/>
                        <a:ext cx="936625" cy="565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F6951F38-37AA-29B4-AFCA-13F9C25D0C3D}"/>
              </a:ext>
            </a:extLst>
          </p:cNvPr>
          <p:cNvSpPr>
            <a:spLocks noRot="1" noChangeArrowheads="1"/>
          </p:cNvSpPr>
          <p:nvPr/>
        </p:nvSpPr>
        <p:spPr bwMode="auto">
          <a:xfrm>
            <a:off x="0" y="0"/>
            <a:ext cx="709295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9144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1371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18288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pPr>
            <a:r>
              <a:rPr lang="zh-CN" altLang="en-US" sz="3600" b="1">
                <a:solidFill>
                  <a:srgbClr val="760C04"/>
                </a:solidFill>
                <a:latin typeface="楷体_GB2312" pitchFamily="49" charset="-122"/>
                <a:ea typeface="楷体_GB2312" pitchFamily="49" charset="-122"/>
              </a:rPr>
              <a:t>四</a:t>
            </a:r>
            <a:r>
              <a:rPr lang="en-US" altLang="zh-CN" sz="3600" b="1">
                <a:solidFill>
                  <a:srgbClr val="760C04"/>
                </a:solidFill>
                <a:latin typeface="楷体_GB2312" pitchFamily="49" charset="-122"/>
                <a:ea typeface="楷体_GB2312" pitchFamily="49" charset="-122"/>
              </a:rPr>
              <a:t>.</a:t>
            </a:r>
            <a:r>
              <a:rPr lang="zh-CN" altLang="en-US" sz="3600" b="1">
                <a:solidFill>
                  <a:srgbClr val="760C04"/>
                </a:solidFill>
                <a:latin typeface="楷体_GB2312" pitchFamily="49" charset="-122"/>
                <a:ea typeface="楷体_GB2312" pitchFamily="49" charset="-122"/>
              </a:rPr>
              <a:t>系统特性与系统函数的关系</a:t>
            </a:r>
            <a:r>
              <a:rPr lang="en-US" altLang="zh-CN" sz="3600" b="1">
                <a:solidFill>
                  <a:srgbClr val="760C04"/>
                </a:solidFill>
                <a:latin typeface="楷体_GB2312" pitchFamily="49" charset="-122"/>
                <a:ea typeface="楷体_GB2312" pitchFamily="49" charset="-122"/>
              </a:rPr>
              <a:t>:</a:t>
            </a:r>
          </a:p>
        </p:txBody>
      </p:sp>
      <p:sp>
        <p:nvSpPr>
          <p:cNvPr id="43012" name="Rectangle 4">
            <a:extLst>
              <a:ext uri="{FF2B5EF4-FFF2-40B4-BE49-F238E27FC236}">
                <a16:creationId xmlns:a16="http://schemas.microsoft.com/office/drawing/2014/main" id="{03FAEC1C-6148-CB71-4CD9-1549120BF095}"/>
              </a:ext>
            </a:extLst>
          </p:cNvPr>
          <p:cNvSpPr>
            <a:spLocks noRot="1" noChangeArrowheads="1"/>
          </p:cNvSpPr>
          <p:nvPr/>
        </p:nvSpPr>
        <p:spPr bwMode="auto">
          <a:xfrm>
            <a:off x="0" y="981075"/>
            <a:ext cx="8893175" cy="287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9144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1371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18288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pPr>
            <a:r>
              <a:rPr lang="zh-CN" altLang="en-US" sz="3600" b="1">
                <a:solidFill>
                  <a:srgbClr val="000066"/>
                </a:solidFill>
                <a:latin typeface="楷体_GB2312" pitchFamily="49" charset="-122"/>
                <a:ea typeface="楷体_GB2312" pitchFamily="49" charset="-122"/>
              </a:rPr>
              <a:t>例</a:t>
            </a:r>
            <a:r>
              <a:rPr lang="en-US" altLang="zh-CN" sz="3600" b="1">
                <a:solidFill>
                  <a:srgbClr val="000066"/>
                </a:solidFill>
                <a:latin typeface="楷体_GB2312" pitchFamily="49" charset="-122"/>
                <a:ea typeface="楷体_GB2312" pitchFamily="49" charset="-122"/>
              </a:rPr>
              <a:t>1:</a:t>
            </a:r>
            <a:r>
              <a:rPr lang="zh-CN" altLang="en-US" sz="3600" b="1">
                <a:solidFill>
                  <a:srgbClr val="000066"/>
                </a:solidFill>
                <a:latin typeface="楷体_GB2312" pitchFamily="49" charset="-122"/>
                <a:ea typeface="楷体_GB2312" pitchFamily="49" charset="-122"/>
              </a:rPr>
              <a:t>已知</a:t>
            </a:r>
            <a:r>
              <a:rPr lang="en-US" altLang="zh-CN" sz="3600" b="1">
                <a:solidFill>
                  <a:srgbClr val="000066"/>
                </a:solidFill>
                <a:latin typeface="楷体_GB2312" pitchFamily="49" charset="-122"/>
                <a:ea typeface="楷体_GB2312" pitchFamily="49" charset="-122"/>
              </a:rPr>
              <a:t>LTI</a:t>
            </a:r>
            <a:r>
              <a:rPr lang="zh-CN" altLang="en-US" sz="3600" b="1">
                <a:solidFill>
                  <a:srgbClr val="000066"/>
                </a:solidFill>
                <a:latin typeface="楷体_GB2312" pitchFamily="49" charset="-122"/>
                <a:ea typeface="楷体_GB2312" pitchFamily="49" charset="-122"/>
              </a:rPr>
              <a:t>系统的输入            ，输出                  ，试确定系统函数及系统的其它性质，以及表征系统的微分方程。</a:t>
            </a:r>
            <a:r>
              <a:rPr lang="zh-CN" altLang="en-US" sz="2800" b="1">
                <a:solidFill>
                  <a:srgbClr val="760C04"/>
                </a:solidFill>
                <a:latin typeface="楷体_GB2312" pitchFamily="49" charset="-122"/>
                <a:ea typeface="楷体_GB2312" pitchFamily="49" charset="-122"/>
              </a:rPr>
              <a:t>   </a:t>
            </a:r>
          </a:p>
        </p:txBody>
      </p:sp>
      <p:graphicFrame>
        <p:nvGraphicFramePr>
          <p:cNvPr id="43013" name="Object 5">
            <a:extLst>
              <a:ext uri="{FF2B5EF4-FFF2-40B4-BE49-F238E27FC236}">
                <a16:creationId xmlns:a16="http://schemas.microsoft.com/office/drawing/2014/main" id="{3D4DE2C1-2FE0-1FEF-D4AD-0FC3F6AB2134}"/>
              </a:ext>
            </a:extLst>
          </p:cNvPr>
          <p:cNvGraphicFramePr>
            <a:graphicFrameLocks noChangeAspect="1"/>
          </p:cNvGraphicFramePr>
          <p:nvPr>
            <p:ph sz="half" idx="1"/>
          </p:nvPr>
        </p:nvGraphicFramePr>
        <p:xfrm>
          <a:off x="4932363" y="1052513"/>
          <a:ext cx="2592387" cy="674687"/>
        </p:xfrm>
        <a:graphic>
          <a:graphicData uri="http://schemas.openxmlformats.org/presentationml/2006/ole">
            <mc:AlternateContent xmlns:mc="http://schemas.openxmlformats.org/markup-compatibility/2006">
              <mc:Choice xmlns:v="urn:schemas-microsoft-com:vml" Requires="v">
                <p:oleObj name="公式" r:id="rId2" imgW="876240" imgH="228600" progId="Equation.3">
                  <p:embed/>
                </p:oleObj>
              </mc:Choice>
              <mc:Fallback>
                <p:oleObj name="公式" r:id="rId2" imgW="876240" imgH="228600" progId="Equation.3">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2363" y="1052513"/>
                        <a:ext cx="2592387" cy="674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014" name="Object 6">
            <a:extLst>
              <a:ext uri="{FF2B5EF4-FFF2-40B4-BE49-F238E27FC236}">
                <a16:creationId xmlns:a16="http://schemas.microsoft.com/office/drawing/2014/main" id="{DA2BCAD4-EB15-C1B9-95C7-7BFF3EE29342}"/>
              </a:ext>
            </a:extLst>
          </p:cNvPr>
          <p:cNvGraphicFramePr>
            <a:graphicFrameLocks noChangeAspect="1"/>
          </p:cNvGraphicFramePr>
          <p:nvPr>
            <p:ph sz="half" idx="2"/>
          </p:nvPr>
        </p:nvGraphicFramePr>
        <p:xfrm>
          <a:off x="539750" y="1773238"/>
          <a:ext cx="4103688" cy="739775"/>
        </p:xfrm>
        <a:graphic>
          <a:graphicData uri="http://schemas.openxmlformats.org/presentationml/2006/ole">
            <mc:AlternateContent xmlns:mc="http://schemas.openxmlformats.org/markup-compatibility/2006">
              <mc:Choice xmlns:v="urn:schemas-microsoft-com:vml" Requires="v">
                <p:oleObj name="公式" r:id="rId4" imgW="1269720" imgH="228600" progId="Equation.3">
                  <p:embed/>
                </p:oleObj>
              </mc:Choice>
              <mc:Fallback>
                <p:oleObj name="公式" r:id="rId4" imgW="1269720" imgH="228600"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9750" y="1773238"/>
                        <a:ext cx="4103688" cy="739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3016" name="Rectangle 8">
            <a:extLst>
              <a:ext uri="{FF2B5EF4-FFF2-40B4-BE49-F238E27FC236}">
                <a16:creationId xmlns:a16="http://schemas.microsoft.com/office/drawing/2014/main" id="{89399311-F0A8-D167-5EC7-2E03E9F02DF1}"/>
              </a:ext>
            </a:extLst>
          </p:cNvPr>
          <p:cNvSpPr>
            <a:spLocks noRot="1" noChangeArrowheads="1"/>
          </p:cNvSpPr>
          <p:nvPr/>
        </p:nvSpPr>
        <p:spPr bwMode="auto">
          <a:xfrm>
            <a:off x="0" y="4005263"/>
            <a:ext cx="9144000" cy="1439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9144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1371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18288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pPr>
            <a:r>
              <a:rPr lang="zh-CN" altLang="en-US" sz="3600" b="1">
                <a:solidFill>
                  <a:srgbClr val="000066"/>
                </a:solidFill>
                <a:latin typeface="楷体_GB2312" pitchFamily="49" charset="-122"/>
                <a:ea typeface="楷体_GB2312" pitchFamily="49" charset="-122"/>
              </a:rPr>
              <a:t>例</a:t>
            </a:r>
            <a:r>
              <a:rPr lang="en-US" altLang="zh-CN" sz="3600" b="1">
                <a:solidFill>
                  <a:srgbClr val="000066"/>
                </a:solidFill>
                <a:latin typeface="楷体_GB2312" pitchFamily="49" charset="-122"/>
                <a:ea typeface="楷体_GB2312" pitchFamily="49" charset="-122"/>
              </a:rPr>
              <a:t>2</a:t>
            </a:r>
            <a:r>
              <a:rPr lang="zh-CN" altLang="en-US" sz="3600" b="1">
                <a:solidFill>
                  <a:srgbClr val="000066"/>
                </a:solidFill>
                <a:latin typeface="楷体_GB2312" pitchFamily="49" charset="-122"/>
                <a:ea typeface="楷体_GB2312" pitchFamily="49" charset="-122"/>
              </a:rPr>
              <a:t>：一因果</a:t>
            </a:r>
            <a:r>
              <a:rPr lang="en-US" altLang="zh-CN" sz="3600" b="1">
                <a:solidFill>
                  <a:srgbClr val="000066"/>
                </a:solidFill>
                <a:latin typeface="楷体_GB2312" pitchFamily="49" charset="-122"/>
                <a:ea typeface="楷体_GB2312" pitchFamily="49" charset="-122"/>
              </a:rPr>
              <a:t>LTI</a:t>
            </a:r>
            <a:r>
              <a:rPr lang="zh-CN" altLang="en-US" sz="3600" b="1">
                <a:solidFill>
                  <a:srgbClr val="000066"/>
                </a:solidFill>
                <a:latin typeface="楷体_GB2312" pitchFamily="49" charset="-122"/>
                <a:ea typeface="楷体_GB2312" pitchFamily="49" charset="-122"/>
              </a:rPr>
              <a:t>系统，其输入和输出满足：</a:t>
            </a:r>
          </a:p>
          <a:p>
            <a:pPr>
              <a:lnSpc>
                <a:spcPct val="150000"/>
              </a:lnSpc>
            </a:pPr>
            <a:r>
              <a:rPr lang="zh-CN" altLang="en-US" sz="3600" b="1">
                <a:solidFill>
                  <a:srgbClr val="000066"/>
                </a:solidFill>
                <a:latin typeface="楷体_GB2312" pitchFamily="49" charset="-122"/>
                <a:ea typeface="楷体_GB2312" pitchFamily="49" charset="-122"/>
              </a:rPr>
              <a:t>微分方程：</a:t>
            </a:r>
          </a:p>
        </p:txBody>
      </p:sp>
      <p:pic>
        <p:nvPicPr>
          <p:cNvPr id="43017" name="Picture 9">
            <a:extLst>
              <a:ext uri="{FF2B5EF4-FFF2-40B4-BE49-F238E27FC236}">
                <a16:creationId xmlns:a16="http://schemas.microsoft.com/office/drawing/2014/main" id="{6157A2CE-CA18-6457-91D5-2C0A4013123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39975" y="4797425"/>
            <a:ext cx="6119813" cy="939800"/>
          </a:xfrm>
          <a:prstGeom prst="rect">
            <a:avLst/>
          </a:prstGeom>
          <a:noFill/>
          <a:extLst>
            <a:ext uri="{909E8E84-426E-40DD-AFC4-6F175D3DCCD1}">
              <a14:hiddenFill xmlns:a14="http://schemas.microsoft.com/office/drawing/2010/main">
                <a:solidFill>
                  <a:srgbClr val="FFFFFF"/>
                </a:solidFill>
              </a14:hiddenFill>
            </a:ext>
          </a:extLst>
        </p:spPr>
      </p:pic>
      <p:sp>
        <p:nvSpPr>
          <p:cNvPr id="43018" name="Rectangle 10">
            <a:extLst>
              <a:ext uri="{FF2B5EF4-FFF2-40B4-BE49-F238E27FC236}">
                <a16:creationId xmlns:a16="http://schemas.microsoft.com/office/drawing/2014/main" id="{81CB6864-7142-4308-B3C7-EE282AC844F4}"/>
              </a:ext>
            </a:extLst>
          </p:cNvPr>
          <p:cNvSpPr>
            <a:spLocks noRot="1" noChangeArrowheads="1"/>
          </p:cNvSpPr>
          <p:nvPr/>
        </p:nvSpPr>
        <p:spPr bwMode="auto">
          <a:xfrm>
            <a:off x="0" y="5589588"/>
            <a:ext cx="9144000" cy="1268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9144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1371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18288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25000"/>
              </a:lnSpc>
            </a:pPr>
            <a:r>
              <a:rPr lang="zh-CN" altLang="en-US" sz="3600" b="1">
                <a:solidFill>
                  <a:srgbClr val="000066"/>
                </a:solidFill>
                <a:latin typeface="Times New Roman" panose="02020603050405020304" pitchFamily="18" charset="0"/>
                <a:ea typeface="楷体_GB2312" pitchFamily="49" charset="-122"/>
              </a:rPr>
              <a:t>求系统函数及收敛域；画出零极点图；判定系统稳定性？</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a:extLst>
              <a:ext uri="{FF2B5EF4-FFF2-40B4-BE49-F238E27FC236}">
                <a16:creationId xmlns:a16="http://schemas.microsoft.com/office/drawing/2014/main" id="{B3A367CC-A3F9-C1CA-8CEC-6CAB32CEEDD8}"/>
              </a:ext>
            </a:extLst>
          </p:cNvPr>
          <p:cNvSpPr>
            <a:spLocks noRot="1" noChangeArrowheads="1"/>
          </p:cNvSpPr>
          <p:nvPr/>
        </p:nvSpPr>
        <p:spPr bwMode="auto">
          <a:xfrm>
            <a:off x="250825" y="0"/>
            <a:ext cx="6829425"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9144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1371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18288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pPr>
            <a:r>
              <a:rPr lang="zh-CN" altLang="en-US" sz="3600" b="1">
                <a:solidFill>
                  <a:srgbClr val="760C04"/>
                </a:solidFill>
                <a:latin typeface="楷体_GB2312" pitchFamily="49" charset="-122"/>
                <a:ea typeface="楷体_GB2312" pitchFamily="49" charset="-122"/>
              </a:rPr>
              <a:t>四</a:t>
            </a:r>
            <a:r>
              <a:rPr lang="en-US" altLang="zh-CN" sz="3600" b="1">
                <a:solidFill>
                  <a:srgbClr val="760C04"/>
                </a:solidFill>
                <a:latin typeface="楷体_GB2312" pitchFamily="49" charset="-122"/>
                <a:ea typeface="楷体_GB2312" pitchFamily="49" charset="-122"/>
              </a:rPr>
              <a:t>.</a:t>
            </a:r>
            <a:r>
              <a:rPr lang="zh-CN" altLang="en-US" sz="3600" b="1">
                <a:solidFill>
                  <a:srgbClr val="760C04"/>
                </a:solidFill>
                <a:latin typeface="楷体_GB2312" pitchFamily="49" charset="-122"/>
                <a:ea typeface="楷体_GB2312" pitchFamily="49" charset="-122"/>
              </a:rPr>
              <a:t>系统特性与系统函数的关系</a:t>
            </a:r>
            <a:r>
              <a:rPr lang="en-US" altLang="zh-CN" sz="3600" b="1">
                <a:solidFill>
                  <a:srgbClr val="760C04"/>
                </a:solidFill>
                <a:latin typeface="楷体_GB2312" pitchFamily="49" charset="-122"/>
                <a:ea typeface="楷体_GB2312" pitchFamily="49" charset="-122"/>
              </a:rPr>
              <a:t>:</a:t>
            </a:r>
          </a:p>
        </p:txBody>
      </p:sp>
      <p:sp>
        <p:nvSpPr>
          <p:cNvPr id="115715" name="Text Box 3">
            <a:extLst>
              <a:ext uri="{FF2B5EF4-FFF2-40B4-BE49-F238E27FC236}">
                <a16:creationId xmlns:a16="http://schemas.microsoft.com/office/drawing/2014/main" id="{510E3F8F-710E-50BD-47FB-C5FD51AA282D}"/>
              </a:ext>
            </a:extLst>
          </p:cNvPr>
          <p:cNvSpPr txBox="1">
            <a:spLocks noChangeArrowheads="1"/>
          </p:cNvSpPr>
          <p:nvPr/>
        </p:nvSpPr>
        <p:spPr bwMode="auto">
          <a:xfrm>
            <a:off x="755650" y="908050"/>
            <a:ext cx="6713538" cy="806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30000"/>
              </a:lnSpc>
            </a:pPr>
            <a:r>
              <a:rPr lang="zh-CN" altLang="en-US" sz="3600" b="1">
                <a:solidFill>
                  <a:srgbClr val="000066"/>
                </a:solidFill>
                <a:latin typeface="楷体_GB2312" pitchFamily="49" charset="-122"/>
                <a:ea typeface="楷体_GB2312" pitchFamily="49" charset="-122"/>
              </a:rPr>
              <a:t>自学。请关注例</a:t>
            </a:r>
            <a:r>
              <a:rPr lang="en-US" altLang="zh-CN" sz="3600" b="1">
                <a:solidFill>
                  <a:srgbClr val="000066"/>
                </a:solidFill>
                <a:latin typeface="Times New Roman" panose="02020603050405020304" pitchFamily="18" charset="0"/>
                <a:ea typeface="楷体_GB2312" pitchFamily="49" charset="-122"/>
              </a:rPr>
              <a:t>9.25</a:t>
            </a:r>
            <a:r>
              <a:rPr lang="zh-CN" altLang="en-US" sz="3600" b="1">
                <a:solidFill>
                  <a:srgbClr val="000066"/>
                </a:solidFill>
                <a:latin typeface="Times New Roman" panose="02020603050405020304" pitchFamily="18" charset="0"/>
                <a:ea typeface="楷体_GB2312" pitchFamily="49" charset="-122"/>
              </a:rPr>
              <a:t>、</a:t>
            </a:r>
            <a:r>
              <a:rPr lang="en-US" altLang="zh-CN" sz="3600" b="1">
                <a:solidFill>
                  <a:srgbClr val="000066"/>
                </a:solidFill>
                <a:latin typeface="Times New Roman" panose="02020603050405020304" pitchFamily="18" charset="0"/>
                <a:ea typeface="楷体_GB2312" pitchFamily="49" charset="-122"/>
              </a:rPr>
              <a:t>9.26</a:t>
            </a:r>
            <a:r>
              <a:rPr lang="zh-CN" altLang="en-US" sz="3600" b="1">
                <a:solidFill>
                  <a:srgbClr val="000066"/>
                </a:solidFill>
                <a:latin typeface="Times New Roman" panose="02020603050405020304" pitchFamily="18" charset="0"/>
                <a:ea typeface="楷体_GB2312" pitchFamily="49" charset="-122"/>
              </a:rPr>
              <a:t>、</a:t>
            </a:r>
            <a:r>
              <a:rPr lang="en-US" altLang="zh-CN" sz="3600" b="1">
                <a:solidFill>
                  <a:srgbClr val="000066"/>
                </a:solidFill>
                <a:latin typeface="Times New Roman" panose="02020603050405020304" pitchFamily="18" charset="0"/>
                <a:ea typeface="楷体_GB2312" pitchFamily="49" charset="-122"/>
              </a:rPr>
              <a:t>9.27</a:t>
            </a:r>
          </a:p>
        </p:txBody>
      </p:sp>
      <p:sp>
        <p:nvSpPr>
          <p:cNvPr id="115716" name="Rectangle 4">
            <a:extLst>
              <a:ext uri="{FF2B5EF4-FFF2-40B4-BE49-F238E27FC236}">
                <a16:creationId xmlns:a16="http://schemas.microsoft.com/office/drawing/2014/main" id="{B427DAA4-3516-1FA4-F71E-2E0E6DE39B27}"/>
              </a:ext>
            </a:extLst>
          </p:cNvPr>
          <p:cNvSpPr>
            <a:spLocks noChangeArrowheads="1"/>
          </p:cNvSpPr>
          <p:nvPr/>
        </p:nvSpPr>
        <p:spPr bwMode="auto">
          <a:xfrm>
            <a:off x="0" y="1773238"/>
            <a:ext cx="669448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3600" b="1">
                <a:solidFill>
                  <a:schemeClr val="tx2"/>
                </a:solidFill>
                <a:latin typeface="楷体_GB2312" pitchFamily="49" charset="-122"/>
                <a:ea typeface="楷体_GB2312" pitchFamily="49" charset="-122"/>
              </a:rPr>
              <a:t> </a:t>
            </a:r>
            <a:r>
              <a:rPr lang="zh-CN" altLang="en-US" sz="3600" b="1">
                <a:solidFill>
                  <a:srgbClr val="760C04"/>
                </a:solidFill>
                <a:latin typeface="Times New Roman" panose="02020603050405020304" pitchFamily="18" charset="0"/>
                <a:ea typeface="楷体_GB2312" pitchFamily="49" charset="-122"/>
              </a:rPr>
              <a:t>五</a:t>
            </a:r>
            <a:r>
              <a:rPr lang="en-US" altLang="zh-CN" sz="3600" b="1">
                <a:solidFill>
                  <a:srgbClr val="760C04"/>
                </a:solidFill>
                <a:latin typeface="Times New Roman" panose="02020603050405020304" pitchFamily="18" charset="0"/>
                <a:ea typeface="楷体_GB2312" pitchFamily="49" charset="-122"/>
              </a:rPr>
              <a:t>.  Butterworth</a:t>
            </a:r>
            <a:r>
              <a:rPr lang="zh-CN" altLang="en-US" sz="3600" b="1">
                <a:solidFill>
                  <a:srgbClr val="760C04"/>
                </a:solidFill>
                <a:latin typeface="Times New Roman" panose="02020603050405020304" pitchFamily="18" charset="0"/>
                <a:ea typeface="楷体_GB2312" pitchFamily="49" charset="-122"/>
              </a:rPr>
              <a:t>滤波器</a:t>
            </a:r>
            <a:r>
              <a:rPr lang="en-US" altLang="zh-CN" sz="3600" b="1">
                <a:solidFill>
                  <a:srgbClr val="760C04"/>
                </a:solidFill>
                <a:latin typeface="Times New Roman" panose="02020603050405020304" pitchFamily="18" charset="0"/>
                <a:ea typeface="楷体_GB2312" pitchFamily="49" charset="-122"/>
              </a:rPr>
              <a:t>:</a:t>
            </a:r>
          </a:p>
        </p:txBody>
      </p:sp>
      <p:sp>
        <p:nvSpPr>
          <p:cNvPr id="115717" name="Rectangle 5">
            <a:extLst>
              <a:ext uri="{FF2B5EF4-FFF2-40B4-BE49-F238E27FC236}">
                <a16:creationId xmlns:a16="http://schemas.microsoft.com/office/drawing/2014/main" id="{2ECFCF56-DB56-8555-E0CD-4F92E88FC25A}"/>
              </a:ext>
            </a:extLst>
          </p:cNvPr>
          <p:cNvSpPr>
            <a:spLocks noChangeArrowheads="1"/>
          </p:cNvSpPr>
          <p:nvPr/>
        </p:nvSpPr>
        <p:spPr bwMode="auto">
          <a:xfrm>
            <a:off x="0" y="2492375"/>
            <a:ext cx="9144000" cy="2563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spcBef>
                <a:spcPct val="50000"/>
              </a:spcBef>
            </a:pPr>
            <a:r>
              <a:rPr lang="en-US" altLang="zh-CN" sz="2800" b="1">
                <a:latin typeface="楷体_GB2312" pitchFamily="49" charset="-122"/>
                <a:ea typeface="楷体_GB2312" pitchFamily="49" charset="-122"/>
              </a:rPr>
              <a:t>  </a:t>
            </a:r>
            <a:r>
              <a:rPr lang="zh-CN" altLang="en-US" sz="3600" b="1">
                <a:solidFill>
                  <a:srgbClr val="000066"/>
                </a:solidFill>
                <a:latin typeface="Times New Roman" panose="02020603050405020304" pitchFamily="18" charset="0"/>
                <a:ea typeface="楷体_GB2312" pitchFamily="49" charset="-122"/>
              </a:rPr>
              <a:t>通常</a:t>
            </a:r>
            <a:r>
              <a:rPr lang="en-US" altLang="zh-CN" sz="3600" b="1">
                <a:solidFill>
                  <a:srgbClr val="000066"/>
                </a:solidFill>
                <a:latin typeface="Times New Roman" panose="02020603050405020304" pitchFamily="18" charset="0"/>
                <a:ea typeface="楷体_GB2312" pitchFamily="49" charset="-122"/>
              </a:rPr>
              <a:t>Butterworth</a:t>
            </a:r>
            <a:r>
              <a:rPr lang="zh-CN" altLang="en-US" sz="3600" b="1">
                <a:solidFill>
                  <a:srgbClr val="000066"/>
                </a:solidFill>
                <a:latin typeface="Times New Roman" panose="02020603050405020304" pitchFamily="18" charset="0"/>
                <a:ea typeface="楷体_GB2312" pitchFamily="49" charset="-122"/>
              </a:rPr>
              <a:t>滤波器的特性由频率响应的模平方函数给出。对</a:t>
            </a:r>
            <a:r>
              <a:rPr lang="en-US" altLang="zh-CN" sz="3600" b="1">
                <a:solidFill>
                  <a:srgbClr val="000066"/>
                </a:solidFill>
                <a:latin typeface="Times New Roman" panose="02020603050405020304" pitchFamily="18" charset="0"/>
                <a:ea typeface="楷体_GB2312" pitchFamily="49" charset="-122"/>
              </a:rPr>
              <a:t>N</a:t>
            </a:r>
            <a:r>
              <a:rPr lang="zh-CN" altLang="en-US" sz="3600" b="1">
                <a:solidFill>
                  <a:srgbClr val="000066"/>
                </a:solidFill>
                <a:latin typeface="Times New Roman" panose="02020603050405020304" pitchFamily="18" charset="0"/>
                <a:ea typeface="楷体_GB2312" pitchFamily="49" charset="-122"/>
              </a:rPr>
              <a:t>阶 </a:t>
            </a:r>
            <a:r>
              <a:rPr lang="en-US" altLang="zh-CN" sz="3600" b="1">
                <a:solidFill>
                  <a:srgbClr val="000066"/>
                </a:solidFill>
                <a:latin typeface="Times New Roman" panose="02020603050405020304" pitchFamily="18" charset="0"/>
                <a:ea typeface="楷体_GB2312" pitchFamily="49" charset="-122"/>
              </a:rPr>
              <a:t>Butterworth</a:t>
            </a:r>
            <a:r>
              <a:rPr lang="zh-CN" altLang="en-US" sz="3600" b="1">
                <a:solidFill>
                  <a:srgbClr val="000066"/>
                </a:solidFill>
                <a:latin typeface="Times New Roman" panose="02020603050405020304" pitchFamily="18" charset="0"/>
                <a:ea typeface="楷体_GB2312" pitchFamily="49" charset="-122"/>
              </a:rPr>
              <a:t>低通滤波器有：</a:t>
            </a:r>
          </a:p>
        </p:txBody>
      </p:sp>
      <p:graphicFrame>
        <p:nvGraphicFramePr>
          <p:cNvPr id="115718" name="Object 6">
            <a:extLst>
              <a:ext uri="{FF2B5EF4-FFF2-40B4-BE49-F238E27FC236}">
                <a16:creationId xmlns:a16="http://schemas.microsoft.com/office/drawing/2014/main" id="{3852C631-860C-14AF-4549-499F13A2EDDF}"/>
              </a:ext>
            </a:extLst>
          </p:cNvPr>
          <p:cNvGraphicFramePr>
            <a:graphicFrameLocks noChangeAspect="1"/>
          </p:cNvGraphicFramePr>
          <p:nvPr/>
        </p:nvGraphicFramePr>
        <p:xfrm>
          <a:off x="395288" y="5084763"/>
          <a:ext cx="4321175" cy="1296987"/>
        </p:xfrm>
        <a:graphic>
          <a:graphicData uri="http://schemas.openxmlformats.org/presentationml/2006/ole">
            <mc:AlternateContent xmlns:mc="http://schemas.openxmlformats.org/markup-compatibility/2006">
              <mc:Choice xmlns:v="urn:schemas-microsoft-com:vml" Requires="v">
                <p:oleObj name="Equation" r:id="rId2" imgW="1523880" imgH="457200" progId="Equation.DSMT4">
                  <p:embed/>
                </p:oleObj>
              </mc:Choice>
              <mc:Fallback>
                <p:oleObj name="Equation" r:id="rId2" imgW="1523880" imgH="457200" progId="Equation.DSMT4">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288" y="5084763"/>
                        <a:ext cx="4321175" cy="1296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5719" name="Text Box 7">
            <a:extLst>
              <a:ext uri="{FF2B5EF4-FFF2-40B4-BE49-F238E27FC236}">
                <a16:creationId xmlns:a16="http://schemas.microsoft.com/office/drawing/2014/main" id="{E39A5B20-A3BF-B6F0-B185-C60CC09C217F}"/>
              </a:ext>
            </a:extLst>
          </p:cNvPr>
          <p:cNvSpPr txBox="1">
            <a:spLocks noChangeArrowheads="1"/>
          </p:cNvSpPr>
          <p:nvPr/>
        </p:nvSpPr>
        <p:spPr bwMode="auto">
          <a:xfrm>
            <a:off x="4500563" y="6216650"/>
            <a:ext cx="4643437"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000066"/>
                </a:solidFill>
                <a:latin typeface="Times New Roman" panose="02020603050405020304" pitchFamily="18" charset="0"/>
                <a:ea typeface="楷体_GB2312" pitchFamily="49" charset="-122"/>
              </a:rPr>
              <a:t>（</a:t>
            </a:r>
            <a:r>
              <a:rPr lang="en-US" altLang="zh-CN" sz="3600" b="1">
                <a:solidFill>
                  <a:srgbClr val="000066"/>
                </a:solidFill>
                <a:latin typeface="Times New Roman" panose="02020603050405020304" pitchFamily="18" charset="0"/>
                <a:ea typeface="楷体_GB2312" pitchFamily="49" charset="-122"/>
              </a:rPr>
              <a:t>N</a:t>
            </a:r>
            <a:r>
              <a:rPr lang="zh-CN" altLang="en-US" sz="3600" b="1">
                <a:solidFill>
                  <a:srgbClr val="000066"/>
                </a:solidFill>
                <a:latin typeface="Times New Roman" panose="02020603050405020304" pitchFamily="18" charset="0"/>
                <a:ea typeface="楷体_GB2312" pitchFamily="49" charset="-122"/>
              </a:rPr>
              <a:t>为滤波器的阶数）</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5716"/>
                                        </p:tgtEl>
                                        <p:attrNameLst>
                                          <p:attrName>style.visibility</p:attrName>
                                        </p:attrNameLst>
                                      </p:cBhvr>
                                      <p:to>
                                        <p:strVal val="visible"/>
                                      </p:to>
                                    </p:set>
                                    <p:anim calcmode="lin" valueType="num">
                                      <p:cBhvr additive="base">
                                        <p:cTn id="7" dur="500" fill="hold"/>
                                        <p:tgtEl>
                                          <p:spTgt spid="115716"/>
                                        </p:tgtEl>
                                        <p:attrNameLst>
                                          <p:attrName>ppt_x</p:attrName>
                                        </p:attrNameLst>
                                      </p:cBhvr>
                                      <p:tavLst>
                                        <p:tav tm="0">
                                          <p:val>
                                            <p:strVal val="0-#ppt_w/2"/>
                                          </p:val>
                                        </p:tav>
                                        <p:tav tm="100000">
                                          <p:val>
                                            <p:strVal val="#ppt_x"/>
                                          </p:val>
                                        </p:tav>
                                      </p:tavLst>
                                    </p:anim>
                                    <p:anim calcmode="lin" valueType="num">
                                      <p:cBhvr additive="base">
                                        <p:cTn id="8" dur="500" fill="hold"/>
                                        <p:tgtEl>
                                          <p:spTgt spid="11571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15717"/>
                                        </p:tgtEl>
                                        <p:attrNameLst>
                                          <p:attrName>style.visibility</p:attrName>
                                        </p:attrNameLst>
                                      </p:cBhvr>
                                      <p:to>
                                        <p:strVal val="visible"/>
                                      </p:to>
                                    </p:set>
                                    <p:anim calcmode="lin" valueType="num">
                                      <p:cBhvr additive="base">
                                        <p:cTn id="13" dur="500" fill="hold"/>
                                        <p:tgtEl>
                                          <p:spTgt spid="115717"/>
                                        </p:tgtEl>
                                        <p:attrNameLst>
                                          <p:attrName>ppt_x</p:attrName>
                                        </p:attrNameLst>
                                      </p:cBhvr>
                                      <p:tavLst>
                                        <p:tav tm="0">
                                          <p:val>
                                            <p:strVal val="0-#ppt_w/2"/>
                                          </p:val>
                                        </p:tav>
                                        <p:tav tm="100000">
                                          <p:val>
                                            <p:strVal val="#ppt_x"/>
                                          </p:val>
                                        </p:tav>
                                      </p:tavLst>
                                    </p:anim>
                                    <p:anim calcmode="lin" valueType="num">
                                      <p:cBhvr additive="base">
                                        <p:cTn id="14" dur="500" fill="hold"/>
                                        <p:tgtEl>
                                          <p:spTgt spid="115717"/>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15718"/>
                                        </p:tgtEl>
                                        <p:attrNameLst>
                                          <p:attrName>style.visibility</p:attrName>
                                        </p:attrNameLst>
                                      </p:cBhvr>
                                      <p:to>
                                        <p:strVal val="visible"/>
                                      </p:to>
                                    </p:set>
                                    <p:anim calcmode="lin" valueType="num">
                                      <p:cBhvr additive="base">
                                        <p:cTn id="19" dur="500" fill="hold"/>
                                        <p:tgtEl>
                                          <p:spTgt spid="115718"/>
                                        </p:tgtEl>
                                        <p:attrNameLst>
                                          <p:attrName>ppt_x</p:attrName>
                                        </p:attrNameLst>
                                      </p:cBhvr>
                                      <p:tavLst>
                                        <p:tav tm="0">
                                          <p:val>
                                            <p:strVal val="0-#ppt_w/2"/>
                                          </p:val>
                                        </p:tav>
                                        <p:tav tm="100000">
                                          <p:val>
                                            <p:strVal val="#ppt_x"/>
                                          </p:val>
                                        </p:tav>
                                      </p:tavLst>
                                    </p:anim>
                                    <p:anim calcmode="lin" valueType="num">
                                      <p:cBhvr additive="base">
                                        <p:cTn id="20" dur="500" fill="hold"/>
                                        <p:tgtEl>
                                          <p:spTgt spid="115718"/>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15719"/>
                                        </p:tgtEl>
                                        <p:attrNameLst>
                                          <p:attrName>style.visibility</p:attrName>
                                        </p:attrNameLst>
                                      </p:cBhvr>
                                      <p:to>
                                        <p:strVal val="visible"/>
                                      </p:to>
                                    </p:set>
                                    <p:anim calcmode="lin" valueType="num">
                                      <p:cBhvr additive="base">
                                        <p:cTn id="25" dur="500" fill="hold"/>
                                        <p:tgtEl>
                                          <p:spTgt spid="115719"/>
                                        </p:tgtEl>
                                        <p:attrNameLst>
                                          <p:attrName>ppt_x</p:attrName>
                                        </p:attrNameLst>
                                      </p:cBhvr>
                                      <p:tavLst>
                                        <p:tav tm="0">
                                          <p:val>
                                            <p:strVal val="0-#ppt_w/2"/>
                                          </p:val>
                                        </p:tav>
                                        <p:tav tm="100000">
                                          <p:val>
                                            <p:strVal val="#ppt_x"/>
                                          </p:val>
                                        </p:tav>
                                      </p:tavLst>
                                    </p:anim>
                                    <p:anim calcmode="lin" valueType="num">
                                      <p:cBhvr additive="base">
                                        <p:cTn id="26" dur="500" fill="hold"/>
                                        <p:tgtEl>
                                          <p:spTgt spid="11571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6" grpId="0" autoUpdateAnimBg="0"/>
      <p:bldP spid="115717" grpId="0" autoUpdateAnimBg="0"/>
      <p:bldP spid="115719" grpId="0" autoUpdateAnimBg="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Text Box 2">
            <a:extLst>
              <a:ext uri="{FF2B5EF4-FFF2-40B4-BE49-F238E27FC236}">
                <a16:creationId xmlns:a16="http://schemas.microsoft.com/office/drawing/2014/main" id="{9A058412-445C-92D7-0D46-9C18C3889106}"/>
              </a:ext>
            </a:extLst>
          </p:cNvPr>
          <p:cNvSpPr txBox="1">
            <a:spLocks noChangeArrowheads="1"/>
          </p:cNvSpPr>
          <p:nvPr/>
        </p:nvSpPr>
        <p:spPr bwMode="auto">
          <a:xfrm>
            <a:off x="395288" y="260350"/>
            <a:ext cx="11017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000066"/>
                </a:solidFill>
                <a:latin typeface="楷体_GB2312" pitchFamily="49" charset="-122"/>
                <a:ea typeface="楷体_GB2312" pitchFamily="49" charset="-122"/>
              </a:rPr>
              <a:t>由于</a:t>
            </a:r>
          </a:p>
        </p:txBody>
      </p:sp>
      <p:graphicFrame>
        <p:nvGraphicFramePr>
          <p:cNvPr id="116739" name="Object 3">
            <a:extLst>
              <a:ext uri="{FF2B5EF4-FFF2-40B4-BE49-F238E27FC236}">
                <a16:creationId xmlns:a16="http://schemas.microsoft.com/office/drawing/2014/main" id="{4E17F75B-78A9-412D-A494-CF7A25962660}"/>
              </a:ext>
            </a:extLst>
          </p:cNvPr>
          <p:cNvGraphicFramePr>
            <a:graphicFrameLocks noChangeAspect="1"/>
          </p:cNvGraphicFramePr>
          <p:nvPr/>
        </p:nvGraphicFramePr>
        <p:xfrm>
          <a:off x="1619250" y="260350"/>
          <a:ext cx="5662613" cy="1028700"/>
        </p:xfrm>
        <a:graphic>
          <a:graphicData uri="http://schemas.openxmlformats.org/presentationml/2006/ole">
            <mc:AlternateContent xmlns:mc="http://schemas.openxmlformats.org/markup-compatibility/2006">
              <mc:Choice xmlns:v="urn:schemas-microsoft-com:vml" Requires="v">
                <p:oleObj name="Equation" r:id="rId2" imgW="1549080" imgH="279360" progId="Equation.DSMT4">
                  <p:embed/>
                </p:oleObj>
              </mc:Choice>
              <mc:Fallback>
                <p:oleObj name="Equation" r:id="rId2" imgW="1549080" imgH="279360" progId="Equation.DSMT4">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9250" y="260350"/>
                        <a:ext cx="5662613" cy="1028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6740" name="Text Box 4">
            <a:extLst>
              <a:ext uri="{FF2B5EF4-FFF2-40B4-BE49-F238E27FC236}">
                <a16:creationId xmlns:a16="http://schemas.microsoft.com/office/drawing/2014/main" id="{5E9EA30C-4D5D-4871-E275-76DF2EFC0E54}"/>
              </a:ext>
            </a:extLst>
          </p:cNvPr>
          <p:cNvSpPr txBox="1">
            <a:spLocks noChangeArrowheads="1"/>
          </p:cNvSpPr>
          <p:nvPr/>
        </p:nvSpPr>
        <p:spPr bwMode="auto">
          <a:xfrm>
            <a:off x="0" y="1341438"/>
            <a:ext cx="848518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b="1">
                <a:solidFill>
                  <a:srgbClr val="000066"/>
                </a:solidFill>
                <a:latin typeface="Times New Roman" panose="02020603050405020304" pitchFamily="18" charset="0"/>
                <a:ea typeface="楷体_GB2312" pitchFamily="49" charset="-122"/>
              </a:rPr>
              <a:t>Butterworth</a:t>
            </a:r>
            <a:r>
              <a:rPr lang="zh-CN" altLang="en-US" sz="3600" b="1">
                <a:solidFill>
                  <a:srgbClr val="000066"/>
                </a:solidFill>
                <a:latin typeface="Times New Roman" panose="02020603050405020304" pitchFamily="18" charset="0"/>
                <a:ea typeface="楷体_GB2312" pitchFamily="49" charset="-122"/>
              </a:rPr>
              <a:t>滤波器的冲激响应是实信号</a:t>
            </a:r>
            <a:r>
              <a:rPr lang="zh-CN" altLang="en-US" sz="2800" b="1">
                <a:solidFill>
                  <a:srgbClr val="000066"/>
                </a:solidFill>
                <a:latin typeface="Times New Roman" panose="02020603050405020304" pitchFamily="18" charset="0"/>
                <a:ea typeface="楷体_GB2312" pitchFamily="49" charset="-122"/>
              </a:rPr>
              <a:t>，</a:t>
            </a:r>
          </a:p>
        </p:txBody>
      </p:sp>
      <p:graphicFrame>
        <p:nvGraphicFramePr>
          <p:cNvPr id="116741" name="Object 5">
            <a:extLst>
              <a:ext uri="{FF2B5EF4-FFF2-40B4-BE49-F238E27FC236}">
                <a16:creationId xmlns:a16="http://schemas.microsoft.com/office/drawing/2014/main" id="{4F454855-56F9-87FB-F9BE-8DADE31E19DE}"/>
              </a:ext>
            </a:extLst>
          </p:cNvPr>
          <p:cNvGraphicFramePr>
            <a:graphicFrameLocks noChangeAspect="1"/>
          </p:cNvGraphicFramePr>
          <p:nvPr/>
        </p:nvGraphicFramePr>
        <p:xfrm>
          <a:off x="1752600" y="1989138"/>
          <a:ext cx="3971925" cy="809625"/>
        </p:xfrm>
        <a:graphic>
          <a:graphicData uri="http://schemas.openxmlformats.org/presentationml/2006/ole">
            <mc:AlternateContent xmlns:mc="http://schemas.openxmlformats.org/markup-compatibility/2006">
              <mc:Choice xmlns:v="urn:schemas-microsoft-com:vml" Requires="v">
                <p:oleObj name="Equation" r:id="rId4" imgW="1257120" imgH="228600" progId="Equation.DSMT4">
                  <p:embed/>
                </p:oleObj>
              </mc:Choice>
              <mc:Fallback>
                <p:oleObj name="Equation" r:id="rId4" imgW="1257120" imgH="228600"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52600" y="1989138"/>
                        <a:ext cx="3971925" cy="809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6742" name="Rectangle 6">
            <a:extLst>
              <a:ext uri="{FF2B5EF4-FFF2-40B4-BE49-F238E27FC236}">
                <a16:creationId xmlns:a16="http://schemas.microsoft.com/office/drawing/2014/main" id="{139FD5A8-7F92-4527-014B-B97A026D90E0}"/>
              </a:ext>
            </a:extLst>
          </p:cNvPr>
          <p:cNvSpPr>
            <a:spLocks noChangeArrowheads="1"/>
          </p:cNvSpPr>
          <p:nvPr/>
        </p:nvSpPr>
        <p:spPr bwMode="auto">
          <a:xfrm>
            <a:off x="395288" y="2924175"/>
            <a:ext cx="73247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000066"/>
                </a:solidFill>
                <a:latin typeface="楷体_GB2312" pitchFamily="49" charset="-122"/>
                <a:ea typeface="楷体_GB2312" pitchFamily="49" charset="-122"/>
              </a:rPr>
              <a:t>将      函数拓展到整个</a:t>
            </a:r>
            <a:r>
              <a:rPr lang="en-US" altLang="zh-CN" sz="3600" b="1">
                <a:solidFill>
                  <a:srgbClr val="000066"/>
                </a:solidFill>
                <a:latin typeface="Times New Roman" panose="02020603050405020304" pitchFamily="18" charset="0"/>
                <a:ea typeface="楷体_GB2312" pitchFamily="49" charset="-122"/>
              </a:rPr>
              <a:t>S</a:t>
            </a:r>
            <a:r>
              <a:rPr lang="zh-CN" altLang="en-US" sz="3600" b="1">
                <a:solidFill>
                  <a:srgbClr val="000066"/>
                </a:solidFill>
                <a:latin typeface="楷体_GB2312" pitchFamily="49" charset="-122"/>
                <a:ea typeface="楷体_GB2312" pitchFamily="49" charset="-122"/>
              </a:rPr>
              <a:t>平面有：</a:t>
            </a:r>
          </a:p>
        </p:txBody>
      </p:sp>
      <p:graphicFrame>
        <p:nvGraphicFramePr>
          <p:cNvPr id="116743" name="Object 7">
            <a:extLst>
              <a:ext uri="{FF2B5EF4-FFF2-40B4-BE49-F238E27FC236}">
                <a16:creationId xmlns:a16="http://schemas.microsoft.com/office/drawing/2014/main" id="{F0E0154B-294B-CABF-0DBA-CD9A8068BC35}"/>
              </a:ext>
            </a:extLst>
          </p:cNvPr>
          <p:cNvGraphicFramePr>
            <a:graphicFrameLocks noChangeAspect="1"/>
          </p:cNvGraphicFramePr>
          <p:nvPr/>
        </p:nvGraphicFramePr>
        <p:xfrm>
          <a:off x="1042988" y="2878138"/>
          <a:ext cx="1368425" cy="720725"/>
        </p:xfrm>
        <a:graphic>
          <a:graphicData uri="http://schemas.openxmlformats.org/presentationml/2006/ole">
            <mc:AlternateContent xmlns:mc="http://schemas.openxmlformats.org/markup-compatibility/2006">
              <mc:Choice xmlns:v="urn:schemas-microsoft-com:vml" Requires="v">
                <p:oleObj name="Equation" r:id="rId6" imgW="545760" imgH="279360" progId="Equation.DSMT4">
                  <p:embed/>
                </p:oleObj>
              </mc:Choice>
              <mc:Fallback>
                <p:oleObj name="Equation" r:id="rId6" imgW="545760" imgH="279360" progId="Equation.DSMT4">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42988" y="2878138"/>
                        <a:ext cx="1368425" cy="72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16744" name="Group 8">
            <a:extLst>
              <a:ext uri="{FF2B5EF4-FFF2-40B4-BE49-F238E27FC236}">
                <a16:creationId xmlns:a16="http://schemas.microsoft.com/office/drawing/2014/main" id="{81BB419F-DF87-CDE5-0D57-03BA50B67F7A}"/>
              </a:ext>
            </a:extLst>
          </p:cNvPr>
          <p:cNvGrpSpPr>
            <a:grpSpLocks/>
          </p:cNvGrpSpPr>
          <p:nvPr/>
        </p:nvGrpSpPr>
        <p:grpSpPr bwMode="auto">
          <a:xfrm>
            <a:off x="684213" y="3716338"/>
            <a:ext cx="7442200" cy="1368425"/>
            <a:chOff x="864" y="2331"/>
            <a:chExt cx="4468" cy="654"/>
          </a:xfrm>
        </p:grpSpPr>
        <p:graphicFrame>
          <p:nvGraphicFramePr>
            <p:cNvPr id="116745" name="Object 9">
              <a:extLst>
                <a:ext uri="{FF2B5EF4-FFF2-40B4-BE49-F238E27FC236}">
                  <a16:creationId xmlns:a16="http://schemas.microsoft.com/office/drawing/2014/main" id="{DD8CB416-CA07-775E-A952-48BB7EE82692}"/>
                </a:ext>
              </a:extLst>
            </p:cNvPr>
            <p:cNvGraphicFramePr>
              <a:graphicFrameLocks noChangeAspect="1"/>
            </p:cNvGraphicFramePr>
            <p:nvPr/>
          </p:nvGraphicFramePr>
          <p:xfrm>
            <a:off x="864" y="2331"/>
            <a:ext cx="2976" cy="654"/>
          </p:xfrm>
          <a:graphic>
            <a:graphicData uri="http://schemas.openxmlformats.org/presentationml/2006/ole">
              <mc:AlternateContent xmlns:mc="http://schemas.openxmlformats.org/markup-compatibility/2006">
                <mc:Choice xmlns:v="urn:schemas-microsoft-com:vml" Requires="v">
                  <p:oleObj name="Equation" r:id="rId8" imgW="1701720" imgH="431640" progId="Equation.DSMT4">
                    <p:embed/>
                  </p:oleObj>
                </mc:Choice>
                <mc:Fallback>
                  <p:oleObj name="Equation" r:id="rId8" imgW="1701720" imgH="431640" progId="Equation.DSMT4">
                    <p:embed/>
                    <p:pic>
                      <p:nvPicPr>
                        <p:cNvPr id="0"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64" y="2331"/>
                          <a:ext cx="2976" cy="6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6746" name="Rectangle 10">
              <a:extLst>
                <a:ext uri="{FF2B5EF4-FFF2-40B4-BE49-F238E27FC236}">
                  <a16:creationId xmlns:a16="http://schemas.microsoft.com/office/drawing/2014/main" id="{703677BE-D20F-C494-34C4-4616305670B3}"/>
                </a:ext>
              </a:extLst>
            </p:cNvPr>
            <p:cNvSpPr>
              <a:spLocks noChangeArrowheads="1"/>
            </p:cNvSpPr>
            <p:nvPr/>
          </p:nvSpPr>
          <p:spPr bwMode="auto">
            <a:xfrm>
              <a:off x="3888" y="2477"/>
              <a:ext cx="1444"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b="1">
                  <a:solidFill>
                    <a:srgbClr val="000066"/>
                  </a:solidFill>
                  <a:latin typeface="Times New Roman" panose="02020603050405020304" pitchFamily="18" charset="0"/>
                  <a:ea typeface="楷体_GB2312" pitchFamily="49" charset="-122"/>
                </a:rPr>
                <a:t>共有</a:t>
              </a:r>
              <a:r>
                <a:rPr lang="en-US" altLang="zh-CN" sz="2800" b="1">
                  <a:solidFill>
                    <a:srgbClr val="000066"/>
                  </a:solidFill>
                  <a:latin typeface="Times New Roman" panose="02020603050405020304" pitchFamily="18" charset="0"/>
                  <a:ea typeface="楷体_GB2312" pitchFamily="49" charset="-122"/>
                </a:rPr>
                <a:t>2N</a:t>
              </a:r>
              <a:r>
                <a:rPr lang="zh-CN" altLang="en-US" sz="2800" b="1">
                  <a:solidFill>
                    <a:srgbClr val="000066"/>
                  </a:solidFill>
                  <a:latin typeface="Times New Roman" panose="02020603050405020304" pitchFamily="18" charset="0"/>
                  <a:ea typeface="楷体_GB2312" pitchFamily="49" charset="-122"/>
                </a:rPr>
                <a:t>个极点</a:t>
              </a:r>
            </a:p>
          </p:txBody>
        </p:sp>
      </p:grpSp>
      <p:grpSp>
        <p:nvGrpSpPr>
          <p:cNvPr id="116747" name="Group 11">
            <a:extLst>
              <a:ext uri="{FF2B5EF4-FFF2-40B4-BE49-F238E27FC236}">
                <a16:creationId xmlns:a16="http://schemas.microsoft.com/office/drawing/2014/main" id="{A17BDFAB-7112-F3D8-758D-98F0AF8DCF3E}"/>
              </a:ext>
            </a:extLst>
          </p:cNvPr>
          <p:cNvGrpSpPr>
            <a:grpSpLocks/>
          </p:cNvGrpSpPr>
          <p:nvPr/>
        </p:nvGrpSpPr>
        <p:grpSpPr bwMode="auto">
          <a:xfrm>
            <a:off x="468313" y="5157788"/>
            <a:ext cx="7632700" cy="1296987"/>
            <a:chOff x="816" y="3121"/>
            <a:chExt cx="4368" cy="600"/>
          </a:xfrm>
        </p:grpSpPr>
        <p:graphicFrame>
          <p:nvGraphicFramePr>
            <p:cNvPr id="116748" name="Object 12">
              <a:extLst>
                <a:ext uri="{FF2B5EF4-FFF2-40B4-BE49-F238E27FC236}">
                  <a16:creationId xmlns:a16="http://schemas.microsoft.com/office/drawing/2014/main" id="{B3B32DA7-6529-378C-9521-4343511BCF9D}"/>
                </a:ext>
              </a:extLst>
            </p:cNvPr>
            <p:cNvGraphicFramePr>
              <a:graphicFrameLocks noChangeAspect="1"/>
            </p:cNvGraphicFramePr>
            <p:nvPr/>
          </p:nvGraphicFramePr>
          <p:xfrm>
            <a:off x="816" y="3121"/>
            <a:ext cx="2592" cy="600"/>
          </p:xfrm>
          <a:graphic>
            <a:graphicData uri="http://schemas.openxmlformats.org/presentationml/2006/ole">
              <mc:AlternateContent xmlns:mc="http://schemas.openxmlformats.org/markup-compatibility/2006">
                <mc:Choice xmlns:v="urn:schemas-microsoft-com:vml" Requires="v">
                  <p:oleObj name="Equation" r:id="rId10" imgW="1676160" imgH="355320" progId="Equation.DSMT4">
                    <p:embed/>
                  </p:oleObj>
                </mc:Choice>
                <mc:Fallback>
                  <p:oleObj name="Equation" r:id="rId10" imgW="1676160" imgH="355320" progId="Equation.DSMT4">
                    <p:embed/>
                    <p:pic>
                      <p:nvPicPr>
                        <p:cNvPr id="0" name="Object 1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16" y="3121"/>
                          <a:ext cx="2592" cy="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6749" name="Object 13">
              <a:extLst>
                <a:ext uri="{FF2B5EF4-FFF2-40B4-BE49-F238E27FC236}">
                  <a16:creationId xmlns:a16="http://schemas.microsoft.com/office/drawing/2014/main" id="{5C0AF8AB-3280-EE51-82CA-0EBC34B4C88D}"/>
                </a:ext>
              </a:extLst>
            </p:cNvPr>
            <p:cNvGraphicFramePr>
              <a:graphicFrameLocks noChangeAspect="1"/>
            </p:cNvGraphicFramePr>
            <p:nvPr/>
          </p:nvGraphicFramePr>
          <p:xfrm>
            <a:off x="3600" y="3360"/>
            <a:ext cx="1584" cy="296"/>
          </p:xfrm>
          <a:graphic>
            <a:graphicData uri="http://schemas.openxmlformats.org/presentationml/2006/ole">
              <mc:AlternateContent xmlns:mc="http://schemas.openxmlformats.org/markup-compatibility/2006">
                <mc:Choice xmlns:v="urn:schemas-microsoft-com:vml" Requires="v">
                  <p:oleObj name="Equation" r:id="rId12" imgW="1218960" imgH="203040" progId="Equation.DSMT4">
                    <p:embed/>
                  </p:oleObj>
                </mc:Choice>
                <mc:Fallback>
                  <p:oleObj name="Equation" r:id="rId12" imgW="1218960" imgH="203040" progId="Equation.DSMT4">
                    <p:embed/>
                    <p:pic>
                      <p:nvPicPr>
                        <p:cNvPr id="0" name="Object 1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600" y="3360"/>
                          <a:ext cx="1584" cy="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6740"/>
                                        </p:tgtEl>
                                        <p:attrNameLst>
                                          <p:attrName>style.visibility</p:attrName>
                                        </p:attrNameLst>
                                      </p:cBhvr>
                                      <p:to>
                                        <p:strVal val="visible"/>
                                      </p:to>
                                    </p:set>
                                    <p:anim calcmode="lin" valueType="num">
                                      <p:cBhvr additive="base">
                                        <p:cTn id="7" dur="500" fill="hold"/>
                                        <p:tgtEl>
                                          <p:spTgt spid="116740"/>
                                        </p:tgtEl>
                                        <p:attrNameLst>
                                          <p:attrName>ppt_x</p:attrName>
                                        </p:attrNameLst>
                                      </p:cBhvr>
                                      <p:tavLst>
                                        <p:tav tm="0">
                                          <p:val>
                                            <p:strVal val="0-#ppt_w/2"/>
                                          </p:val>
                                        </p:tav>
                                        <p:tav tm="100000">
                                          <p:val>
                                            <p:strVal val="#ppt_x"/>
                                          </p:val>
                                        </p:tav>
                                      </p:tavLst>
                                    </p:anim>
                                    <p:anim calcmode="lin" valueType="num">
                                      <p:cBhvr additive="base">
                                        <p:cTn id="8" dur="500" fill="hold"/>
                                        <p:tgtEl>
                                          <p:spTgt spid="11674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16741"/>
                                        </p:tgtEl>
                                        <p:attrNameLst>
                                          <p:attrName>style.visibility</p:attrName>
                                        </p:attrNameLst>
                                      </p:cBhvr>
                                      <p:to>
                                        <p:strVal val="visible"/>
                                      </p:to>
                                    </p:set>
                                    <p:anim calcmode="lin" valueType="num">
                                      <p:cBhvr additive="base">
                                        <p:cTn id="13" dur="500" fill="hold"/>
                                        <p:tgtEl>
                                          <p:spTgt spid="116741"/>
                                        </p:tgtEl>
                                        <p:attrNameLst>
                                          <p:attrName>ppt_x</p:attrName>
                                        </p:attrNameLst>
                                      </p:cBhvr>
                                      <p:tavLst>
                                        <p:tav tm="0">
                                          <p:val>
                                            <p:strVal val="0-#ppt_w/2"/>
                                          </p:val>
                                        </p:tav>
                                        <p:tav tm="100000">
                                          <p:val>
                                            <p:strVal val="#ppt_x"/>
                                          </p:val>
                                        </p:tav>
                                      </p:tavLst>
                                    </p:anim>
                                    <p:anim calcmode="lin" valueType="num">
                                      <p:cBhvr additive="base">
                                        <p:cTn id="14" dur="500" fill="hold"/>
                                        <p:tgtEl>
                                          <p:spTgt spid="116741"/>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16744"/>
                                        </p:tgtEl>
                                        <p:attrNameLst>
                                          <p:attrName>style.visibility</p:attrName>
                                        </p:attrNameLst>
                                      </p:cBhvr>
                                      <p:to>
                                        <p:strVal val="visible"/>
                                      </p:to>
                                    </p:set>
                                    <p:anim calcmode="lin" valueType="num">
                                      <p:cBhvr additive="base">
                                        <p:cTn id="19" dur="500" fill="hold"/>
                                        <p:tgtEl>
                                          <p:spTgt spid="116744"/>
                                        </p:tgtEl>
                                        <p:attrNameLst>
                                          <p:attrName>ppt_x</p:attrName>
                                        </p:attrNameLst>
                                      </p:cBhvr>
                                      <p:tavLst>
                                        <p:tav tm="0">
                                          <p:val>
                                            <p:strVal val="0-#ppt_w/2"/>
                                          </p:val>
                                        </p:tav>
                                        <p:tav tm="100000">
                                          <p:val>
                                            <p:strVal val="#ppt_x"/>
                                          </p:val>
                                        </p:tav>
                                      </p:tavLst>
                                    </p:anim>
                                    <p:anim calcmode="lin" valueType="num">
                                      <p:cBhvr additive="base">
                                        <p:cTn id="20" dur="500" fill="hold"/>
                                        <p:tgtEl>
                                          <p:spTgt spid="116744"/>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16747"/>
                                        </p:tgtEl>
                                        <p:attrNameLst>
                                          <p:attrName>style.visibility</p:attrName>
                                        </p:attrNameLst>
                                      </p:cBhvr>
                                      <p:to>
                                        <p:strVal val="visible"/>
                                      </p:to>
                                    </p:set>
                                    <p:anim calcmode="lin" valueType="num">
                                      <p:cBhvr additive="base">
                                        <p:cTn id="25" dur="500" fill="hold"/>
                                        <p:tgtEl>
                                          <p:spTgt spid="116747"/>
                                        </p:tgtEl>
                                        <p:attrNameLst>
                                          <p:attrName>ppt_x</p:attrName>
                                        </p:attrNameLst>
                                      </p:cBhvr>
                                      <p:tavLst>
                                        <p:tav tm="0">
                                          <p:val>
                                            <p:strVal val="0-#ppt_w/2"/>
                                          </p:val>
                                        </p:tav>
                                        <p:tav tm="100000">
                                          <p:val>
                                            <p:strVal val="#ppt_x"/>
                                          </p:val>
                                        </p:tav>
                                      </p:tavLst>
                                    </p:anim>
                                    <p:anim calcmode="lin" valueType="num">
                                      <p:cBhvr additive="base">
                                        <p:cTn id="26" dur="500" fill="hold"/>
                                        <p:tgtEl>
                                          <p:spTgt spid="11674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40" grpId="0" autoUpdateAnimBg="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a:extLst>
              <a:ext uri="{FF2B5EF4-FFF2-40B4-BE49-F238E27FC236}">
                <a16:creationId xmlns:a16="http://schemas.microsoft.com/office/drawing/2014/main" id="{4AE26F9D-32EF-F936-6671-1BE62E125A75}"/>
              </a:ext>
            </a:extLst>
          </p:cNvPr>
          <p:cNvSpPr>
            <a:spLocks noChangeArrowheads="1"/>
          </p:cNvSpPr>
          <p:nvPr/>
        </p:nvSpPr>
        <p:spPr bwMode="auto">
          <a:xfrm>
            <a:off x="0" y="0"/>
            <a:ext cx="9144000"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spcBef>
                <a:spcPct val="50000"/>
              </a:spcBef>
            </a:pPr>
            <a:r>
              <a:rPr lang="zh-CN" altLang="en-US" sz="3600" b="1">
                <a:solidFill>
                  <a:srgbClr val="000066"/>
                </a:solidFill>
                <a:latin typeface="Times New Roman" panose="02020603050405020304" pitchFamily="18" charset="0"/>
                <a:ea typeface="楷体_GB2312" pitchFamily="49" charset="-122"/>
              </a:rPr>
              <a:t>表明</a:t>
            </a:r>
            <a:r>
              <a:rPr lang="en-US" altLang="zh-CN" sz="3600" b="1">
                <a:solidFill>
                  <a:srgbClr val="000066"/>
                </a:solidFill>
                <a:latin typeface="Times New Roman" panose="02020603050405020304" pitchFamily="18" charset="0"/>
                <a:ea typeface="楷体_GB2312" pitchFamily="49" charset="-122"/>
              </a:rPr>
              <a:t>N</a:t>
            </a:r>
            <a:r>
              <a:rPr lang="zh-CN" altLang="en-US" sz="3600" b="1">
                <a:solidFill>
                  <a:srgbClr val="000066"/>
                </a:solidFill>
                <a:latin typeface="Times New Roman" panose="02020603050405020304" pitchFamily="18" charset="0"/>
                <a:ea typeface="楷体_GB2312" pitchFamily="49" charset="-122"/>
              </a:rPr>
              <a:t>阶</a:t>
            </a:r>
            <a:r>
              <a:rPr lang="en-US" altLang="zh-CN" sz="3600" b="1">
                <a:solidFill>
                  <a:srgbClr val="000066"/>
                </a:solidFill>
                <a:latin typeface="Times New Roman" panose="02020603050405020304" pitchFamily="18" charset="0"/>
                <a:ea typeface="楷体_GB2312" pitchFamily="49" charset="-122"/>
              </a:rPr>
              <a:t>Butterworth</a:t>
            </a:r>
            <a:r>
              <a:rPr lang="zh-CN" altLang="en-US" sz="3600" b="1">
                <a:solidFill>
                  <a:srgbClr val="000066"/>
                </a:solidFill>
                <a:latin typeface="Times New Roman" panose="02020603050405020304" pitchFamily="18" charset="0"/>
                <a:ea typeface="楷体_GB2312" pitchFamily="49" charset="-122"/>
              </a:rPr>
              <a:t>低通滤波器模平方函数</a:t>
            </a:r>
            <a:r>
              <a:rPr lang="zh-CN" altLang="en-US" sz="3600" b="1">
                <a:solidFill>
                  <a:srgbClr val="760C04"/>
                </a:solidFill>
                <a:latin typeface="Times New Roman" panose="02020603050405020304" pitchFamily="18" charset="0"/>
                <a:ea typeface="楷体_GB2312" pitchFamily="49" charset="-122"/>
              </a:rPr>
              <a:t>全部</a:t>
            </a:r>
            <a:r>
              <a:rPr lang="en-US" altLang="zh-CN" sz="3600" b="1">
                <a:solidFill>
                  <a:srgbClr val="760C04"/>
                </a:solidFill>
                <a:latin typeface="Times New Roman" panose="02020603050405020304" pitchFamily="18" charset="0"/>
                <a:ea typeface="楷体_GB2312" pitchFamily="49" charset="-122"/>
              </a:rPr>
              <a:t>2N</a:t>
            </a:r>
            <a:r>
              <a:rPr lang="zh-CN" altLang="en-US" sz="3600" b="1">
                <a:solidFill>
                  <a:srgbClr val="760C04"/>
                </a:solidFill>
                <a:latin typeface="Times New Roman" panose="02020603050405020304" pitchFamily="18" charset="0"/>
                <a:ea typeface="楷体_GB2312" pitchFamily="49" charset="-122"/>
              </a:rPr>
              <a:t>个极点均匀分布在半径为     的圆周上</a:t>
            </a:r>
            <a:endParaRPr lang="zh-CN" altLang="en-US" sz="3600" b="1">
              <a:solidFill>
                <a:srgbClr val="000066"/>
              </a:solidFill>
              <a:latin typeface="Times New Roman" panose="02020603050405020304" pitchFamily="18" charset="0"/>
              <a:ea typeface="楷体_GB2312" pitchFamily="49" charset="-122"/>
            </a:endParaRPr>
          </a:p>
        </p:txBody>
      </p:sp>
      <p:graphicFrame>
        <p:nvGraphicFramePr>
          <p:cNvPr id="117763" name="Object 3">
            <a:extLst>
              <a:ext uri="{FF2B5EF4-FFF2-40B4-BE49-F238E27FC236}">
                <a16:creationId xmlns:a16="http://schemas.microsoft.com/office/drawing/2014/main" id="{86342AD1-7B40-34B6-1F72-CA37F9E5DD73}"/>
              </a:ext>
            </a:extLst>
          </p:cNvPr>
          <p:cNvGraphicFramePr>
            <a:graphicFrameLocks noChangeAspect="1"/>
          </p:cNvGraphicFramePr>
          <p:nvPr/>
        </p:nvGraphicFramePr>
        <p:xfrm>
          <a:off x="6732588" y="1052513"/>
          <a:ext cx="457200" cy="573087"/>
        </p:xfrm>
        <a:graphic>
          <a:graphicData uri="http://schemas.openxmlformats.org/presentationml/2006/ole">
            <mc:AlternateContent xmlns:mc="http://schemas.openxmlformats.org/markup-compatibility/2006">
              <mc:Choice xmlns:v="urn:schemas-microsoft-com:vml" Requires="v">
                <p:oleObj name="Equation" r:id="rId2" imgW="190440" imgH="228600" progId="Equation.DSMT4">
                  <p:embed/>
                </p:oleObj>
              </mc:Choice>
              <mc:Fallback>
                <p:oleObj name="Equation" r:id="rId2" imgW="190440" imgH="228600" progId="Equation.DSMT4">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32588" y="1052513"/>
                        <a:ext cx="457200" cy="573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7764" name="Text Box 4">
            <a:extLst>
              <a:ext uri="{FF2B5EF4-FFF2-40B4-BE49-F238E27FC236}">
                <a16:creationId xmlns:a16="http://schemas.microsoft.com/office/drawing/2014/main" id="{EA32ED7F-9B3B-27DF-EC33-BBFF018810E0}"/>
              </a:ext>
            </a:extLst>
          </p:cNvPr>
          <p:cNvSpPr txBox="1">
            <a:spLocks noChangeArrowheads="1"/>
          </p:cNvSpPr>
          <p:nvPr/>
        </p:nvSpPr>
        <p:spPr bwMode="auto">
          <a:xfrm>
            <a:off x="0" y="1844675"/>
            <a:ext cx="9144000" cy="4703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1475" indent="-371475">
              <a:defRPr>
                <a:solidFill>
                  <a:schemeClr val="tx1"/>
                </a:solidFill>
                <a:latin typeface="Arial" panose="020B0604020202020204" pitchFamily="34" charset="0"/>
                <a:ea typeface="宋体" panose="02010600030101010101" pitchFamily="2" charset="-122"/>
              </a:defRPr>
            </a:lvl1pPr>
            <a:lvl2pPr marL="828675" indent="-371475">
              <a:defRPr>
                <a:solidFill>
                  <a:schemeClr val="tx1"/>
                </a:solidFill>
                <a:latin typeface="Arial" panose="020B0604020202020204" pitchFamily="34" charset="0"/>
                <a:ea typeface="宋体" panose="02010600030101010101" pitchFamily="2" charset="-122"/>
              </a:defRPr>
            </a:lvl2pPr>
            <a:lvl3pPr marL="1285875" indent="-371475">
              <a:defRPr>
                <a:solidFill>
                  <a:schemeClr val="tx1"/>
                </a:solidFill>
                <a:latin typeface="Arial" panose="020B0604020202020204" pitchFamily="34" charset="0"/>
                <a:ea typeface="宋体" panose="02010600030101010101" pitchFamily="2" charset="-122"/>
              </a:defRPr>
            </a:lvl3pPr>
            <a:lvl4pPr marL="1743075" indent="-371475">
              <a:defRPr>
                <a:solidFill>
                  <a:schemeClr val="tx1"/>
                </a:solidFill>
                <a:latin typeface="Arial" panose="020B0604020202020204" pitchFamily="34" charset="0"/>
                <a:ea typeface="宋体" panose="02010600030101010101" pitchFamily="2" charset="-122"/>
              </a:defRPr>
            </a:lvl4pPr>
            <a:lvl5pPr marL="2200275" indent="-371475">
              <a:defRPr>
                <a:solidFill>
                  <a:schemeClr val="tx1"/>
                </a:solidFill>
                <a:latin typeface="Arial" panose="020B0604020202020204" pitchFamily="34" charset="0"/>
                <a:ea typeface="宋体" panose="02010600030101010101" pitchFamily="2" charset="-122"/>
              </a:defRPr>
            </a:lvl5pPr>
            <a:lvl6pPr marL="2657475" indent="-3714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114675" indent="-3714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571875" indent="-3714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029075" indent="-3714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20000"/>
              </a:lnSpc>
            </a:pPr>
            <a:r>
              <a:rPr lang="zh-CN" altLang="en-US" sz="3600" b="1">
                <a:solidFill>
                  <a:srgbClr val="760C04"/>
                </a:solidFill>
                <a:latin typeface="楷体_GB2312" pitchFamily="49" charset="-122"/>
                <a:ea typeface="楷体_GB2312" pitchFamily="49" charset="-122"/>
              </a:rPr>
              <a:t>极点分布的特征：</a:t>
            </a:r>
          </a:p>
          <a:p>
            <a:pPr>
              <a:lnSpc>
                <a:spcPct val="120000"/>
              </a:lnSpc>
              <a:buClr>
                <a:srgbClr val="000066"/>
              </a:buClr>
              <a:buFont typeface="Wingdings" panose="05000000000000000000" pitchFamily="2" charset="2"/>
              <a:buChar char="§"/>
            </a:pPr>
            <a:r>
              <a:rPr lang="en-US" altLang="zh-CN" sz="3600" b="1">
                <a:solidFill>
                  <a:srgbClr val="000066"/>
                </a:solidFill>
                <a:latin typeface="Times New Roman" panose="02020603050405020304" pitchFamily="18" charset="0"/>
                <a:ea typeface="楷体_GB2312" pitchFamily="49" charset="-122"/>
              </a:rPr>
              <a:t>2N</a:t>
            </a:r>
            <a:r>
              <a:rPr lang="zh-CN" altLang="en-US" sz="3600" b="1">
                <a:solidFill>
                  <a:srgbClr val="000066"/>
                </a:solidFill>
                <a:latin typeface="Times New Roman" panose="02020603050405020304" pitchFamily="18" charset="0"/>
                <a:ea typeface="楷体_GB2312" pitchFamily="49" charset="-122"/>
              </a:rPr>
              <a:t>个极点等间隔均匀分布在半径为    的圆周上</a:t>
            </a:r>
            <a:r>
              <a:rPr lang="zh-CN" altLang="en-US" sz="3600" b="1">
                <a:solidFill>
                  <a:srgbClr val="000066"/>
                </a:solidFill>
                <a:latin typeface="楷体_GB2312" pitchFamily="49" charset="-122"/>
                <a:ea typeface="楷体_GB2312" pitchFamily="49" charset="-122"/>
              </a:rPr>
              <a:t>。</a:t>
            </a:r>
          </a:p>
          <a:p>
            <a:pPr>
              <a:lnSpc>
                <a:spcPct val="120000"/>
              </a:lnSpc>
              <a:buClr>
                <a:srgbClr val="000066"/>
              </a:buClr>
              <a:buFont typeface="Wingdings" panose="05000000000000000000" pitchFamily="2" charset="2"/>
              <a:buChar char="§"/>
            </a:pPr>
            <a:r>
              <a:rPr lang="zh-CN" altLang="en-US" sz="3600" b="1">
                <a:latin typeface="楷体_GB2312" pitchFamily="49" charset="-122"/>
                <a:ea typeface="楷体_GB2312" pitchFamily="49" charset="-122"/>
              </a:rPr>
              <a:t>   </a:t>
            </a:r>
            <a:r>
              <a:rPr lang="zh-CN" altLang="en-US" sz="3600" b="1">
                <a:solidFill>
                  <a:srgbClr val="000066"/>
                </a:solidFill>
                <a:latin typeface="Times New Roman" panose="02020603050405020304" pitchFamily="18" charset="0"/>
                <a:ea typeface="楷体_GB2312" pitchFamily="49" charset="-122"/>
              </a:rPr>
              <a:t>轴上不会有极点。当</a:t>
            </a:r>
            <a:r>
              <a:rPr lang="en-US" altLang="zh-CN" sz="3600" b="1">
                <a:solidFill>
                  <a:srgbClr val="000066"/>
                </a:solidFill>
                <a:latin typeface="Times New Roman" panose="02020603050405020304" pitchFamily="18" charset="0"/>
                <a:ea typeface="楷体_GB2312" pitchFamily="49" charset="-122"/>
              </a:rPr>
              <a:t>N</a:t>
            </a:r>
            <a:r>
              <a:rPr lang="zh-CN" altLang="en-US" sz="3600" b="1">
                <a:solidFill>
                  <a:srgbClr val="000066"/>
                </a:solidFill>
                <a:latin typeface="Times New Roman" panose="02020603050405020304" pitchFamily="18" charset="0"/>
                <a:ea typeface="楷体_GB2312" pitchFamily="49" charset="-122"/>
              </a:rPr>
              <a:t>为奇数时在实轴上有极点，</a:t>
            </a:r>
            <a:r>
              <a:rPr lang="en-US" altLang="zh-CN" sz="3600" b="1">
                <a:solidFill>
                  <a:srgbClr val="000066"/>
                </a:solidFill>
                <a:latin typeface="Times New Roman" panose="02020603050405020304" pitchFamily="18" charset="0"/>
                <a:ea typeface="楷体_GB2312" pitchFamily="49" charset="-122"/>
              </a:rPr>
              <a:t>N</a:t>
            </a:r>
            <a:r>
              <a:rPr lang="zh-CN" altLang="en-US" sz="3600" b="1">
                <a:solidFill>
                  <a:srgbClr val="000066"/>
                </a:solidFill>
                <a:latin typeface="Times New Roman" panose="02020603050405020304" pitchFamily="18" charset="0"/>
                <a:ea typeface="楷体_GB2312" pitchFamily="49" charset="-122"/>
              </a:rPr>
              <a:t>为偶数时实轴上无极点。</a:t>
            </a:r>
          </a:p>
          <a:p>
            <a:pPr>
              <a:lnSpc>
                <a:spcPct val="120000"/>
              </a:lnSpc>
              <a:buClr>
                <a:srgbClr val="000066"/>
              </a:buClr>
              <a:buFont typeface="Wingdings" panose="05000000000000000000" pitchFamily="2" charset="2"/>
              <a:buChar char="§"/>
            </a:pPr>
            <a:r>
              <a:rPr lang="zh-CN" altLang="en-US" sz="3600" b="1">
                <a:solidFill>
                  <a:srgbClr val="000066"/>
                </a:solidFill>
                <a:latin typeface="楷体_GB2312" pitchFamily="49" charset="-122"/>
                <a:ea typeface="楷体_GB2312" pitchFamily="49" charset="-122"/>
              </a:rPr>
              <a:t>相邻两极点之间的角度差为     。</a:t>
            </a:r>
          </a:p>
          <a:p>
            <a:pPr>
              <a:lnSpc>
                <a:spcPct val="120000"/>
              </a:lnSpc>
              <a:buFont typeface="Wingdings" panose="05000000000000000000" pitchFamily="2" charset="2"/>
              <a:buChar char="§"/>
            </a:pPr>
            <a:r>
              <a:rPr lang="zh-CN" altLang="en-US" sz="3600" b="1">
                <a:solidFill>
                  <a:srgbClr val="000066"/>
                </a:solidFill>
                <a:latin typeface="楷体_GB2312" pitchFamily="49" charset="-122"/>
                <a:ea typeface="楷体_GB2312" pitchFamily="49" charset="-122"/>
              </a:rPr>
              <a:t>极点分布总是关于原点对称的。</a:t>
            </a:r>
          </a:p>
        </p:txBody>
      </p:sp>
      <p:graphicFrame>
        <p:nvGraphicFramePr>
          <p:cNvPr id="117765" name="Object 5">
            <a:extLst>
              <a:ext uri="{FF2B5EF4-FFF2-40B4-BE49-F238E27FC236}">
                <a16:creationId xmlns:a16="http://schemas.microsoft.com/office/drawing/2014/main" id="{10F08138-83BC-6B8F-1C3A-82AA09895644}"/>
              </a:ext>
            </a:extLst>
          </p:cNvPr>
          <p:cNvGraphicFramePr>
            <a:graphicFrameLocks noChangeAspect="1"/>
          </p:cNvGraphicFramePr>
          <p:nvPr/>
        </p:nvGraphicFramePr>
        <p:xfrm>
          <a:off x="7380288" y="2636838"/>
          <a:ext cx="457200" cy="573087"/>
        </p:xfrm>
        <a:graphic>
          <a:graphicData uri="http://schemas.openxmlformats.org/presentationml/2006/ole">
            <mc:AlternateContent xmlns:mc="http://schemas.openxmlformats.org/markup-compatibility/2006">
              <mc:Choice xmlns:v="urn:schemas-microsoft-com:vml" Requires="v">
                <p:oleObj name="Equation" r:id="rId2" imgW="190440" imgH="228600" progId="Equation.DSMT4">
                  <p:embed/>
                </p:oleObj>
              </mc:Choice>
              <mc:Fallback>
                <p:oleObj name="Equation" r:id="rId2" imgW="190440" imgH="228600" progId="Equation.DSMT4">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80288" y="2636838"/>
                        <a:ext cx="457200" cy="573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7766" name="Object 6">
            <a:extLst>
              <a:ext uri="{FF2B5EF4-FFF2-40B4-BE49-F238E27FC236}">
                <a16:creationId xmlns:a16="http://schemas.microsoft.com/office/drawing/2014/main" id="{B3C14C60-BD91-46D7-B0F6-DEBF3D93B901}"/>
              </a:ext>
            </a:extLst>
          </p:cNvPr>
          <p:cNvGraphicFramePr>
            <a:graphicFrameLocks noChangeAspect="1"/>
          </p:cNvGraphicFramePr>
          <p:nvPr/>
        </p:nvGraphicFramePr>
        <p:xfrm>
          <a:off x="468313" y="3933825"/>
          <a:ext cx="609600" cy="508000"/>
        </p:xfrm>
        <a:graphic>
          <a:graphicData uri="http://schemas.openxmlformats.org/presentationml/2006/ole">
            <mc:AlternateContent xmlns:mc="http://schemas.openxmlformats.org/markup-compatibility/2006">
              <mc:Choice xmlns:v="urn:schemas-microsoft-com:vml" Requires="v">
                <p:oleObj name="Equation" r:id="rId4" imgW="228600" imgH="190440" progId="Equation.DSMT4">
                  <p:embed/>
                </p:oleObj>
              </mc:Choice>
              <mc:Fallback>
                <p:oleObj name="Equation" r:id="rId4" imgW="228600" imgH="190440" progId="Equation.DSMT4">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8313" y="3933825"/>
                        <a:ext cx="609600" cy="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7767" name="Object 7">
            <a:extLst>
              <a:ext uri="{FF2B5EF4-FFF2-40B4-BE49-F238E27FC236}">
                <a16:creationId xmlns:a16="http://schemas.microsoft.com/office/drawing/2014/main" id="{8BBDBB82-99C3-497A-0E01-D9157904F8C3}"/>
              </a:ext>
            </a:extLst>
          </p:cNvPr>
          <p:cNvGraphicFramePr>
            <a:graphicFrameLocks noChangeAspect="1"/>
          </p:cNvGraphicFramePr>
          <p:nvPr/>
        </p:nvGraphicFramePr>
        <p:xfrm>
          <a:off x="6227763" y="5373688"/>
          <a:ext cx="889000" cy="444500"/>
        </p:xfrm>
        <a:graphic>
          <a:graphicData uri="http://schemas.openxmlformats.org/presentationml/2006/ole">
            <mc:AlternateContent xmlns:mc="http://schemas.openxmlformats.org/markup-compatibility/2006">
              <mc:Choice xmlns:v="urn:schemas-microsoft-com:vml" Requires="v">
                <p:oleObj name="Equation" r:id="rId6" imgW="355320" imgH="177480" progId="Equation.DSMT4">
                  <p:embed/>
                </p:oleObj>
              </mc:Choice>
              <mc:Fallback>
                <p:oleObj name="Equation" r:id="rId6" imgW="355320" imgH="177480" progId="Equation.DSMT4">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227763" y="5373688"/>
                        <a:ext cx="889000" cy="444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8786" name="Object 2">
            <a:extLst>
              <a:ext uri="{FF2B5EF4-FFF2-40B4-BE49-F238E27FC236}">
                <a16:creationId xmlns:a16="http://schemas.microsoft.com/office/drawing/2014/main" id="{839FDE66-1778-15A5-BBD1-36EC4F318911}"/>
              </a:ext>
            </a:extLst>
          </p:cNvPr>
          <p:cNvGraphicFramePr>
            <a:graphicFrameLocks noChangeAspect="1"/>
          </p:cNvGraphicFramePr>
          <p:nvPr/>
        </p:nvGraphicFramePr>
        <p:xfrm>
          <a:off x="0" y="0"/>
          <a:ext cx="5364163" cy="4095750"/>
        </p:xfrm>
        <a:graphic>
          <a:graphicData uri="http://schemas.openxmlformats.org/presentationml/2006/ole">
            <mc:AlternateContent xmlns:mc="http://schemas.openxmlformats.org/markup-compatibility/2006">
              <mc:Choice xmlns:v="urn:schemas-microsoft-com:vml" Requires="v">
                <p:oleObj name="BMP 图象" r:id="rId2" imgW="1924319" imgH="1533739" progId="Paint.Picture">
                  <p:embed/>
                </p:oleObj>
              </mc:Choice>
              <mc:Fallback>
                <p:oleObj name="BMP 图象" r:id="rId2" imgW="1924319" imgH="1533739" progId="Paint.Picture">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5364163" cy="409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8787" name="Object 3">
            <a:extLst>
              <a:ext uri="{FF2B5EF4-FFF2-40B4-BE49-F238E27FC236}">
                <a16:creationId xmlns:a16="http://schemas.microsoft.com/office/drawing/2014/main" id="{B3D0ECC9-FAC7-EBD6-125D-5B76320E9214}"/>
              </a:ext>
            </a:extLst>
          </p:cNvPr>
          <p:cNvGraphicFramePr>
            <a:graphicFrameLocks noChangeAspect="1"/>
          </p:cNvGraphicFramePr>
          <p:nvPr/>
        </p:nvGraphicFramePr>
        <p:xfrm>
          <a:off x="3635375" y="2601913"/>
          <a:ext cx="5135563" cy="3984625"/>
        </p:xfrm>
        <a:graphic>
          <a:graphicData uri="http://schemas.openxmlformats.org/presentationml/2006/ole">
            <mc:AlternateContent xmlns:mc="http://schemas.openxmlformats.org/markup-compatibility/2006">
              <mc:Choice xmlns:v="urn:schemas-microsoft-com:vml" Requires="v">
                <p:oleObj name="BMP 图象" r:id="rId4" imgW="1933333" imgH="1571844" progId="Paint.Picture">
                  <p:embed/>
                </p:oleObj>
              </mc:Choice>
              <mc:Fallback>
                <p:oleObj name="BMP 图象" r:id="rId4" imgW="1933333" imgH="1571844" progId="Paint.Picture">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35375" y="2601913"/>
                        <a:ext cx="5135563" cy="3984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Text Box 2">
            <a:extLst>
              <a:ext uri="{FF2B5EF4-FFF2-40B4-BE49-F238E27FC236}">
                <a16:creationId xmlns:a16="http://schemas.microsoft.com/office/drawing/2014/main" id="{09F88BAA-A846-A83B-9F3B-285F64732BEC}"/>
              </a:ext>
            </a:extLst>
          </p:cNvPr>
          <p:cNvSpPr txBox="1">
            <a:spLocks noChangeArrowheads="1"/>
          </p:cNvSpPr>
          <p:nvPr/>
        </p:nvSpPr>
        <p:spPr bwMode="auto">
          <a:xfrm>
            <a:off x="611188" y="620713"/>
            <a:ext cx="7812087" cy="2563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en-US" altLang="zh-CN" sz="2800" b="1">
                <a:latin typeface="楷体_GB2312" pitchFamily="49" charset="-122"/>
                <a:ea typeface="楷体_GB2312" pitchFamily="49" charset="-122"/>
              </a:rPr>
              <a:t>  </a:t>
            </a:r>
            <a:r>
              <a:rPr lang="zh-CN" altLang="en-US" sz="3600" b="1">
                <a:solidFill>
                  <a:srgbClr val="000066"/>
                </a:solidFill>
                <a:latin typeface="Times New Roman" panose="02020603050405020304" pitchFamily="18" charset="0"/>
                <a:ea typeface="楷体_GB2312" pitchFamily="49" charset="-122"/>
              </a:rPr>
              <a:t>要实现的滤波器应该是因果稳定系统，因此位于左半平面的</a:t>
            </a:r>
            <a:r>
              <a:rPr lang="en-US" altLang="zh-CN" sz="3600" b="1">
                <a:solidFill>
                  <a:srgbClr val="000066"/>
                </a:solidFill>
                <a:latin typeface="Times New Roman" panose="02020603050405020304" pitchFamily="18" charset="0"/>
                <a:ea typeface="楷体_GB2312" pitchFamily="49" charset="-122"/>
              </a:rPr>
              <a:t>N</a:t>
            </a:r>
            <a:r>
              <a:rPr lang="zh-CN" altLang="en-US" sz="3600" b="1">
                <a:solidFill>
                  <a:srgbClr val="000066"/>
                </a:solidFill>
                <a:latin typeface="Times New Roman" panose="02020603050405020304" pitchFamily="18" charset="0"/>
                <a:ea typeface="楷体_GB2312" pitchFamily="49" charset="-122"/>
              </a:rPr>
              <a:t>个极点一定是属于       的。</a:t>
            </a:r>
          </a:p>
        </p:txBody>
      </p:sp>
      <p:graphicFrame>
        <p:nvGraphicFramePr>
          <p:cNvPr id="119811" name="Object 3">
            <a:extLst>
              <a:ext uri="{FF2B5EF4-FFF2-40B4-BE49-F238E27FC236}">
                <a16:creationId xmlns:a16="http://schemas.microsoft.com/office/drawing/2014/main" id="{DD1BDC30-8D45-9901-BBA4-9914AFABE723}"/>
              </a:ext>
            </a:extLst>
          </p:cNvPr>
          <p:cNvGraphicFramePr>
            <a:graphicFrameLocks noChangeAspect="1"/>
          </p:cNvGraphicFramePr>
          <p:nvPr/>
        </p:nvGraphicFramePr>
        <p:xfrm>
          <a:off x="2484438" y="2636838"/>
          <a:ext cx="822325" cy="438150"/>
        </p:xfrm>
        <a:graphic>
          <a:graphicData uri="http://schemas.openxmlformats.org/presentationml/2006/ole">
            <mc:AlternateContent xmlns:mc="http://schemas.openxmlformats.org/markup-compatibility/2006">
              <mc:Choice xmlns:v="urn:schemas-microsoft-com:vml" Requires="v">
                <p:oleObj name="Equation" r:id="rId2" imgW="317160" imgH="203040" progId="Equation.DSMT4">
                  <p:embed/>
                </p:oleObj>
              </mc:Choice>
              <mc:Fallback>
                <p:oleObj name="Equation" r:id="rId2" imgW="317160" imgH="203040" progId="Equation.DSMT4">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4438" y="2636838"/>
                        <a:ext cx="822325" cy="438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9812" name="Object 4">
            <a:extLst>
              <a:ext uri="{FF2B5EF4-FFF2-40B4-BE49-F238E27FC236}">
                <a16:creationId xmlns:a16="http://schemas.microsoft.com/office/drawing/2014/main" id="{5F5BF6B4-B78D-7B13-66CC-71A0D95F555B}"/>
              </a:ext>
            </a:extLst>
          </p:cNvPr>
          <p:cNvGraphicFramePr>
            <a:graphicFrameLocks noChangeAspect="1"/>
          </p:cNvGraphicFramePr>
          <p:nvPr/>
        </p:nvGraphicFramePr>
        <p:xfrm>
          <a:off x="3995738" y="4365625"/>
          <a:ext cx="906462" cy="485775"/>
        </p:xfrm>
        <a:graphic>
          <a:graphicData uri="http://schemas.openxmlformats.org/presentationml/2006/ole">
            <mc:AlternateContent xmlns:mc="http://schemas.openxmlformats.org/markup-compatibility/2006">
              <mc:Choice xmlns:v="urn:schemas-microsoft-com:vml" Requires="v">
                <p:oleObj name="Equation" r:id="rId2" imgW="317160" imgH="203040" progId="Equation.DSMT4">
                  <p:embed/>
                </p:oleObj>
              </mc:Choice>
              <mc:Fallback>
                <p:oleObj name="Equation" r:id="rId2" imgW="317160" imgH="203040" progId="Equation.DSMT4">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95738" y="4365625"/>
                        <a:ext cx="906462" cy="48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9813" name="Rectangle 5">
            <a:extLst>
              <a:ext uri="{FF2B5EF4-FFF2-40B4-BE49-F238E27FC236}">
                <a16:creationId xmlns:a16="http://schemas.microsoft.com/office/drawing/2014/main" id="{5E2695E4-3808-F53E-3ECD-3C28E1BCA7B9}"/>
              </a:ext>
            </a:extLst>
          </p:cNvPr>
          <p:cNvSpPr>
            <a:spLocks noChangeArrowheads="1"/>
          </p:cNvSpPr>
          <p:nvPr/>
        </p:nvSpPr>
        <p:spPr bwMode="auto">
          <a:xfrm>
            <a:off x="755650" y="4076700"/>
            <a:ext cx="7235825"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en-US" altLang="zh-CN" sz="2800" b="1">
                <a:solidFill>
                  <a:srgbClr val="000066"/>
                </a:solidFill>
                <a:latin typeface="Times New Roman" panose="02020603050405020304" pitchFamily="18" charset="0"/>
                <a:ea typeface="楷体_GB2312" pitchFamily="49" charset="-122"/>
              </a:rPr>
              <a:t>    </a:t>
            </a:r>
            <a:r>
              <a:rPr lang="zh-CN" altLang="en-US" sz="3600" b="1">
                <a:solidFill>
                  <a:srgbClr val="000066"/>
                </a:solidFill>
                <a:latin typeface="Times New Roman" panose="02020603050405020304" pitchFamily="18" charset="0"/>
                <a:ea typeface="楷体_GB2312" pitchFamily="49" charset="-122"/>
              </a:rPr>
              <a:t>据此，确定出         后，也就可以综合出一个</a:t>
            </a:r>
            <a:r>
              <a:rPr lang="en-US" altLang="zh-CN" sz="3600" b="1">
                <a:solidFill>
                  <a:srgbClr val="000066"/>
                </a:solidFill>
                <a:latin typeface="Times New Roman" panose="02020603050405020304" pitchFamily="18" charset="0"/>
                <a:ea typeface="楷体_GB2312" pitchFamily="49" charset="-122"/>
              </a:rPr>
              <a:t>Butterworth </a:t>
            </a:r>
            <a:r>
              <a:rPr lang="zh-CN" altLang="en-US" sz="3600" b="1">
                <a:solidFill>
                  <a:srgbClr val="000066"/>
                </a:solidFill>
                <a:latin typeface="Times New Roman" panose="02020603050405020304" pitchFamily="18" charset="0"/>
                <a:ea typeface="楷体_GB2312" pitchFamily="49" charset="-122"/>
              </a:rPr>
              <a:t>滤波器。</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30C98A23-0936-9D5A-236C-B64C4E2A1B16}"/>
              </a:ext>
            </a:extLst>
          </p:cNvPr>
          <p:cNvSpPr>
            <a:spLocks noChangeArrowheads="1"/>
          </p:cNvSpPr>
          <p:nvPr/>
        </p:nvSpPr>
        <p:spPr bwMode="auto">
          <a:xfrm>
            <a:off x="0" y="0"/>
            <a:ext cx="9144000"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4000" b="1">
                <a:solidFill>
                  <a:srgbClr val="000066"/>
                </a:solidFill>
                <a:latin typeface="Times New Roman" panose="02020603050405020304" pitchFamily="18" charset="0"/>
                <a:ea typeface="楷体_GB2312" pitchFamily="49" charset="-122"/>
              </a:rPr>
              <a:t>9.8 </a:t>
            </a:r>
            <a:r>
              <a:rPr lang="zh-CN" altLang="en-US" sz="4000" b="1">
                <a:solidFill>
                  <a:srgbClr val="000066"/>
                </a:solidFill>
                <a:latin typeface="Times New Roman" panose="02020603050405020304" pitchFamily="18" charset="0"/>
                <a:ea typeface="楷体_GB2312" pitchFamily="49" charset="-122"/>
              </a:rPr>
              <a:t>系统函数的代数属性与系统的级联并联型结构</a:t>
            </a:r>
          </a:p>
        </p:txBody>
      </p:sp>
      <p:sp>
        <p:nvSpPr>
          <p:cNvPr id="41987" name="Rectangle 3">
            <a:extLst>
              <a:ext uri="{FF2B5EF4-FFF2-40B4-BE49-F238E27FC236}">
                <a16:creationId xmlns:a16="http://schemas.microsoft.com/office/drawing/2014/main" id="{D161A090-4C93-89F8-384E-EDFEC40F6F38}"/>
              </a:ext>
            </a:extLst>
          </p:cNvPr>
          <p:cNvSpPr>
            <a:spLocks noRot="1" noChangeArrowheads="1"/>
          </p:cNvSpPr>
          <p:nvPr/>
        </p:nvSpPr>
        <p:spPr bwMode="auto">
          <a:xfrm>
            <a:off x="0" y="1268413"/>
            <a:ext cx="9144000"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sz="2400" b="1">
                <a:solidFill>
                  <a:srgbClr val="000066"/>
                </a:solidFill>
                <a:latin typeface="Times New Roman" panose="02020603050405020304" pitchFamily="18" charset="0"/>
                <a:ea typeface="楷体_GB2312" pitchFamily="49" charset="-122"/>
              </a:rPr>
              <a:t>System  Function  Algebra  and  Block  Diagram  Representations</a:t>
            </a:r>
          </a:p>
        </p:txBody>
      </p:sp>
      <p:sp>
        <p:nvSpPr>
          <p:cNvPr id="41988" name="Rectangle 4">
            <a:extLst>
              <a:ext uri="{FF2B5EF4-FFF2-40B4-BE49-F238E27FC236}">
                <a16:creationId xmlns:a16="http://schemas.microsoft.com/office/drawing/2014/main" id="{7D437F58-4F54-D44F-FF24-29571FE049E1}"/>
              </a:ext>
            </a:extLst>
          </p:cNvPr>
          <p:cNvSpPr>
            <a:spLocks noRot="1" noChangeArrowheads="1"/>
          </p:cNvSpPr>
          <p:nvPr/>
        </p:nvSpPr>
        <p:spPr bwMode="auto">
          <a:xfrm>
            <a:off x="323850" y="1844675"/>
            <a:ext cx="6624638" cy="576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9144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1371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18288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3600" b="1">
                <a:solidFill>
                  <a:srgbClr val="760C04"/>
                </a:solidFill>
                <a:latin typeface="楷体_GB2312" pitchFamily="49" charset="-122"/>
                <a:ea typeface="楷体_GB2312" pitchFamily="49" charset="-122"/>
              </a:rPr>
              <a:t>一</a:t>
            </a:r>
            <a:r>
              <a:rPr lang="en-US" altLang="zh-CN" sz="3600" b="1">
                <a:solidFill>
                  <a:srgbClr val="760C04"/>
                </a:solidFill>
                <a:latin typeface="楷体_GB2312" pitchFamily="49" charset="-122"/>
                <a:ea typeface="楷体_GB2312" pitchFamily="49" charset="-122"/>
              </a:rPr>
              <a:t>.</a:t>
            </a:r>
            <a:r>
              <a:rPr lang="zh-CN" altLang="en-US" sz="3600" b="1">
                <a:solidFill>
                  <a:srgbClr val="760C04"/>
                </a:solidFill>
                <a:latin typeface="楷体_GB2312" pitchFamily="49" charset="-122"/>
                <a:ea typeface="楷体_GB2312" pitchFamily="49" charset="-122"/>
              </a:rPr>
              <a:t>系统互联时的系统函数：</a:t>
            </a:r>
          </a:p>
        </p:txBody>
      </p:sp>
      <p:sp>
        <p:nvSpPr>
          <p:cNvPr id="41990" name="Text Box 6">
            <a:extLst>
              <a:ext uri="{FF2B5EF4-FFF2-40B4-BE49-F238E27FC236}">
                <a16:creationId xmlns:a16="http://schemas.microsoft.com/office/drawing/2014/main" id="{7E980C20-62CD-DBC0-3071-0059EA6ABD4E}"/>
              </a:ext>
            </a:extLst>
          </p:cNvPr>
          <p:cNvSpPr txBox="1">
            <a:spLocks noChangeArrowheads="1"/>
          </p:cNvSpPr>
          <p:nvPr/>
        </p:nvSpPr>
        <p:spPr bwMode="auto">
          <a:xfrm>
            <a:off x="539750" y="2609850"/>
            <a:ext cx="20685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b="1">
                <a:solidFill>
                  <a:srgbClr val="000066"/>
                </a:solidFill>
                <a:ea typeface="楷体_GB2312" pitchFamily="49" charset="-122"/>
              </a:rPr>
              <a:t>1. </a:t>
            </a:r>
            <a:r>
              <a:rPr lang="zh-CN" altLang="en-US" sz="3600" b="1">
                <a:solidFill>
                  <a:srgbClr val="000066"/>
                </a:solidFill>
                <a:latin typeface="楷体_GB2312" pitchFamily="49" charset="-122"/>
                <a:ea typeface="楷体_GB2312" pitchFamily="49" charset="-122"/>
              </a:rPr>
              <a:t>级联：</a:t>
            </a:r>
          </a:p>
        </p:txBody>
      </p:sp>
      <p:graphicFrame>
        <p:nvGraphicFramePr>
          <p:cNvPr id="41991" name="Object 7">
            <a:extLst>
              <a:ext uri="{FF2B5EF4-FFF2-40B4-BE49-F238E27FC236}">
                <a16:creationId xmlns:a16="http://schemas.microsoft.com/office/drawing/2014/main" id="{69A2FF9B-F2BC-6D70-47C4-98F97C6B7E74}"/>
              </a:ext>
            </a:extLst>
          </p:cNvPr>
          <p:cNvGraphicFramePr>
            <a:graphicFrameLocks noChangeAspect="1"/>
          </p:cNvGraphicFramePr>
          <p:nvPr/>
        </p:nvGraphicFramePr>
        <p:xfrm>
          <a:off x="1476375" y="4981575"/>
          <a:ext cx="5759450" cy="895350"/>
        </p:xfrm>
        <a:graphic>
          <a:graphicData uri="http://schemas.openxmlformats.org/presentationml/2006/ole">
            <mc:AlternateContent xmlns:mc="http://schemas.openxmlformats.org/markup-compatibility/2006">
              <mc:Choice xmlns:v="urn:schemas-microsoft-com:vml" Requires="v">
                <p:oleObj name="Equation" r:id="rId2" imgW="1295280" imgH="215640" progId="Equation.DSMT4">
                  <p:embed/>
                </p:oleObj>
              </mc:Choice>
              <mc:Fallback>
                <p:oleObj name="Equation" r:id="rId2" imgW="1295280" imgH="215640" progId="Equation.DSMT4">
                  <p:embed/>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6375" y="4981575"/>
                        <a:ext cx="5759450" cy="895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1993" name="Object 9">
            <a:extLst>
              <a:ext uri="{FF2B5EF4-FFF2-40B4-BE49-F238E27FC236}">
                <a16:creationId xmlns:a16="http://schemas.microsoft.com/office/drawing/2014/main" id="{7440A98F-417E-A6A5-B738-CED196544F4B}"/>
              </a:ext>
            </a:extLst>
          </p:cNvPr>
          <p:cNvGraphicFramePr>
            <a:graphicFrameLocks noChangeAspect="1"/>
          </p:cNvGraphicFramePr>
          <p:nvPr/>
        </p:nvGraphicFramePr>
        <p:xfrm>
          <a:off x="1908175" y="6048375"/>
          <a:ext cx="1730375" cy="777875"/>
        </p:xfrm>
        <a:graphic>
          <a:graphicData uri="http://schemas.openxmlformats.org/presentationml/2006/ole">
            <mc:AlternateContent xmlns:mc="http://schemas.openxmlformats.org/markup-compatibility/2006">
              <mc:Choice xmlns:v="urn:schemas-microsoft-com:vml" Requires="v">
                <p:oleObj name="Equation" r:id="rId4" imgW="419040" imgH="177480" progId="Equation.DSMT4">
                  <p:embed/>
                </p:oleObj>
              </mc:Choice>
              <mc:Fallback>
                <p:oleObj name="Equation" r:id="rId4" imgW="419040" imgH="177480" progId="Equation.DSMT4">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08175" y="6048375"/>
                        <a:ext cx="1730375" cy="7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1994" name="Object 10">
            <a:extLst>
              <a:ext uri="{FF2B5EF4-FFF2-40B4-BE49-F238E27FC236}">
                <a16:creationId xmlns:a16="http://schemas.microsoft.com/office/drawing/2014/main" id="{42F51F29-E499-AF38-78AC-972CCD9949DB}"/>
              </a:ext>
            </a:extLst>
          </p:cNvPr>
          <p:cNvGraphicFramePr>
            <a:graphicFrameLocks noChangeAspect="1"/>
          </p:cNvGraphicFramePr>
          <p:nvPr/>
        </p:nvGraphicFramePr>
        <p:xfrm>
          <a:off x="5035550" y="6016625"/>
          <a:ext cx="2057400" cy="841375"/>
        </p:xfrm>
        <a:graphic>
          <a:graphicData uri="http://schemas.openxmlformats.org/presentationml/2006/ole">
            <mc:AlternateContent xmlns:mc="http://schemas.openxmlformats.org/markup-compatibility/2006">
              <mc:Choice xmlns:v="urn:schemas-microsoft-com:vml" Requires="v">
                <p:oleObj name="Equation" r:id="rId6" imgW="482400" imgH="215640" progId="Equation.DSMT4">
                  <p:embed/>
                </p:oleObj>
              </mc:Choice>
              <mc:Fallback>
                <p:oleObj name="Equation" r:id="rId6" imgW="482400" imgH="215640" progId="Equation.DSMT4">
                  <p:embed/>
                  <p:pic>
                    <p:nvPicPr>
                      <p:cNvPr id="0"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35550" y="6016625"/>
                        <a:ext cx="2057400" cy="841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1995" name="Text Box 11">
            <a:extLst>
              <a:ext uri="{FF2B5EF4-FFF2-40B4-BE49-F238E27FC236}">
                <a16:creationId xmlns:a16="http://schemas.microsoft.com/office/drawing/2014/main" id="{8FFA90A3-95CF-013E-1754-CF4CF1114EB2}"/>
              </a:ext>
            </a:extLst>
          </p:cNvPr>
          <p:cNvSpPr txBox="1">
            <a:spLocks noChangeArrowheads="1"/>
          </p:cNvSpPr>
          <p:nvPr/>
        </p:nvSpPr>
        <p:spPr bwMode="auto">
          <a:xfrm>
            <a:off x="3635375" y="6021388"/>
            <a:ext cx="1327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3600" b="1">
                <a:solidFill>
                  <a:srgbClr val="760C04"/>
                </a:solidFill>
                <a:latin typeface="楷体_GB2312" pitchFamily="49" charset="-122"/>
                <a:ea typeface="楷体_GB2312" pitchFamily="49" charset="-122"/>
              </a:rPr>
              <a:t>包括</a:t>
            </a:r>
          </a:p>
        </p:txBody>
      </p:sp>
      <p:pic>
        <p:nvPicPr>
          <p:cNvPr id="41997" name="Picture 13">
            <a:extLst>
              <a:ext uri="{FF2B5EF4-FFF2-40B4-BE49-F238E27FC236}">
                <a16:creationId xmlns:a16="http://schemas.microsoft.com/office/drawing/2014/main" id="{A1439C7C-80E9-21D8-D74E-0288727B2F0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63713" y="2997200"/>
            <a:ext cx="6161087" cy="20193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1988"/>
                                        </p:tgtEl>
                                        <p:attrNameLst>
                                          <p:attrName>style.visibility</p:attrName>
                                        </p:attrNameLst>
                                      </p:cBhvr>
                                      <p:to>
                                        <p:strVal val="visible"/>
                                      </p:to>
                                    </p:set>
                                    <p:anim calcmode="lin" valueType="num">
                                      <p:cBhvr additive="base">
                                        <p:cTn id="7" dur="500" fill="hold"/>
                                        <p:tgtEl>
                                          <p:spTgt spid="41988"/>
                                        </p:tgtEl>
                                        <p:attrNameLst>
                                          <p:attrName>ppt_x</p:attrName>
                                        </p:attrNameLst>
                                      </p:cBhvr>
                                      <p:tavLst>
                                        <p:tav tm="0">
                                          <p:val>
                                            <p:strVal val="0-#ppt_w/2"/>
                                          </p:val>
                                        </p:tav>
                                        <p:tav tm="100000">
                                          <p:val>
                                            <p:strVal val="#ppt_x"/>
                                          </p:val>
                                        </p:tav>
                                      </p:tavLst>
                                    </p:anim>
                                    <p:anim calcmode="lin" valueType="num">
                                      <p:cBhvr additive="base">
                                        <p:cTn id="8" dur="500" fill="hold"/>
                                        <p:tgtEl>
                                          <p:spTgt spid="4198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1990"/>
                                        </p:tgtEl>
                                        <p:attrNameLst>
                                          <p:attrName>style.visibility</p:attrName>
                                        </p:attrNameLst>
                                      </p:cBhvr>
                                      <p:to>
                                        <p:strVal val="visible"/>
                                      </p:to>
                                    </p:set>
                                    <p:anim calcmode="lin" valueType="num">
                                      <p:cBhvr additive="base">
                                        <p:cTn id="13" dur="500" fill="hold"/>
                                        <p:tgtEl>
                                          <p:spTgt spid="41990"/>
                                        </p:tgtEl>
                                        <p:attrNameLst>
                                          <p:attrName>ppt_x</p:attrName>
                                        </p:attrNameLst>
                                      </p:cBhvr>
                                      <p:tavLst>
                                        <p:tav tm="0">
                                          <p:val>
                                            <p:strVal val="0-#ppt_w/2"/>
                                          </p:val>
                                        </p:tav>
                                        <p:tav tm="100000">
                                          <p:val>
                                            <p:strVal val="#ppt_x"/>
                                          </p:val>
                                        </p:tav>
                                      </p:tavLst>
                                    </p:anim>
                                    <p:anim calcmode="lin" valueType="num">
                                      <p:cBhvr additive="base">
                                        <p:cTn id="14" dur="500" fill="hold"/>
                                        <p:tgtEl>
                                          <p:spTgt spid="41990"/>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41991"/>
                                        </p:tgtEl>
                                        <p:attrNameLst>
                                          <p:attrName>style.visibility</p:attrName>
                                        </p:attrNameLst>
                                      </p:cBhvr>
                                      <p:to>
                                        <p:strVal val="visible"/>
                                      </p:to>
                                    </p:set>
                                    <p:anim calcmode="lin" valueType="num">
                                      <p:cBhvr additive="base">
                                        <p:cTn id="19" dur="500" fill="hold"/>
                                        <p:tgtEl>
                                          <p:spTgt spid="41991"/>
                                        </p:tgtEl>
                                        <p:attrNameLst>
                                          <p:attrName>ppt_x</p:attrName>
                                        </p:attrNameLst>
                                      </p:cBhvr>
                                      <p:tavLst>
                                        <p:tav tm="0">
                                          <p:val>
                                            <p:strVal val="0-#ppt_w/2"/>
                                          </p:val>
                                        </p:tav>
                                        <p:tav tm="100000">
                                          <p:val>
                                            <p:strVal val="#ppt_x"/>
                                          </p:val>
                                        </p:tav>
                                      </p:tavLst>
                                    </p:anim>
                                    <p:anim calcmode="lin" valueType="num">
                                      <p:cBhvr additive="base">
                                        <p:cTn id="20" dur="500" fill="hold"/>
                                        <p:tgtEl>
                                          <p:spTgt spid="4199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8" grpId="0" autoUpdateAnimBg="0"/>
      <p:bldP spid="41990" grpId="0" autoUpdateAnimBg="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0962" name="Object 2">
            <a:extLst>
              <a:ext uri="{FF2B5EF4-FFF2-40B4-BE49-F238E27FC236}">
                <a16:creationId xmlns:a16="http://schemas.microsoft.com/office/drawing/2014/main" id="{FEAF947E-3039-ED17-27CC-FC16AE51BDCE}"/>
              </a:ext>
            </a:extLst>
          </p:cNvPr>
          <p:cNvGraphicFramePr>
            <a:graphicFrameLocks noChangeAspect="1"/>
          </p:cNvGraphicFramePr>
          <p:nvPr/>
        </p:nvGraphicFramePr>
        <p:xfrm>
          <a:off x="5105400" y="2852738"/>
          <a:ext cx="4038600" cy="2786062"/>
        </p:xfrm>
        <a:graphic>
          <a:graphicData uri="http://schemas.openxmlformats.org/presentationml/2006/ole">
            <mc:AlternateContent xmlns:mc="http://schemas.openxmlformats.org/markup-compatibility/2006">
              <mc:Choice xmlns:v="urn:schemas-microsoft-com:vml" Requires="v">
                <p:oleObj name="位图图像" r:id="rId2" imgW="2952381" imgH="1600000" progId="Paint.Picture">
                  <p:embed/>
                </p:oleObj>
              </mc:Choice>
              <mc:Fallback>
                <p:oleObj name="位图图像" r:id="rId2" imgW="2952381" imgH="1600000" progId="Paint.Picture">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5400" y="2852738"/>
                        <a:ext cx="4038600" cy="2786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0964" name="Text Box 4">
            <a:extLst>
              <a:ext uri="{FF2B5EF4-FFF2-40B4-BE49-F238E27FC236}">
                <a16:creationId xmlns:a16="http://schemas.microsoft.com/office/drawing/2014/main" id="{83DEACE9-D87F-2394-8A2A-94CFA2AB5BEB}"/>
              </a:ext>
            </a:extLst>
          </p:cNvPr>
          <p:cNvSpPr txBox="1">
            <a:spLocks noChangeArrowheads="1"/>
          </p:cNvSpPr>
          <p:nvPr/>
        </p:nvSpPr>
        <p:spPr bwMode="auto">
          <a:xfrm>
            <a:off x="0" y="2420938"/>
            <a:ext cx="298608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b="1">
                <a:solidFill>
                  <a:srgbClr val="000066"/>
                </a:solidFill>
                <a:ea typeface="楷体_GB2312" pitchFamily="49" charset="-122"/>
              </a:rPr>
              <a:t>3. </a:t>
            </a:r>
            <a:r>
              <a:rPr lang="zh-CN" altLang="en-US" sz="3600" b="1">
                <a:solidFill>
                  <a:srgbClr val="000066"/>
                </a:solidFill>
                <a:ea typeface="楷体_GB2312" pitchFamily="49" charset="-122"/>
              </a:rPr>
              <a:t>反馈联结：</a:t>
            </a:r>
          </a:p>
        </p:txBody>
      </p:sp>
      <p:grpSp>
        <p:nvGrpSpPr>
          <p:cNvPr id="40965" name="Group 5">
            <a:extLst>
              <a:ext uri="{FF2B5EF4-FFF2-40B4-BE49-F238E27FC236}">
                <a16:creationId xmlns:a16="http://schemas.microsoft.com/office/drawing/2014/main" id="{863CF656-7941-E80E-E8C9-5C82B08B5B71}"/>
              </a:ext>
            </a:extLst>
          </p:cNvPr>
          <p:cNvGrpSpPr>
            <a:grpSpLocks/>
          </p:cNvGrpSpPr>
          <p:nvPr/>
        </p:nvGrpSpPr>
        <p:grpSpPr bwMode="auto">
          <a:xfrm>
            <a:off x="323850" y="2997200"/>
            <a:ext cx="4752975" cy="2219325"/>
            <a:chOff x="816" y="2015"/>
            <a:chExt cx="2496" cy="1262"/>
          </a:xfrm>
        </p:grpSpPr>
        <p:graphicFrame>
          <p:nvGraphicFramePr>
            <p:cNvPr id="40966" name="Object 6">
              <a:extLst>
                <a:ext uri="{FF2B5EF4-FFF2-40B4-BE49-F238E27FC236}">
                  <a16:creationId xmlns:a16="http://schemas.microsoft.com/office/drawing/2014/main" id="{33FF11D1-BFA4-5DF0-B639-5D992DC15B37}"/>
                </a:ext>
              </a:extLst>
            </p:cNvPr>
            <p:cNvGraphicFramePr>
              <a:graphicFrameLocks noChangeAspect="1"/>
            </p:cNvGraphicFramePr>
            <p:nvPr/>
          </p:nvGraphicFramePr>
          <p:xfrm>
            <a:off x="816" y="2015"/>
            <a:ext cx="2304" cy="324"/>
          </p:xfrm>
          <a:graphic>
            <a:graphicData uri="http://schemas.openxmlformats.org/presentationml/2006/ole">
              <mc:AlternateContent xmlns:mc="http://schemas.openxmlformats.org/markup-compatibility/2006">
                <mc:Choice xmlns:v="urn:schemas-microsoft-com:vml" Requires="v">
                  <p:oleObj name="Equation" r:id="rId4" imgW="1536480" imgH="215640" progId="Equation.DSMT4">
                    <p:embed/>
                  </p:oleObj>
                </mc:Choice>
                <mc:Fallback>
                  <p:oleObj name="Equation" r:id="rId4" imgW="1536480" imgH="215640" progId="Equation.DSMT4">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6" y="2015"/>
                          <a:ext cx="2304" cy="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0967" name="Object 7">
              <a:extLst>
                <a:ext uri="{FF2B5EF4-FFF2-40B4-BE49-F238E27FC236}">
                  <a16:creationId xmlns:a16="http://schemas.microsoft.com/office/drawing/2014/main" id="{F17CF45E-AC70-2F76-8A1C-23CF8497CE7B}"/>
                </a:ext>
              </a:extLst>
            </p:cNvPr>
            <p:cNvGraphicFramePr>
              <a:graphicFrameLocks noChangeAspect="1"/>
            </p:cNvGraphicFramePr>
            <p:nvPr/>
          </p:nvGraphicFramePr>
          <p:xfrm>
            <a:off x="816" y="2448"/>
            <a:ext cx="1680" cy="314"/>
          </p:xfrm>
          <a:graphic>
            <a:graphicData uri="http://schemas.openxmlformats.org/presentationml/2006/ole">
              <mc:AlternateContent xmlns:mc="http://schemas.openxmlformats.org/markup-compatibility/2006">
                <mc:Choice xmlns:v="urn:schemas-microsoft-com:vml" Requires="v">
                  <p:oleObj name="Equation" r:id="rId6" imgW="1155600" imgH="215640" progId="Equation.DSMT4">
                    <p:embed/>
                  </p:oleObj>
                </mc:Choice>
                <mc:Fallback>
                  <p:oleObj name="Equation" r:id="rId6" imgW="1155600" imgH="215640" progId="Equation.DSMT4">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16" y="2448"/>
                          <a:ext cx="1680" cy="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0968" name="Object 8">
              <a:extLst>
                <a:ext uri="{FF2B5EF4-FFF2-40B4-BE49-F238E27FC236}">
                  <a16:creationId xmlns:a16="http://schemas.microsoft.com/office/drawing/2014/main" id="{97D26B73-03EC-6D12-D5A9-125837C6DECA}"/>
                </a:ext>
              </a:extLst>
            </p:cNvPr>
            <p:cNvGraphicFramePr>
              <a:graphicFrameLocks noChangeAspect="1"/>
            </p:cNvGraphicFramePr>
            <p:nvPr/>
          </p:nvGraphicFramePr>
          <p:xfrm>
            <a:off x="1200" y="2976"/>
            <a:ext cx="2112" cy="301"/>
          </p:xfrm>
          <a:graphic>
            <a:graphicData uri="http://schemas.openxmlformats.org/presentationml/2006/ole">
              <mc:AlternateContent xmlns:mc="http://schemas.openxmlformats.org/markup-compatibility/2006">
                <mc:Choice xmlns:v="urn:schemas-microsoft-com:vml" Requires="v">
                  <p:oleObj name="Equation" r:id="rId8" imgW="1600200" imgH="215640" progId="Equation.DSMT4">
                    <p:embed/>
                  </p:oleObj>
                </mc:Choice>
                <mc:Fallback>
                  <p:oleObj name="Equation" r:id="rId8" imgW="1600200" imgH="215640" progId="Equation.DSMT4">
                    <p:embed/>
                    <p:pic>
                      <p:nvPicPr>
                        <p:cNvPr id="0"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00" y="2976"/>
                          <a:ext cx="2112"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40969" name="Text Box 9">
            <a:extLst>
              <a:ext uri="{FF2B5EF4-FFF2-40B4-BE49-F238E27FC236}">
                <a16:creationId xmlns:a16="http://schemas.microsoft.com/office/drawing/2014/main" id="{CD289CDE-A1D8-604C-CD9C-B05FD2FDF8AE}"/>
              </a:ext>
            </a:extLst>
          </p:cNvPr>
          <p:cNvSpPr txBox="1">
            <a:spLocks noChangeArrowheads="1"/>
          </p:cNvSpPr>
          <p:nvPr/>
        </p:nvSpPr>
        <p:spPr bwMode="auto">
          <a:xfrm>
            <a:off x="0" y="0"/>
            <a:ext cx="248443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3600" b="1">
                <a:solidFill>
                  <a:srgbClr val="000066"/>
                </a:solidFill>
                <a:ea typeface="楷体_GB2312" pitchFamily="49" charset="-122"/>
              </a:rPr>
              <a:t>2. </a:t>
            </a:r>
            <a:r>
              <a:rPr lang="zh-CN" altLang="en-US" sz="3600" b="1">
                <a:solidFill>
                  <a:srgbClr val="000066"/>
                </a:solidFill>
                <a:ea typeface="楷体_GB2312" pitchFamily="49" charset="-122"/>
              </a:rPr>
              <a:t>并联：</a:t>
            </a:r>
          </a:p>
        </p:txBody>
      </p:sp>
      <p:grpSp>
        <p:nvGrpSpPr>
          <p:cNvPr id="40970" name="Group 10">
            <a:extLst>
              <a:ext uri="{FF2B5EF4-FFF2-40B4-BE49-F238E27FC236}">
                <a16:creationId xmlns:a16="http://schemas.microsoft.com/office/drawing/2014/main" id="{2FE3EC8B-CADA-8B03-4ADF-8AB3C1FA6ABA}"/>
              </a:ext>
            </a:extLst>
          </p:cNvPr>
          <p:cNvGrpSpPr>
            <a:grpSpLocks/>
          </p:cNvGrpSpPr>
          <p:nvPr/>
        </p:nvGrpSpPr>
        <p:grpSpPr bwMode="auto">
          <a:xfrm>
            <a:off x="468313" y="765175"/>
            <a:ext cx="3857625" cy="1547813"/>
            <a:chOff x="1392" y="646"/>
            <a:chExt cx="2104" cy="811"/>
          </a:xfrm>
        </p:grpSpPr>
        <p:graphicFrame>
          <p:nvGraphicFramePr>
            <p:cNvPr id="40971" name="Object 11">
              <a:extLst>
                <a:ext uri="{FF2B5EF4-FFF2-40B4-BE49-F238E27FC236}">
                  <a16:creationId xmlns:a16="http://schemas.microsoft.com/office/drawing/2014/main" id="{25ABB0BD-EDFB-CA4E-7CF0-0DC6D0325329}"/>
                </a:ext>
              </a:extLst>
            </p:cNvPr>
            <p:cNvGraphicFramePr>
              <a:graphicFrameLocks noChangeAspect="1"/>
            </p:cNvGraphicFramePr>
            <p:nvPr/>
          </p:nvGraphicFramePr>
          <p:xfrm>
            <a:off x="1440" y="646"/>
            <a:ext cx="2056" cy="330"/>
          </p:xfrm>
          <a:graphic>
            <a:graphicData uri="http://schemas.openxmlformats.org/presentationml/2006/ole">
              <mc:AlternateContent xmlns:mc="http://schemas.openxmlformats.org/markup-compatibility/2006">
                <mc:Choice xmlns:v="urn:schemas-microsoft-com:vml" Requires="v">
                  <p:oleObj name="Equation" r:id="rId10" imgW="1346040" imgH="215640" progId="Equation.DSMT4">
                    <p:embed/>
                  </p:oleObj>
                </mc:Choice>
                <mc:Fallback>
                  <p:oleObj name="Equation" r:id="rId10" imgW="1346040" imgH="215640" progId="Equation.DSMT4">
                    <p:embed/>
                    <p:pic>
                      <p:nvPicPr>
                        <p:cNvPr id="0" name="Object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440" y="646"/>
                          <a:ext cx="2056"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40972" name="Group 12">
              <a:extLst>
                <a:ext uri="{FF2B5EF4-FFF2-40B4-BE49-F238E27FC236}">
                  <a16:creationId xmlns:a16="http://schemas.microsoft.com/office/drawing/2014/main" id="{32DD5194-E7A1-4122-A22D-E6AB7807B261}"/>
                </a:ext>
              </a:extLst>
            </p:cNvPr>
            <p:cNvGrpSpPr>
              <a:grpSpLocks/>
            </p:cNvGrpSpPr>
            <p:nvPr/>
          </p:nvGrpSpPr>
          <p:grpSpPr bwMode="auto">
            <a:xfrm>
              <a:off x="1392" y="1104"/>
              <a:ext cx="1864" cy="353"/>
              <a:chOff x="1392" y="1104"/>
              <a:chExt cx="1864" cy="353"/>
            </a:xfrm>
          </p:grpSpPr>
          <p:graphicFrame>
            <p:nvGraphicFramePr>
              <p:cNvPr id="40973" name="Object 13">
                <a:extLst>
                  <a:ext uri="{FF2B5EF4-FFF2-40B4-BE49-F238E27FC236}">
                    <a16:creationId xmlns:a16="http://schemas.microsoft.com/office/drawing/2014/main" id="{0317AF46-89D5-08A4-9691-A3C2762D0CD6}"/>
                  </a:ext>
                </a:extLst>
              </p:cNvPr>
              <p:cNvGraphicFramePr>
                <a:graphicFrameLocks noChangeAspect="1"/>
              </p:cNvGraphicFramePr>
              <p:nvPr/>
            </p:nvGraphicFramePr>
            <p:xfrm>
              <a:off x="1392" y="1141"/>
              <a:ext cx="576" cy="259"/>
            </p:xfrm>
            <a:graphic>
              <a:graphicData uri="http://schemas.openxmlformats.org/presentationml/2006/ole">
                <mc:AlternateContent xmlns:mc="http://schemas.openxmlformats.org/markup-compatibility/2006">
                  <mc:Choice xmlns:v="urn:schemas-microsoft-com:vml" Requires="v">
                    <p:oleObj name="Equation" r:id="rId12" imgW="419040" imgH="177480" progId="Equation.DSMT4">
                      <p:embed/>
                    </p:oleObj>
                  </mc:Choice>
                  <mc:Fallback>
                    <p:oleObj name="Equation" r:id="rId12" imgW="419040" imgH="177480" progId="Equation.DSMT4">
                      <p:embed/>
                      <p:pic>
                        <p:nvPicPr>
                          <p:cNvPr id="0" name="Object 1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392" y="1141"/>
                            <a:ext cx="576" cy="2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0974" name="Object 14">
                <a:extLst>
                  <a:ext uri="{FF2B5EF4-FFF2-40B4-BE49-F238E27FC236}">
                    <a16:creationId xmlns:a16="http://schemas.microsoft.com/office/drawing/2014/main" id="{BF8AA064-2D1A-CF4E-AF19-E9AEE725A11C}"/>
                  </a:ext>
                </a:extLst>
              </p:cNvPr>
              <p:cNvGraphicFramePr>
                <a:graphicFrameLocks noChangeAspect="1"/>
              </p:cNvGraphicFramePr>
              <p:nvPr/>
            </p:nvGraphicFramePr>
            <p:xfrm>
              <a:off x="2488" y="1142"/>
              <a:ext cx="768" cy="315"/>
            </p:xfrm>
            <a:graphic>
              <a:graphicData uri="http://schemas.openxmlformats.org/presentationml/2006/ole">
                <mc:AlternateContent xmlns:mc="http://schemas.openxmlformats.org/markup-compatibility/2006">
                  <mc:Choice xmlns:v="urn:schemas-microsoft-com:vml" Requires="v">
                    <p:oleObj name="Equation" r:id="rId14" imgW="482400" imgH="215640" progId="Equation.DSMT4">
                      <p:embed/>
                    </p:oleObj>
                  </mc:Choice>
                  <mc:Fallback>
                    <p:oleObj name="Equation" r:id="rId14" imgW="482400" imgH="215640" progId="Equation.DSMT4">
                      <p:embed/>
                      <p:pic>
                        <p:nvPicPr>
                          <p:cNvPr id="0" name="Object 1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488" y="1142"/>
                            <a:ext cx="768" cy="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0975" name="Text Box 15">
                <a:extLst>
                  <a:ext uri="{FF2B5EF4-FFF2-40B4-BE49-F238E27FC236}">
                    <a16:creationId xmlns:a16="http://schemas.microsoft.com/office/drawing/2014/main" id="{BE74A846-A679-8931-0835-C72EC2EDDD31}"/>
                  </a:ext>
                </a:extLst>
              </p:cNvPr>
              <p:cNvSpPr txBox="1">
                <a:spLocks noChangeArrowheads="1"/>
              </p:cNvSpPr>
              <p:nvPr/>
            </p:nvSpPr>
            <p:spPr bwMode="auto">
              <a:xfrm>
                <a:off x="1968" y="1104"/>
                <a:ext cx="585" cy="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800" b="1">
                    <a:solidFill>
                      <a:srgbClr val="760C04"/>
                    </a:solidFill>
                    <a:latin typeface="楷体_GB2312" pitchFamily="49" charset="-122"/>
                    <a:ea typeface="楷体_GB2312" pitchFamily="49" charset="-122"/>
                  </a:rPr>
                  <a:t>包括</a:t>
                </a:r>
              </a:p>
            </p:txBody>
          </p:sp>
        </p:grpSp>
      </p:grpSp>
      <p:graphicFrame>
        <p:nvGraphicFramePr>
          <p:cNvPr id="40977" name="Object 17">
            <a:extLst>
              <a:ext uri="{FF2B5EF4-FFF2-40B4-BE49-F238E27FC236}">
                <a16:creationId xmlns:a16="http://schemas.microsoft.com/office/drawing/2014/main" id="{806DF697-C281-86F9-E93D-1FEAEB26BAE0}"/>
              </a:ext>
            </a:extLst>
          </p:cNvPr>
          <p:cNvGraphicFramePr>
            <a:graphicFrameLocks noChangeAspect="1"/>
          </p:cNvGraphicFramePr>
          <p:nvPr/>
        </p:nvGraphicFramePr>
        <p:xfrm>
          <a:off x="395288" y="5516563"/>
          <a:ext cx="4759325" cy="1341437"/>
        </p:xfrm>
        <a:graphic>
          <a:graphicData uri="http://schemas.openxmlformats.org/presentationml/2006/ole">
            <mc:AlternateContent xmlns:mc="http://schemas.openxmlformats.org/markup-compatibility/2006">
              <mc:Choice xmlns:v="urn:schemas-microsoft-com:vml" Requires="v">
                <p:oleObj name="Equation" r:id="rId16" imgW="1955520" imgH="431640" progId="Equation.DSMT4">
                  <p:embed/>
                </p:oleObj>
              </mc:Choice>
              <mc:Fallback>
                <p:oleObj name="Equation" r:id="rId16" imgW="1955520" imgH="431640" progId="Equation.DSMT4">
                  <p:embed/>
                  <p:pic>
                    <p:nvPicPr>
                      <p:cNvPr id="0" name="Object 1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95288" y="5516563"/>
                        <a:ext cx="4759325" cy="1341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0979" name="Object 19">
            <a:extLst>
              <a:ext uri="{FF2B5EF4-FFF2-40B4-BE49-F238E27FC236}">
                <a16:creationId xmlns:a16="http://schemas.microsoft.com/office/drawing/2014/main" id="{A9DFBD26-1F86-B1E9-B70C-A584832CB869}"/>
              </a:ext>
            </a:extLst>
          </p:cNvPr>
          <p:cNvGraphicFramePr>
            <a:graphicFrameLocks noChangeAspect="1"/>
          </p:cNvGraphicFramePr>
          <p:nvPr/>
        </p:nvGraphicFramePr>
        <p:xfrm>
          <a:off x="5219700" y="5949950"/>
          <a:ext cx="1141413" cy="514350"/>
        </p:xfrm>
        <a:graphic>
          <a:graphicData uri="http://schemas.openxmlformats.org/presentationml/2006/ole">
            <mc:AlternateContent xmlns:mc="http://schemas.openxmlformats.org/markup-compatibility/2006">
              <mc:Choice xmlns:v="urn:schemas-microsoft-com:vml" Requires="v">
                <p:oleObj name="Equation" r:id="rId12" imgW="419040" imgH="177480" progId="Equation.DSMT4">
                  <p:embed/>
                </p:oleObj>
              </mc:Choice>
              <mc:Fallback>
                <p:oleObj name="Equation" r:id="rId12" imgW="419040" imgH="177480" progId="Equation.DSMT4">
                  <p:embed/>
                  <p:pic>
                    <p:nvPicPr>
                      <p:cNvPr id="0" name="Object 1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219700" y="5949950"/>
                        <a:ext cx="1141413" cy="51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0980" name="Object 20">
            <a:extLst>
              <a:ext uri="{FF2B5EF4-FFF2-40B4-BE49-F238E27FC236}">
                <a16:creationId xmlns:a16="http://schemas.microsoft.com/office/drawing/2014/main" id="{4AFD7EE0-3ECB-6E26-7991-DA1A342A9F87}"/>
              </a:ext>
            </a:extLst>
          </p:cNvPr>
          <p:cNvGraphicFramePr>
            <a:graphicFrameLocks noChangeAspect="1"/>
          </p:cNvGraphicFramePr>
          <p:nvPr/>
        </p:nvGraphicFramePr>
        <p:xfrm>
          <a:off x="7631113" y="5805488"/>
          <a:ext cx="1512887" cy="773112"/>
        </p:xfrm>
        <a:graphic>
          <a:graphicData uri="http://schemas.openxmlformats.org/presentationml/2006/ole">
            <mc:AlternateContent xmlns:mc="http://schemas.openxmlformats.org/markup-compatibility/2006">
              <mc:Choice xmlns:v="urn:schemas-microsoft-com:vml" Requires="v">
                <p:oleObj name="Equation" r:id="rId14" imgW="482400" imgH="215640" progId="Equation.DSMT4">
                  <p:embed/>
                </p:oleObj>
              </mc:Choice>
              <mc:Fallback>
                <p:oleObj name="Equation" r:id="rId14" imgW="482400" imgH="215640" progId="Equation.DSMT4">
                  <p:embed/>
                  <p:pic>
                    <p:nvPicPr>
                      <p:cNvPr id="0" name="Object 2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631113" y="5805488"/>
                        <a:ext cx="1512887" cy="773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0981" name="Text Box 21">
            <a:extLst>
              <a:ext uri="{FF2B5EF4-FFF2-40B4-BE49-F238E27FC236}">
                <a16:creationId xmlns:a16="http://schemas.microsoft.com/office/drawing/2014/main" id="{5111381D-200C-FF45-64CF-0901EDCCEE1B}"/>
              </a:ext>
            </a:extLst>
          </p:cNvPr>
          <p:cNvSpPr txBox="1">
            <a:spLocks noChangeArrowheads="1"/>
          </p:cNvSpPr>
          <p:nvPr/>
        </p:nvSpPr>
        <p:spPr bwMode="auto">
          <a:xfrm>
            <a:off x="6372225" y="5876925"/>
            <a:ext cx="12858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3600" b="1">
                <a:solidFill>
                  <a:srgbClr val="760C04"/>
                </a:solidFill>
                <a:latin typeface="楷体_GB2312" pitchFamily="49" charset="-122"/>
                <a:ea typeface="楷体_GB2312" pitchFamily="49" charset="-122"/>
              </a:rPr>
              <a:t>包括</a:t>
            </a:r>
          </a:p>
        </p:txBody>
      </p:sp>
      <p:pic>
        <p:nvPicPr>
          <p:cNvPr id="40982" name="Picture 22">
            <a:extLst>
              <a:ext uri="{FF2B5EF4-FFF2-40B4-BE49-F238E27FC236}">
                <a16:creationId xmlns:a16="http://schemas.microsoft.com/office/drawing/2014/main" id="{CA914D08-B2AA-D4DE-F30F-ED6F3990DFF2}"/>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500563" y="0"/>
            <a:ext cx="4160837" cy="27162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40970"/>
                                        </p:tgtEl>
                                        <p:attrNameLst>
                                          <p:attrName>style.visibility</p:attrName>
                                        </p:attrNameLst>
                                      </p:cBhvr>
                                      <p:to>
                                        <p:strVal val="visible"/>
                                      </p:to>
                                    </p:set>
                                    <p:anim calcmode="lin" valueType="num">
                                      <p:cBhvr additive="base">
                                        <p:cTn id="7" dur="500" fill="hold"/>
                                        <p:tgtEl>
                                          <p:spTgt spid="40970"/>
                                        </p:tgtEl>
                                        <p:attrNameLst>
                                          <p:attrName>ppt_x</p:attrName>
                                        </p:attrNameLst>
                                      </p:cBhvr>
                                      <p:tavLst>
                                        <p:tav tm="0">
                                          <p:val>
                                            <p:strVal val="0-#ppt_w/2"/>
                                          </p:val>
                                        </p:tav>
                                        <p:tav tm="100000">
                                          <p:val>
                                            <p:strVal val="#ppt_x"/>
                                          </p:val>
                                        </p:tav>
                                      </p:tavLst>
                                    </p:anim>
                                    <p:anim calcmode="lin" valueType="num">
                                      <p:cBhvr additive="base">
                                        <p:cTn id="8" dur="500" fill="hold"/>
                                        <p:tgtEl>
                                          <p:spTgt spid="4097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0964"/>
                                        </p:tgtEl>
                                        <p:attrNameLst>
                                          <p:attrName>style.visibility</p:attrName>
                                        </p:attrNameLst>
                                      </p:cBhvr>
                                      <p:to>
                                        <p:strVal val="visible"/>
                                      </p:to>
                                    </p:set>
                                    <p:anim calcmode="lin" valueType="num">
                                      <p:cBhvr additive="base">
                                        <p:cTn id="13" dur="500" fill="hold"/>
                                        <p:tgtEl>
                                          <p:spTgt spid="40964"/>
                                        </p:tgtEl>
                                        <p:attrNameLst>
                                          <p:attrName>ppt_x</p:attrName>
                                        </p:attrNameLst>
                                      </p:cBhvr>
                                      <p:tavLst>
                                        <p:tav tm="0">
                                          <p:val>
                                            <p:strVal val="0-#ppt_w/2"/>
                                          </p:val>
                                        </p:tav>
                                        <p:tav tm="100000">
                                          <p:val>
                                            <p:strVal val="#ppt_x"/>
                                          </p:val>
                                        </p:tav>
                                      </p:tavLst>
                                    </p:anim>
                                    <p:anim calcmode="lin" valueType="num">
                                      <p:cBhvr additive="base">
                                        <p:cTn id="14" dur="500" fill="hold"/>
                                        <p:tgtEl>
                                          <p:spTgt spid="40964"/>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40962"/>
                                        </p:tgtEl>
                                        <p:attrNameLst>
                                          <p:attrName>style.visibility</p:attrName>
                                        </p:attrNameLst>
                                      </p:cBhvr>
                                      <p:to>
                                        <p:strVal val="visible"/>
                                      </p:to>
                                    </p:set>
                                    <p:anim calcmode="lin" valueType="num">
                                      <p:cBhvr additive="base">
                                        <p:cTn id="19" dur="500" fill="hold"/>
                                        <p:tgtEl>
                                          <p:spTgt spid="40962"/>
                                        </p:tgtEl>
                                        <p:attrNameLst>
                                          <p:attrName>ppt_x</p:attrName>
                                        </p:attrNameLst>
                                      </p:cBhvr>
                                      <p:tavLst>
                                        <p:tav tm="0">
                                          <p:val>
                                            <p:strVal val="0-#ppt_w/2"/>
                                          </p:val>
                                        </p:tav>
                                        <p:tav tm="100000">
                                          <p:val>
                                            <p:strVal val="#ppt_x"/>
                                          </p:val>
                                        </p:tav>
                                      </p:tavLst>
                                    </p:anim>
                                    <p:anim calcmode="lin" valueType="num">
                                      <p:cBhvr additive="base">
                                        <p:cTn id="20" dur="500" fill="hold"/>
                                        <p:tgtEl>
                                          <p:spTgt spid="40962"/>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40965"/>
                                        </p:tgtEl>
                                        <p:attrNameLst>
                                          <p:attrName>style.visibility</p:attrName>
                                        </p:attrNameLst>
                                      </p:cBhvr>
                                      <p:to>
                                        <p:strVal val="visible"/>
                                      </p:to>
                                    </p:set>
                                    <p:anim calcmode="lin" valueType="num">
                                      <p:cBhvr additive="base">
                                        <p:cTn id="25" dur="500" fill="hold"/>
                                        <p:tgtEl>
                                          <p:spTgt spid="40965"/>
                                        </p:tgtEl>
                                        <p:attrNameLst>
                                          <p:attrName>ppt_x</p:attrName>
                                        </p:attrNameLst>
                                      </p:cBhvr>
                                      <p:tavLst>
                                        <p:tav tm="0">
                                          <p:val>
                                            <p:strVal val="0-#ppt_w/2"/>
                                          </p:val>
                                        </p:tav>
                                        <p:tav tm="100000">
                                          <p:val>
                                            <p:strVal val="#ppt_x"/>
                                          </p:val>
                                        </p:tav>
                                      </p:tavLst>
                                    </p:anim>
                                    <p:anim calcmode="lin" valueType="num">
                                      <p:cBhvr additive="base">
                                        <p:cTn id="26" dur="500" fill="hold"/>
                                        <p:tgtEl>
                                          <p:spTgt spid="4096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4" grpId="0" autoUpdateAnimBg="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EB38088D-5D8A-DE9F-E935-47BBA254AF43}"/>
              </a:ext>
            </a:extLst>
          </p:cNvPr>
          <p:cNvSpPr>
            <a:spLocks noRot="1" noChangeArrowheads="1"/>
          </p:cNvSpPr>
          <p:nvPr/>
        </p:nvSpPr>
        <p:spPr bwMode="auto">
          <a:xfrm>
            <a:off x="250825" y="260350"/>
            <a:ext cx="7634288" cy="798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9144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1371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18288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3600" b="1">
                <a:solidFill>
                  <a:srgbClr val="760C04"/>
                </a:solidFill>
                <a:latin typeface="楷体_GB2312" pitchFamily="49" charset="-122"/>
                <a:ea typeface="楷体_GB2312" pitchFamily="49" charset="-122"/>
              </a:rPr>
              <a:t>二</a:t>
            </a:r>
            <a:r>
              <a:rPr lang="en-US" altLang="zh-CN" sz="3600" b="1">
                <a:solidFill>
                  <a:srgbClr val="760C04"/>
                </a:solidFill>
                <a:latin typeface="楷体_GB2312" pitchFamily="49" charset="-122"/>
                <a:ea typeface="楷体_GB2312" pitchFamily="49" charset="-122"/>
              </a:rPr>
              <a:t>. </a:t>
            </a:r>
            <a:r>
              <a:rPr lang="en-US" altLang="zh-CN" sz="3600" b="1">
                <a:solidFill>
                  <a:srgbClr val="760C04"/>
                </a:solidFill>
                <a:latin typeface="Times New Roman" panose="02020603050405020304" pitchFamily="18" charset="0"/>
                <a:ea typeface="楷体_GB2312" pitchFamily="49" charset="-122"/>
              </a:rPr>
              <a:t>LTI</a:t>
            </a:r>
            <a:r>
              <a:rPr lang="zh-CN" altLang="en-US" sz="3600" b="1">
                <a:solidFill>
                  <a:srgbClr val="760C04"/>
                </a:solidFill>
                <a:latin typeface="Times New Roman" panose="02020603050405020304" pitchFamily="18" charset="0"/>
                <a:ea typeface="楷体_GB2312" pitchFamily="49" charset="-122"/>
              </a:rPr>
              <a:t>系统的级联和并联型结构</a:t>
            </a:r>
            <a:r>
              <a:rPr lang="zh-CN" altLang="en-US" sz="2800" b="1">
                <a:solidFill>
                  <a:srgbClr val="760C04"/>
                </a:solidFill>
                <a:latin typeface="楷体_GB2312" pitchFamily="49" charset="-122"/>
                <a:ea typeface="楷体_GB2312" pitchFamily="49" charset="-122"/>
              </a:rPr>
              <a:t>：</a:t>
            </a:r>
          </a:p>
        </p:txBody>
      </p:sp>
      <p:sp>
        <p:nvSpPr>
          <p:cNvPr id="39939" name="Text Box 3">
            <a:extLst>
              <a:ext uri="{FF2B5EF4-FFF2-40B4-BE49-F238E27FC236}">
                <a16:creationId xmlns:a16="http://schemas.microsoft.com/office/drawing/2014/main" id="{54ED214C-1395-6E7D-9E10-88D4FAD9FA5F}"/>
              </a:ext>
            </a:extLst>
          </p:cNvPr>
          <p:cNvSpPr txBox="1">
            <a:spLocks noChangeArrowheads="1"/>
          </p:cNvSpPr>
          <p:nvPr/>
        </p:nvSpPr>
        <p:spPr bwMode="auto">
          <a:xfrm>
            <a:off x="323850" y="954088"/>
            <a:ext cx="76184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b="1">
                <a:solidFill>
                  <a:srgbClr val="000066"/>
                </a:solidFill>
                <a:latin typeface="Times New Roman" panose="02020603050405020304" pitchFamily="18" charset="0"/>
                <a:ea typeface="楷体_GB2312" pitchFamily="49" charset="-122"/>
              </a:rPr>
              <a:t>LTI</a:t>
            </a:r>
            <a:r>
              <a:rPr lang="zh-CN" altLang="en-US" sz="3600" b="1">
                <a:solidFill>
                  <a:srgbClr val="000066"/>
                </a:solidFill>
                <a:latin typeface="Times New Roman" panose="02020603050405020304" pitchFamily="18" charset="0"/>
                <a:ea typeface="楷体_GB2312" pitchFamily="49" charset="-122"/>
              </a:rPr>
              <a:t>系统可以由一个</a:t>
            </a:r>
            <a:r>
              <a:rPr lang="en-US" altLang="zh-CN" sz="3600" b="1">
                <a:solidFill>
                  <a:srgbClr val="000066"/>
                </a:solidFill>
                <a:latin typeface="Times New Roman" panose="02020603050405020304" pitchFamily="18" charset="0"/>
                <a:ea typeface="楷体_GB2312" pitchFamily="49" charset="-122"/>
              </a:rPr>
              <a:t>LCCDE</a:t>
            </a:r>
            <a:r>
              <a:rPr lang="zh-CN" altLang="en-US" sz="3600" b="1">
                <a:solidFill>
                  <a:srgbClr val="000066"/>
                </a:solidFill>
                <a:latin typeface="Times New Roman" panose="02020603050405020304" pitchFamily="18" charset="0"/>
                <a:ea typeface="楷体_GB2312" pitchFamily="49" charset="-122"/>
              </a:rPr>
              <a:t>来描述。</a:t>
            </a:r>
          </a:p>
        </p:txBody>
      </p:sp>
      <p:graphicFrame>
        <p:nvGraphicFramePr>
          <p:cNvPr id="39940" name="Object 4">
            <a:extLst>
              <a:ext uri="{FF2B5EF4-FFF2-40B4-BE49-F238E27FC236}">
                <a16:creationId xmlns:a16="http://schemas.microsoft.com/office/drawing/2014/main" id="{5C68C218-818F-E195-55AF-95671EF1AA5B}"/>
              </a:ext>
            </a:extLst>
          </p:cNvPr>
          <p:cNvGraphicFramePr>
            <a:graphicFrameLocks noChangeAspect="1"/>
          </p:cNvGraphicFramePr>
          <p:nvPr/>
        </p:nvGraphicFramePr>
        <p:xfrm>
          <a:off x="1692275" y="1700213"/>
          <a:ext cx="6156325" cy="1522412"/>
        </p:xfrm>
        <a:graphic>
          <a:graphicData uri="http://schemas.openxmlformats.org/presentationml/2006/ole">
            <mc:AlternateContent xmlns:mc="http://schemas.openxmlformats.org/markup-compatibility/2006">
              <mc:Choice xmlns:v="urn:schemas-microsoft-com:vml" Requires="v">
                <p:oleObj name="Equation" r:id="rId2" imgW="1688760" imgH="444240" progId="Equation.DSMT4">
                  <p:embed/>
                </p:oleObj>
              </mc:Choice>
              <mc:Fallback>
                <p:oleObj name="Equation" r:id="rId2" imgW="1688760" imgH="444240" progId="Equation.DSMT4">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2275" y="1700213"/>
                        <a:ext cx="6156325" cy="1522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9942" name="Text Box 6">
            <a:extLst>
              <a:ext uri="{FF2B5EF4-FFF2-40B4-BE49-F238E27FC236}">
                <a16:creationId xmlns:a16="http://schemas.microsoft.com/office/drawing/2014/main" id="{6EAB5187-5D36-4B5D-0203-EAB47027A62F}"/>
              </a:ext>
            </a:extLst>
          </p:cNvPr>
          <p:cNvSpPr txBox="1">
            <a:spLocks noChangeArrowheads="1"/>
          </p:cNvSpPr>
          <p:nvPr/>
        </p:nvSpPr>
        <p:spPr bwMode="auto">
          <a:xfrm>
            <a:off x="0" y="3260725"/>
            <a:ext cx="46704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000066"/>
                </a:solidFill>
                <a:latin typeface="楷体_GB2312" pitchFamily="49" charset="-122"/>
                <a:ea typeface="楷体_GB2312" pitchFamily="49" charset="-122"/>
              </a:rPr>
              <a:t>对其进行拉氏变换有</a:t>
            </a:r>
            <a:r>
              <a:rPr lang="zh-CN" altLang="en-US" sz="2800" b="1">
                <a:solidFill>
                  <a:srgbClr val="000066"/>
                </a:solidFill>
                <a:latin typeface="楷体_GB2312" pitchFamily="49" charset="-122"/>
                <a:ea typeface="楷体_GB2312" pitchFamily="49" charset="-122"/>
              </a:rPr>
              <a:t>：</a:t>
            </a:r>
          </a:p>
        </p:txBody>
      </p:sp>
      <p:graphicFrame>
        <p:nvGraphicFramePr>
          <p:cNvPr id="39943" name="Object 7">
            <a:extLst>
              <a:ext uri="{FF2B5EF4-FFF2-40B4-BE49-F238E27FC236}">
                <a16:creationId xmlns:a16="http://schemas.microsoft.com/office/drawing/2014/main" id="{E93D3328-5EE1-F543-6DDB-0339DBB9D86C}"/>
              </a:ext>
            </a:extLst>
          </p:cNvPr>
          <p:cNvGraphicFramePr>
            <a:graphicFrameLocks noChangeAspect="1"/>
          </p:cNvGraphicFramePr>
          <p:nvPr/>
        </p:nvGraphicFramePr>
        <p:xfrm>
          <a:off x="4572000" y="3357563"/>
          <a:ext cx="4248150" cy="1150937"/>
        </p:xfrm>
        <a:graphic>
          <a:graphicData uri="http://schemas.openxmlformats.org/presentationml/2006/ole">
            <mc:AlternateContent xmlns:mc="http://schemas.openxmlformats.org/markup-compatibility/2006">
              <mc:Choice xmlns:v="urn:schemas-microsoft-com:vml" Requires="v">
                <p:oleObj name="Equation" r:id="rId4" imgW="1600200" imgH="431640" progId="Equation.DSMT4">
                  <p:embed/>
                </p:oleObj>
              </mc:Choice>
              <mc:Fallback>
                <p:oleObj name="Equation" r:id="rId4" imgW="1600200" imgH="431640" progId="Equation.DSMT4">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0" y="3357563"/>
                        <a:ext cx="4248150" cy="1150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9944" name="Object 8">
            <a:extLst>
              <a:ext uri="{FF2B5EF4-FFF2-40B4-BE49-F238E27FC236}">
                <a16:creationId xmlns:a16="http://schemas.microsoft.com/office/drawing/2014/main" id="{BB387976-10C8-6B80-42E6-75D262CC6A19}"/>
              </a:ext>
            </a:extLst>
          </p:cNvPr>
          <p:cNvGraphicFramePr>
            <a:graphicFrameLocks noChangeAspect="1"/>
          </p:cNvGraphicFramePr>
          <p:nvPr/>
        </p:nvGraphicFramePr>
        <p:xfrm>
          <a:off x="0" y="4437063"/>
          <a:ext cx="4357688" cy="2135187"/>
        </p:xfrm>
        <a:graphic>
          <a:graphicData uri="http://schemas.openxmlformats.org/presentationml/2006/ole">
            <mc:AlternateContent xmlns:mc="http://schemas.openxmlformats.org/markup-compatibility/2006">
              <mc:Choice xmlns:v="urn:schemas-microsoft-com:vml" Requires="v">
                <p:oleObj name="Equation" r:id="rId6" imgW="1955520" imgH="838080" progId="Equation.DSMT4">
                  <p:embed/>
                </p:oleObj>
              </mc:Choice>
              <mc:Fallback>
                <p:oleObj name="Equation" r:id="rId6" imgW="1955520" imgH="838080" progId="Equation.DSMT4">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4437063"/>
                        <a:ext cx="4357688" cy="2135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9946" name="Text Box 10">
            <a:extLst>
              <a:ext uri="{FF2B5EF4-FFF2-40B4-BE49-F238E27FC236}">
                <a16:creationId xmlns:a16="http://schemas.microsoft.com/office/drawing/2014/main" id="{6EB6DC24-F6F1-E51C-609D-B48590B390EE}"/>
              </a:ext>
            </a:extLst>
          </p:cNvPr>
          <p:cNvSpPr txBox="1">
            <a:spLocks noChangeArrowheads="1"/>
          </p:cNvSpPr>
          <p:nvPr/>
        </p:nvSpPr>
        <p:spPr bwMode="auto">
          <a:xfrm>
            <a:off x="5219700" y="5084763"/>
            <a:ext cx="339566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760C04"/>
                </a:solidFill>
                <a:latin typeface="楷体_GB2312" pitchFamily="49" charset="-122"/>
                <a:ea typeface="楷体_GB2312" pitchFamily="49" charset="-122"/>
              </a:rPr>
              <a:t>是一个有理函数</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9939"/>
                                        </p:tgtEl>
                                        <p:attrNameLst>
                                          <p:attrName>style.visibility</p:attrName>
                                        </p:attrNameLst>
                                      </p:cBhvr>
                                      <p:to>
                                        <p:strVal val="visible"/>
                                      </p:to>
                                    </p:set>
                                    <p:anim calcmode="lin" valueType="num">
                                      <p:cBhvr additive="base">
                                        <p:cTn id="7" dur="500" fill="hold"/>
                                        <p:tgtEl>
                                          <p:spTgt spid="39939"/>
                                        </p:tgtEl>
                                        <p:attrNameLst>
                                          <p:attrName>ppt_x</p:attrName>
                                        </p:attrNameLst>
                                      </p:cBhvr>
                                      <p:tavLst>
                                        <p:tav tm="0">
                                          <p:val>
                                            <p:strVal val="0-#ppt_w/2"/>
                                          </p:val>
                                        </p:tav>
                                        <p:tav tm="100000">
                                          <p:val>
                                            <p:strVal val="#ppt_x"/>
                                          </p:val>
                                        </p:tav>
                                      </p:tavLst>
                                    </p:anim>
                                    <p:anim calcmode="lin" valueType="num">
                                      <p:cBhvr additive="base">
                                        <p:cTn id="8" dur="500" fill="hold"/>
                                        <p:tgtEl>
                                          <p:spTgt spid="39939"/>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39940"/>
                                        </p:tgtEl>
                                        <p:attrNameLst>
                                          <p:attrName>style.visibility</p:attrName>
                                        </p:attrNameLst>
                                      </p:cBhvr>
                                      <p:to>
                                        <p:strVal val="visible"/>
                                      </p:to>
                                    </p:set>
                                    <p:anim calcmode="lin" valueType="num">
                                      <p:cBhvr additive="base">
                                        <p:cTn id="13" dur="500" fill="hold"/>
                                        <p:tgtEl>
                                          <p:spTgt spid="39940"/>
                                        </p:tgtEl>
                                        <p:attrNameLst>
                                          <p:attrName>ppt_x</p:attrName>
                                        </p:attrNameLst>
                                      </p:cBhvr>
                                      <p:tavLst>
                                        <p:tav tm="0">
                                          <p:val>
                                            <p:strVal val="0-#ppt_w/2"/>
                                          </p:val>
                                        </p:tav>
                                        <p:tav tm="100000">
                                          <p:val>
                                            <p:strVal val="#ppt_x"/>
                                          </p:val>
                                        </p:tav>
                                      </p:tavLst>
                                    </p:anim>
                                    <p:anim calcmode="lin" valueType="num">
                                      <p:cBhvr additive="base">
                                        <p:cTn id="14" dur="500" fill="hold"/>
                                        <p:tgtEl>
                                          <p:spTgt spid="39940"/>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39944"/>
                                        </p:tgtEl>
                                        <p:attrNameLst>
                                          <p:attrName>style.visibility</p:attrName>
                                        </p:attrNameLst>
                                      </p:cBhvr>
                                      <p:to>
                                        <p:strVal val="visible"/>
                                      </p:to>
                                    </p:set>
                                    <p:anim calcmode="lin" valueType="num">
                                      <p:cBhvr additive="base">
                                        <p:cTn id="19" dur="500" fill="hold"/>
                                        <p:tgtEl>
                                          <p:spTgt spid="39944"/>
                                        </p:tgtEl>
                                        <p:attrNameLst>
                                          <p:attrName>ppt_x</p:attrName>
                                        </p:attrNameLst>
                                      </p:cBhvr>
                                      <p:tavLst>
                                        <p:tav tm="0">
                                          <p:val>
                                            <p:strVal val="0-#ppt_w/2"/>
                                          </p:val>
                                        </p:tav>
                                        <p:tav tm="100000">
                                          <p:val>
                                            <p:strVal val="#ppt_x"/>
                                          </p:val>
                                        </p:tav>
                                      </p:tavLst>
                                    </p:anim>
                                    <p:anim calcmode="lin" valueType="num">
                                      <p:cBhvr additive="base">
                                        <p:cTn id="20" dur="500" fill="hold"/>
                                        <p:tgtEl>
                                          <p:spTgt spid="3994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9" grpId="0" autoUpdateAnimBg="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ext Box 2">
            <a:extLst>
              <a:ext uri="{FF2B5EF4-FFF2-40B4-BE49-F238E27FC236}">
                <a16:creationId xmlns:a16="http://schemas.microsoft.com/office/drawing/2014/main" id="{5CE05D4C-E347-5500-A39C-669EF664B2DB}"/>
              </a:ext>
            </a:extLst>
          </p:cNvPr>
          <p:cNvSpPr txBox="1">
            <a:spLocks noChangeArrowheads="1"/>
          </p:cNvSpPr>
          <p:nvPr/>
        </p:nvSpPr>
        <p:spPr bwMode="auto">
          <a:xfrm>
            <a:off x="250825" y="333375"/>
            <a:ext cx="33131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3600" b="1">
                <a:solidFill>
                  <a:srgbClr val="760C04"/>
                </a:solidFill>
                <a:ea typeface="楷体_GB2312" pitchFamily="49" charset="-122"/>
              </a:rPr>
              <a:t>1.  </a:t>
            </a:r>
            <a:r>
              <a:rPr lang="zh-CN" altLang="en-US" sz="3600" b="1">
                <a:solidFill>
                  <a:srgbClr val="760C04"/>
                </a:solidFill>
                <a:ea typeface="楷体_GB2312" pitchFamily="49" charset="-122"/>
              </a:rPr>
              <a:t>级联结构：</a:t>
            </a:r>
          </a:p>
        </p:txBody>
      </p:sp>
      <p:sp>
        <p:nvSpPr>
          <p:cNvPr id="38916" name="Text Box 4">
            <a:extLst>
              <a:ext uri="{FF2B5EF4-FFF2-40B4-BE49-F238E27FC236}">
                <a16:creationId xmlns:a16="http://schemas.microsoft.com/office/drawing/2014/main" id="{408F34B8-73C6-8258-24A5-811929905442}"/>
              </a:ext>
            </a:extLst>
          </p:cNvPr>
          <p:cNvSpPr txBox="1">
            <a:spLocks noChangeArrowheads="1"/>
          </p:cNvSpPr>
          <p:nvPr/>
        </p:nvSpPr>
        <p:spPr bwMode="auto">
          <a:xfrm>
            <a:off x="827088" y="1020763"/>
            <a:ext cx="7758112"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000066"/>
                </a:solidFill>
                <a:latin typeface="楷体_GB2312" pitchFamily="49" charset="-122"/>
                <a:ea typeface="楷体_GB2312" pitchFamily="49" charset="-122"/>
              </a:rPr>
              <a:t>将     的分子和分母多项式因式分解</a:t>
            </a:r>
          </a:p>
        </p:txBody>
      </p:sp>
      <p:graphicFrame>
        <p:nvGraphicFramePr>
          <p:cNvPr id="38917" name="Object 5">
            <a:extLst>
              <a:ext uri="{FF2B5EF4-FFF2-40B4-BE49-F238E27FC236}">
                <a16:creationId xmlns:a16="http://schemas.microsoft.com/office/drawing/2014/main" id="{6ED3219B-7759-6C18-6472-EB0D01EEA7DF}"/>
              </a:ext>
            </a:extLst>
          </p:cNvPr>
          <p:cNvGraphicFramePr>
            <a:graphicFrameLocks noChangeAspect="1"/>
          </p:cNvGraphicFramePr>
          <p:nvPr/>
        </p:nvGraphicFramePr>
        <p:xfrm>
          <a:off x="1403350" y="1052513"/>
          <a:ext cx="1079500" cy="693737"/>
        </p:xfrm>
        <a:graphic>
          <a:graphicData uri="http://schemas.openxmlformats.org/presentationml/2006/ole">
            <mc:AlternateContent xmlns:mc="http://schemas.openxmlformats.org/markup-compatibility/2006">
              <mc:Choice xmlns:v="urn:schemas-microsoft-com:vml" Requires="v">
                <p:oleObj name="Equation" r:id="rId2" imgW="355320" imgH="203040" progId="Equation.DSMT4">
                  <p:embed/>
                </p:oleObj>
              </mc:Choice>
              <mc:Fallback>
                <p:oleObj name="Equation" r:id="rId2" imgW="355320" imgH="203040" progId="Equation.DSMT4">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350" y="1052513"/>
                        <a:ext cx="1079500" cy="693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8918" name="Object 6">
            <a:extLst>
              <a:ext uri="{FF2B5EF4-FFF2-40B4-BE49-F238E27FC236}">
                <a16:creationId xmlns:a16="http://schemas.microsoft.com/office/drawing/2014/main" id="{3AA5DF06-F3BB-A9A2-2CDB-A77026808E76}"/>
              </a:ext>
            </a:extLst>
          </p:cNvPr>
          <p:cNvGraphicFramePr>
            <a:graphicFrameLocks noChangeAspect="1"/>
          </p:cNvGraphicFramePr>
          <p:nvPr/>
        </p:nvGraphicFramePr>
        <p:xfrm>
          <a:off x="0" y="1773238"/>
          <a:ext cx="8604250" cy="2211387"/>
        </p:xfrm>
        <a:graphic>
          <a:graphicData uri="http://schemas.openxmlformats.org/presentationml/2006/ole">
            <mc:AlternateContent xmlns:mc="http://schemas.openxmlformats.org/markup-compatibility/2006">
              <mc:Choice xmlns:v="urn:schemas-microsoft-com:vml" Requires="v">
                <p:oleObj name="Equation" r:id="rId4" imgW="2793960" imgH="850680" progId="Equation.DSMT4">
                  <p:embed/>
                </p:oleObj>
              </mc:Choice>
              <mc:Fallback>
                <p:oleObj name="Equation" r:id="rId4" imgW="2793960" imgH="850680" progId="Equation.DSMT4">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1773238"/>
                        <a:ext cx="8604250" cy="2211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8919" name="Text Box 7">
            <a:extLst>
              <a:ext uri="{FF2B5EF4-FFF2-40B4-BE49-F238E27FC236}">
                <a16:creationId xmlns:a16="http://schemas.microsoft.com/office/drawing/2014/main" id="{DF9FBEE0-866E-7120-BFA0-744E3BA3241C}"/>
              </a:ext>
            </a:extLst>
          </p:cNvPr>
          <p:cNvSpPr txBox="1">
            <a:spLocks noChangeArrowheads="1"/>
          </p:cNvSpPr>
          <p:nvPr/>
        </p:nvSpPr>
        <p:spPr bwMode="auto">
          <a:xfrm>
            <a:off x="0" y="3860800"/>
            <a:ext cx="9144000" cy="2563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en-US" altLang="zh-CN" sz="2800" b="1">
                <a:latin typeface="楷体_GB2312" pitchFamily="49" charset="-122"/>
                <a:ea typeface="楷体_GB2312" pitchFamily="49" charset="-122"/>
              </a:rPr>
              <a:t>  </a:t>
            </a:r>
            <a:r>
              <a:rPr lang="zh-CN" altLang="en-US" sz="3600" b="1">
                <a:solidFill>
                  <a:srgbClr val="760C04"/>
                </a:solidFill>
                <a:latin typeface="楷体_GB2312" pitchFamily="49" charset="-122"/>
                <a:ea typeface="楷体_GB2312" pitchFamily="49" charset="-122"/>
              </a:rPr>
              <a:t>这表明：</a:t>
            </a:r>
            <a:r>
              <a:rPr lang="zh-CN" altLang="en-US" sz="3600" b="1">
                <a:solidFill>
                  <a:srgbClr val="000066"/>
                </a:solidFill>
                <a:latin typeface="Times New Roman" panose="02020603050405020304" pitchFamily="18" charset="0"/>
                <a:ea typeface="楷体_GB2312" pitchFamily="49" charset="-122"/>
              </a:rPr>
              <a:t>一个</a:t>
            </a:r>
            <a:r>
              <a:rPr lang="en-US" altLang="zh-CN" sz="3600" b="1">
                <a:solidFill>
                  <a:srgbClr val="000066"/>
                </a:solidFill>
                <a:latin typeface="Times New Roman" panose="02020603050405020304" pitchFamily="18" charset="0"/>
                <a:ea typeface="楷体_GB2312" pitchFamily="49" charset="-122"/>
              </a:rPr>
              <a:t>N</a:t>
            </a:r>
            <a:r>
              <a:rPr lang="zh-CN" altLang="en-US" sz="3600" b="1">
                <a:solidFill>
                  <a:srgbClr val="000066"/>
                </a:solidFill>
                <a:latin typeface="Times New Roman" panose="02020603050405020304" pitchFamily="18" charset="0"/>
                <a:ea typeface="楷体_GB2312" pitchFamily="49" charset="-122"/>
              </a:rPr>
              <a:t>阶的</a:t>
            </a:r>
            <a:r>
              <a:rPr lang="en-US" altLang="zh-CN" sz="3600" b="1">
                <a:solidFill>
                  <a:srgbClr val="000066"/>
                </a:solidFill>
                <a:latin typeface="Times New Roman" panose="02020603050405020304" pitchFamily="18" charset="0"/>
                <a:ea typeface="楷体_GB2312" pitchFamily="49" charset="-122"/>
              </a:rPr>
              <a:t>LTI</a:t>
            </a:r>
            <a:r>
              <a:rPr lang="zh-CN" altLang="en-US" sz="3600" b="1">
                <a:solidFill>
                  <a:srgbClr val="000066"/>
                </a:solidFill>
                <a:latin typeface="Times New Roman" panose="02020603050405020304" pitchFamily="18" charset="0"/>
                <a:ea typeface="楷体_GB2312" pitchFamily="49" charset="-122"/>
              </a:rPr>
              <a:t>系统可以分解为若干个二阶系统和一阶系统的级联。在</a:t>
            </a:r>
            <a:r>
              <a:rPr lang="en-US" altLang="zh-CN" sz="3600" b="1">
                <a:solidFill>
                  <a:srgbClr val="000066"/>
                </a:solidFill>
                <a:latin typeface="Times New Roman" panose="02020603050405020304" pitchFamily="18" charset="0"/>
                <a:ea typeface="楷体_GB2312" pitchFamily="49" charset="-122"/>
              </a:rPr>
              <a:t>N</a:t>
            </a:r>
            <a:r>
              <a:rPr lang="zh-CN" altLang="en-US" sz="3600" b="1">
                <a:solidFill>
                  <a:srgbClr val="000066"/>
                </a:solidFill>
                <a:latin typeface="Times New Roman" panose="02020603050405020304" pitchFamily="18" charset="0"/>
                <a:ea typeface="楷体_GB2312" pitchFamily="49" charset="-122"/>
              </a:rPr>
              <a:t>为偶数时，可全部组合成二阶系统的级联形式。</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38918"/>
                                        </p:tgtEl>
                                        <p:attrNameLst>
                                          <p:attrName>style.visibility</p:attrName>
                                        </p:attrNameLst>
                                      </p:cBhvr>
                                      <p:to>
                                        <p:strVal val="visible"/>
                                      </p:to>
                                    </p:set>
                                    <p:anim calcmode="lin" valueType="num">
                                      <p:cBhvr additive="base">
                                        <p:cTn id="7" dur="500" fill="hold"/>
                                        <p:tgtEl>
                                          <p:spTgt spid="38918"/>
                                        </p:tgtEl>
                                        <p:attrNameLst>
                                          <p:attrName>ppt_x</p:attrName>
                                        </p:attrNameLst>
                                      </p:cBhvr>
                                      <p:tavLst>
                                        <p:tav tm="0">
                                          <p:val>
                                            <p:strVal val="0-#ppt_w/2"/>
                                          </p:val>
                                        </p:tav>
                                        <p:tav tm="100000">
                                          <p:val>
                                            <p:strVal val="#ppt_x"/>
                                          </p:val>
                                        </p:tav>
                                      </p:tavLst>
                                    </p:anim>
                                    <p:anim calcmode="lin" valueType="num">
                                      <p:cBhvr additive="base">
                                        <p:cTn id="8" dur="500" fill="hold"/>
                                        <p:tgtEl>
                                          <p:spTgt spid="3891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8919"/>
                                        </p:tgtEl>
                                        <p:attrNameLst>
                                          <p:attrName>style.visibility</p:attrName>
                                        </p:attrNameLst>
                                      </p:cBhvr>
                                      <p:to>
                                        <p:strVal val="visible"/>
                                      </p:to>
                                    </p:set>
                                    <p:anim calcmode="lin" valueType="num">
                                      <p:cBhvr additive="base">
                                        <p:cTn id="13" dur="500" fill="hold"/>
                                        <p:tgtEl>
                                          <p:spTgt spid="38919"/>
                                        </p:tgtEl>
                                        <p:attrNameLst>
                                          <p:attrName>ppt_x</p:attrName>
                                        </p:attrNameLst>
                                      </p:cBhvr>
                                      <p:tavLst>
                                        <p:tav tm="0">
                                          <p:val>
                                            <p:strVal val="0-#ppt_w/2"/>
                                          </p:val>
                                        </p:tav>
                                        <p:tav tm="100000">
                                          <p:val>
                                            <p:strVal val="#ppt_x"/>
                                          </p:val>
                                        </p:tav>
                                      </p:tavLst>
                                    </p:anim>
                                    <p:anim calcmode="lin" valueType="num">
                                      <p:cBhvr additive="base">
                                        <p:cTn id="14" dur="500" fill="hold"/>
                                        <p:tgtEl>
                                          <p:spTgt spid="3891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9" grpId="0" autoUpdateAnimBg="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7890" name="Object 2">
            <a:extLst>
              <a:ext uri="{FF2B5EF4-FFF2-40B4-BE49-F238E27FC236}">
                <a16:creationId xmlns:a16="http://schemas.microsoft.com/office/drawing/2014/main" id="{8F574137-063C-7A17-2BEA-4A7FAFF257F3}"/>
              </a:ext>
            </a:extLst>
          </p:cNvPr>
          <p:cNvGraphicFramePr>
            <a:graphicFrameLocks noChangeAspect="1"/>
          </p:cNvGraphicFramePr>
          <p:nvPr/>
        </p:nvGraphicFramePr>
        <p:xfrm>
          <a:off x="0" y="1844675"/>
          <a:ext cx="9144000" cy="3236913"/>
        </p:xfrm>
        <a:graphic>
          <a:graphicData uri="http://schemas.openxmlformats.org/presentationml/2006/ole">
            <mc:AlternateContent xmlns:mc="http://schemas.openxmlformats.org/markup-compatibility/2006">
              <mc:Choice xmlns:v="urn:schemas-microsoft-com:vml" Requires="v">
                <p:oleObj name="BMP 图象" r:id="rId2" imgW="6257143" imgH="1991003" progId="Paint.Picture">
                  <p:embed/>
                </p:oleObj>
              </mc:Choice>
              <mc:Fallback>
                <p:oleObj name="BMP 图象" r:id="rId2" imgW="6257143" imgH="1991003" progId="Paint.Picture">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844675"/>
                        <a:ext cx="9144000" cy="3236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7891" name="Object 3">
            <a:extLst>
              <a:ext uri="{FF2B5EF4-FFF2-40B4-BE49-F238E27FC236}">
                <a16:creationId xmlns:a16="http://schemas.microsoft.com/office/drawing/2014/main" id="{6C53E273-952D-E4CB-B1C0-6A52C4B93C18}"/>
              </a:ext>
            </a:extLst>
          </p:cNvPr>
          <p:cNvGraphicFramePr>
            <a:graphicFrameLocks noChangeAspect="1"/>
          </p:cNvGraphicFramePr>
          <p:nvPr/>
        </p:nvGraphicFramePr>
        <p:xfrm>
          <a:off x="0" y="260350"/>
          <a:ext cx="3529013" cy="1298575"/>
        </p:xfrm>
        <a:graphic>
          <a:graphicData uri="http://schemas.openxmlformats.org/presentationml/2006/ole">
            <mc:AlternateContent xmlns:mc="http://schemas.openxmlformats.org/markup-compatibility/2006">
              <mc:Choice xmlns:v="urn:schemas-microsoft-com:vml" Requires="v">
                <p:oleObj name="Equation" r:id="rId4" imgW="1346040" imgH="495000" progId="Equation.DSMT4">
                  <p:embed/>
                </p:oleObj>
              </mc:Choice>
              <mc:Fallback>
                <p:oleObj name="Equation" r:id="rId4" imgW="1346040" imgH="495000"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260350"/>
                        <a:ext cx="3529013" cy="1298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7892" name="Object 4">
            <a:extLst>
              <a:ext uri="{FF2B5EF4-FFF2-40B4-BE49-F238E27FC236}">
                <a16:creationId xmlns:a16="http://schemas.microsoft.com/office/drawing/2014/main" id="{CD967AEE-539D-8C77-03C7-54F4086ACA59}"/>
              </a:ext>
            </a:extLst>
          </p:cNvPr>
          <p:cNvGraphicFramePr>
            <a:graphicFrameLocks noChangeAspect="1"/>
          </p:cNvGraphicFramePr>
          <p:nvPr/>
        </p:nvGraphicFramePr>
        <p:xfrm>
          <a:off x="5292725" y="333375"/>
          <a:ext cx="3635375" cy="1149350"/>
        </p:xfrm>
        <a:graphic>
          <a:graphicData uri="http://schemas.openxmlformats.org/presentationml/2006/ole">
            <mc:AlternateContent xmlns:mc="http://schemas.openxmlformats.org/markup-compatibility/2006">
              <mc:Choice xmlns:v="urn:schemas-microsoft-com:vml" Requires="v">
                <p:oleObj name="Equation" r:id="rId6" imgW="1447560" imgH="457200" progId="Equation.DSMT4">
                  <p:embed/>
                </p:oleObj>
              </mc:Choice>
              <mc:Fallback>
                <p:oleObj name="Equation" r:id="rId6" imgW="1447560" imgH="457200" progId="Equation.DSMT4">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92725" y="333375"/>
                        <a:ext cx="3635375" cy="1149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7893" name="Text Box 5">
            <a:extLst>
              <a:ext uri="{FF2B5EF4-FFF2-40B4-BE49-F238E27FC236}">
                <a16:creationId xmlns:a16="http://schemas.microsoft.com/office/drawing/2014/main" id="{36C30A18-F9D3-0AE7-BA3B-46804B7D23D3}"/>
              </a:ext>
            </a:extLst>
          </p:cNvPr>
          <p:cNvSpPr txBox="1">
            <a:spLocks noChangeArrowheads="1"/>
          </p:cNvSpPr>
          <p:nvPr/>
        </p:nvSpPr>
        <p:spPr bwMode="auto">
          <a:xfrm>
            <a:off x="3708400" y="587375"/>
            <a:ext cx="11017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000066"/>
                </a:solidFill>
                <a:latin typeface="楷体_GB2312" pitchFamily="49" charset="-122"/>
                <a:ea typeface="楷体_GB2312" pitchFamily="49" charset="-122"/>
              </a:rPr>
              <a:t>其中</a:t>
            </a:r>
          </a:p>
        </p:txBody>
      </p:sp>
      <p:sp>
        <p:nvSpPr>
          <p:cNvPr id="37894" name="Text Box 6">
            <a:extLst>
              <a:ext uri="{FF2B5EF4-FFF2-40B4-BE49-F238E27FC236}">
                <a16:creationId xmlns:a16="http://schemas.microsoft.com/office/drawing/2014/main" id="{10C6D933-DB9A-B8B3-DA03-1EBD08AACACE}"/>
              </a:ext>
            </a:extLst>
          </p:cNvPr>
          <p:cNvSpPr txBox="1">
            <a:spLocks noChangeArrowheads="1"/>
          </p:cNvSpPr>
          <p:nvPr/>
        </p:nvSpPr>
        <p:spPr bwMode="auto">
          <a:xfrm>
            <a:off x="395288" y="5516563"/>
            <a:ext cx="8313737"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000066"/>
                </a:solidFill>
                <a:latin typeface="Times New Roman" panose="02020603050405020304" pitchFamily="18" charset="0"/>
                <a:ea typeface="楷体_GB2312" pitchFamily="49" charset="-122"/>
              </a:rPr>
              <a:t>如果</a:t>
            </a:r>
            <a:r>
              <a:rPr lang="en-US" altLang="zh-CN" sz="3600" b="1">
                <a:solidFill>
                  <a:srgbClr val="000066"/>
                </a:solidFill>
                <a:latin typeface="Times New Roman" panose="02020603050405020304" pitchFamily="18" charset="0"/>
                <a:ea typeface="楷体_GB2312" pitchFamily="49" charset="-122"/>
              </a:rPr>
              <a:t>N</a:t>
            </a:r>
            <a:r>
              <a:rPr lang="zh-CN" altLang="en-US" sz="3600" b="1">
                <a:solidFill>
                  <a:srgbClr val="000066"/>
                </a:solidFill>
                <a:latin typeface="Times New Roman" panose="02020603050405020304" pitchFamily="18" charset="0"/>
                <a:ea typeface="楷体_GB2312" pitchFamily="49" charset="-122"/>
              </a:rPr>
              <a:t>为奇数，则有一个一阶系统出现。</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7893"/>
                                        </p:tgtEl>
                                        <p:attrNameLst>
                                          <p:attrName>style.visibility</p:attrName>
                                        </p:attrNameLst>
                                      </p:cBhvr>
                                      <p:to>
                                        <p:strVal val="visible"/>
                                      </p:to>
                                    </p:set>
                                    <p:anim calcmode="lin" valueType="num">
                                      <p:cBhvr additive="base">
                                        <p:cTn id="7" dur="500" fill="hold"/>
                                        <p:tgtEl>
                                          <p:spTgt spid="37893"/>
                                        </p:tgtEl>
                                        <p:attrNameLst>
                                          <p:attrName>ppt_x</p:attrName>
                                        </p:attrNameLst>
                                      </p:cBhvr>
                                      <p:tavLst>
                                        <p:tav tm="0">
                                          <p:val>
                                            <p:strVal val="0-#ppt_w/2"/>
                                          </p:val>
                                        </p:tav>
                                        <p:tav tm="100000">
                                          <p:val>
                                            <p:strVal val="#ppt_x"/>
                                          </p:val>
                                        </p:tav>
                                      </p:tavLst>
                                    </p:anim>
                                    <p:anim calcmode="lin" valueType="num">
                                      <p:cBhvr additive="base">
                                        <p:cTn id="8" dur="500" fill="hold"/>
                                        <p:tgtEl>
                                          <p:spTgt spid="3789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37892"/>
                                        </p:tgtEl>
                                        <p:attrNameLst>
                                          <p:attrName>style.visibility</p:attrName>
                                        </p:attrNameLst>
                                      </p:cBhvr>
                                      <p:to>
                                        <p:strVal val="visible"/>
                                      </p:to>
                                    </p:set>
                                    <p:anim calcmode="lin" valueType="num">
                                      <p:cBhvr additive="base">
                                        <p:cTn id="13" dur="500" fill="hold"/>
                                        <p:tgtEl>
                                          <p:spTgt spid="37892"/>
                                        </p:tgtEl>
                                        <p:attrNameLst>
                                          <p:attrName>ppt_x</p:attrName>
                                        </p:attrNameLst>
                                      </p:cBhvr>
                                      <p:tavLst>
                                        <p:tav tm="0">
                                          <p:val>
                                            <p:strVal val="0-#ppt_w/2"/>
                                          </p:val>
                                        </p:tav>
                                        <p:tav tm="100000">
                                          <p:val>
                                            <p:strVal val="#ppt_x"/>
                                          </p:val>
                                        </p:tav>
                                      </p:tavLst>
                                    </p:anim>
                                    <p:anim calcmode="lin" valueType="num">
                                      <p:cBhvr additive="base">
                                        <p:cTn id="14" dur="500" fill="hold"/>
                                        <p:tgtEl>
                                          <p:spTgt spid="37892"/>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37890"/>
                                        </p:tgtEl>
                                        <p:attrNameLst>
                                          <p:attrName>style.visibility</p:attrName>
                                        </p:attrNameLst>
                                      </p:cBhvr>
                                      <p:to>
                                        <p:strVal val="visible"/>
                                      </p:to>
                                    </p:set>
                                    <p:anim calcmode="lin" valueType="num">
                                      <p:cBhvr additive="base">
                                        <p:cTn id="19" dur="500" fill="hold"/>
                                        <p:tgtEl>
                                          <p:spTgt spid="37890"/>
                                        </p:tgtEl>
                                        <p:attrNameLst>
                                          <p:attrName>ppt_x</p:attrName>
                                        </p:attrNameLst>
                                      </p:cBhvr>
                                      <p:tavLst>
                                        <p:tav tm="0">
                                          <p:val>
                                            <p:strVal val="0-#ppt_w/2"/>
                                          </p:val>
                                        </p:tav>
                                        <p:tav tm="100000">
                                          <p:val>
                                            <p:strVal val="#ppt_x"/>
                                          </p:val>
                                        </p:tav>
                                      </p:tavLst>
                                    </p:anim>
                                    <p:anim calcmode="lin" valueType="num">
                                      <p:cBhvr additive="base">
                                        <p:cTn id="20" dur="500" fill="hold"/>
                                        <p:tgtEl>
                                          <p:spTgt spid="37890"/>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7894"/>
                                        </p:tgtEl>
                                        <p:attrNameLst>
                                          <p:attrName>style.visibility</p:attrName>
                                        </p:attrNameLst>
                                      </p:cBhvr>
                                      <p:to>
                                        <p:strVal val="visible"/>
                                      </p:to>
                                    </p:set>
                                    <p:anim calcmode="lin" valueType="num">
                                      <p:cBhvr additive="base">
                                        <p:cTn id="25" dur="500" fill="hold"/>
                                        <p:tgtEl>
                                          <p:spTgt spid="37894"/>
                                        </p:tgtEl>
                                        <p:attrNameLst>
                                          <p:attrName>ppt_x</p:attrName>
                                        </p:attrNameLst>
                                      </p:cBhvr>
                                      <p:tavLst>
                                        <p:tav tm="0">
                                          <p:val>
                                            <p:strVal val="0-#ppt_w/2"/>
                                          </p:val>
                                        </p:tav>
                                        <p:tav tm="100000">
                                          <p:val>
                                            <p:strVal val="#ppt_x"/>
                                          </p:val>
                                        </p:tav>
                                      </p:tavLst>
                                    </p:anim>
                                    <p:anim calcmode="lin" valueType="num">
                                      <p:cBhvr additive="base">
                                        <p:cTn id="26" dur="500" fill="hold"/>
                                        <p:tgtEl>
                                          <p:spTgt spid="3789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3" grpId="0" autoUpdateAnimBg="0"/>
      <p:bldP spid="37894" grpId="0" autoUpdateAnimBg="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 Box 2">
            <a:extLst>
              <a:ext uri="{FF2B5EF4-FFF2-40B4-BE49-F238E27FC236}">
                <a16:creationId xmlns:a16="http://schemas.microsoft.com/office/drawing/2014/main" id="{DBA1DE71-E775-D7CE-5257-8FCAE4F95DCD}"/>
              </a:ext>
            </a:extLst>
          </p:cNvPr>
          <p:cNvSpPr txBox="1">
            <a:spLocks noChangeArrowheads="1"/>
          </p:cNvSpPr>
          <p:nvPr/>
        </p:nvSpPr>
        <p:spPr bwMode="auto">
          <a:xfrm>
            <a:off x="250825" y="161925"/>
            <a:ext cx="311308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b="1">
                <a:solidFill>
                  <a:srgbClr val="760C04"/>
                </a:solidFill>
                <a:ea typeface="楷体_GB2312" pitchFamily="49" charset="-122"/>
              </a:rPr>
              <a:t>2.  </a:t>
            </a:r>
            <a:r>
              <a:rPr lang="zh-CN" altLang="en-US" sz="3600" b="1">
                <a:solidFill>
                  <a:srgbClr val="760C04"/>
                </a:solidFill>
                <a:ea typeface="楷体_GB2312" pitchFamily="49" charset="-122"/>
              </a:rPr>
              <a:t>并联结构：</a:t>
            </a:r>
          </a:p>
        </p:txBody>
      </p:sp>
      <p:sp>
        <p:nvSpPr>
          <p:cNvPr id="36868" name="Text Box 4">
            <a:extLst>
              <a:ext uri="{FF2B5EF4-FFF2-40B4-BE49-F238E27FC236}">
                <a16:creationId xmlns:a16="http://schemas.microsoft.com/office/drawing/2014/main" id="{B02161A2-35F8-B94E-AF49-80927191A405}"/>
              </a:ext>
            </a:extLst>
          </p:cNvPr>
          <p:cNvSpPr txBox="1">
            <a:spLocks noChangeArrowheads="1"/>
          </p:cNvSpPr>
          <p:nvPr/>
        </p:nvSpPr>
        <p:spPr bwMode="auto">
          <a:xfrm>
            <a:off x="0" y="692150"/>
            <a:ext cx="8826500" cy="2563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en-US" altLang="zh-CN" sz="2800" b="1">
                <a:latin typeface="楷体_GB2312" pitchFamily="49" charset="-122"/>
                <a:ea typeface="楷体_GB2312" pitchFamily="49" charset="-122"/>
              </a:rPr>
              <a:t>  </a:t>
            </a:r>
            <a:r>
              <a:rPr lang="zh-CN" altLang="en-US" sz="3600" b="1">
                <a:solidFill>
                  <a:srgbClr val="000066"/>
                </a:solidFill>
                <a:latin typeface="楷体_GB2312" pitchFamily="49" charset="-122"/>
                <a:ea typeface="楷体_GB2312" pitchFamily="49" charset="-122"/>
              </a:rPr>
              <a:t>将    展开为部分分式 </a:t>
            </a:r>
            <a:r>
              <a:rPr lang="en-US" altLang="zh-CN" sz="3600" b="1">
                <a:solidFill>
                  <a:srgbClr val="000066"/>
                </a:solidFill>
                <a:latin typeface="楷体_GB2312" pitchFamily="49" charset="-122"/>
                <a:ea typeface="楷体_GB2312" pitchFamily="49" charset="-122"/>
              </a:rPr>
              <a:t>(</a:t>
            </a:r>
            <a:r>
              <a:rPr lang="zh-CN" altLang="en-US" sz="3600" b="1">
                <a:solidFill>
                  <a:srgbClr val="000066"/>
                </a:solidFill>
                <a:latin typeface="楷体_GB2312" pitchFamily="49" charset="-122"/>
                <a:ea typeface="楷体_GB2312" pitchFamily="49" charset="-122"/>
              </a:rPr>
              <a:t>假定    的分子阶数不高于分母阶数，所有极点都是单阶的），则有：</a:t>
            </a:r>
          </a:p>
        </p:txBody>
      </p:sp>
      <p:graphicFrame>
        <p:nvGraphicFramePr>
          <p:cNvPr id="36869" name="Object 5">
            <a:extLst>
              <a:ext uri="{FF2B5EF4-FFF2-40B4-BE49-F238E27FC236}">
                <a16:creationId xmlns:a16="http://schemas.microsoft.com/office/drawing/2014/main" id="{8E28B7DF-34EA-4D5B-9A02-74F237AC1F79}"/>
              </a:ext>
            </a:extLst>
          </p:cNvPr>
          <p:cNvGraphicFramePr>
            <a:graphicFrameLocks noChangeAspect="1"/>
          </p:cNvGraphicFramePr>
          <p:nvPr/>
        </p:nvGraphicFramePr>
        <p:xfrm>
          <a:off x="900113" y="981075"/>
          <a:ext cx="979487" cy="511175"/>
        </p:xfrm>
        <a:graphic>
          <a:graphicData uri="http://schemas.openxmlformats.org/presentationml/2006/ole">
            <mc:AlternateContent xmlns:mc="http://schemas.openxmlformats.org/markup-compatibility/2006">
              <mc:Choice xmlns:v="urn:schemas-microsoft-com:vml" Requires="v">
                <p:oleObj name="Equation" r:id="rId2" imgW="355320" imgH="203040" progId="Equation.DSMT4">
                  <p:embed/>
                </p:oleObj>
              </mc:Choice>
              <mc:Fallback>
                <p:oleObj name="Equation" r:id="rId2" imgW="355320" imgH="203040" progId="Equation.DSMT4">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113" y="981075"/>
                        <a:ext cx="979487"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6870" name="Object 6">
            <a:extLst>
              <a:ext uri="{FF2B5EF4-FFF2-40B4-BE49-F238E27FC236}">
                <a16:creationId xmlns:a16="http://schemas.microsoft.com/office/drawing/2014/main" id="{3A69E0E8-F0B9-FAB0-61F9-C114E5591561}"/>
              </a:ext>
            </a:extLst>
          </p:cNvPr>
          <p:cNvGraphicFramePr>
            <a:graphicFrameLocks noChangeAspect="1"/>
          </p:cNvGraphicFramePr>
          <p:nvPr/>
        </p:nvGraphicFramePr>
        <p:xfrm>
          <a:off x="6372225" y="1052513"/>
          <a:ext cx="984250" cy="511175"/>
        </p:xfrm>
        <a:graphic>
          <a:graphicData uri="http://schemas.openxmlformats.org/presentationml/2006/ole">
            <mc:AlternateContent xmlns:mc="http://schemas.openxmlformats.org/markup-compatibility/2006">
              <mc:Choice xmlns:v="urn:schemas-microsoft-com:vml" Requires="v">
                <p:oleObj name="Equation" r:id="rId2" imgW="355320" imgH="203040" progId="Equation.DSMT4">
                  <p:embed/>
                </p:oleObj>
              </mc:Choice>
              <mc:Fallback>
                <p:oleObj name="Equation" r:id="rId2" imgW="355320" imgH="203040" progId="Equation.DSMT4">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72225" y="1052513"/>
                        <a:ext cx="984250"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6871" name="Object 7">
            <a:extLst>
              <a:ext uri="{FF2B5EF4-FFF2-40B4-BE49-F238E27FC236}">
                <a16:creationId xmlns:a16="http://schemas.microsoft.com/office/drawing/2014/main" id="{426ED1D3-9997-E804-C228-4532E3861F75}"/>
              </a:ext>
            </a:extLst>
          </p:cNvPr>
          <p:cNvGraphicFramePr>
            <a:graphicFrameLocks noChangeAspect="1"/>
          </p:cNvGraphicFramePr>
          <p:nvPr/>
        </p:nvGraphicFramePr>
        <p:xfrm>
          <a:off x="2555875" y="2276475"/>
          <a:ext cx="5327650" cy="1387475"/>
        </p:xfrm>
        <a:graphic>
          <a:graphicData uri="http://schemas.openxmlformats.org/presentationml/2006/ole">
            <mc:AlternateContent xmlns:mc="http://schemas.openxmlformats.org/markup-compatibility/2006">
              <mc:Choice xmlns:v="urn:schemas-microsoft-com:vml" Requires="v">
                <p:oleObj name="Equation" r:id="rId4" imgW="1384200" imgH="444240" progId="Equation.DSMT4">
                  <p:embed/>
                </p:oleObj>
              </mc:Choice>
              <mc:Fallback>
                <p:oleObj name="Equation" r:id="rId4" imgW="1384200" imgH="444240" progId="Equation.DSMT4">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55875" y="2276475"/>
                        <a:ext cx="5327650" cy="1387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6872" name="Text Box 8">
            <a:extLst>
              <a:ext uri="{FF2B5EF4-FFF2-40B4-BE49-F238E27FC236}">
                <a16:creationId xmlns:a16="http://schemas.microsoft.com/office/drawing/2014/main" id="{788128B5-0B68-E2BA-F1F9-2A546A769567}"/>
              </a:ext>
            </a:extLst>
          </p:cNvPr>
          <p:cNvSpPr txBox="1">
            <a:spLocks noChangeArrowheads="1"/>
          </p:cNvSpPr>
          <p:nvPr/>
        </p:nvSpPr>
        <p:spPr bwMode="auto">
          <a:xfrm>
            <a:off x="0" y="3573463"/>
            <a:ext cx="86725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000066"/>
                </a:solidFill>
                <a:latin typeface="楷体_GB2312" pitchFamily="49" charset="-122"/>
                <a:ea typeface="楷体_GB2312" pitchFamily="49" charset="-122"/>
              </a:rPr>
              <a:t>将共轭成对的复数极点所对应的两项合并</a:t>
            </a:r>
            <a:r>
              <a:rPr lang="en-US" altLang="zh-CN" sz="3600" b="1">
                <a:solidFill>
                  <a:srgbClr val="000066"/>
                </a:solidFill>
                <a:latin typeface="楷体_GB2312" pitchFamily="49" charset="-122"/>
                <a:ea typeface="楷体_GB2312" pitchFamily="49" charset="-122"/>
              </a:rPr>
              <a:t>:</a:t>
            </a:r>
          </a:p>
        </p:txBody>
      </p:sp>
      <p:graphicFrame>
        <p:nvGraphicFramePr>
          <p:cNvPr id="36873" name="Object 9">
            <a:extLst>
              <a:ext uri="{FF2B5EF4-FFF2-40B4-BE49-F238E27FC236}">
                <a16:creationId xmlns:a16="http://schemas.microsoft.com/office/drawing/2014/main" id="{87C0903A-C261-4FE3-388D-AA5379E69146}"/>
              </a:ext>
            </a:extLst>
          </p:cNvPr>
          <p:cNvGraphicFramePr>
            <a:graphicFrameLocks noChangeAspect="1"/>
          </p:cNvGraphicFramePr>
          <p:nvPr/>
        </p:nvGraphicFramePr>
        <p:xfrm>
          <a:off x="71438" y="4292600"/>
          <a:ext cx="9072562" cy="1187450"/>
        </p:xfrm>
        <a:graphic>
          <a:graphicData uri="http://schemas.openxmlformats.org/presentationml/2006/ole">
            <mc:AlternateContent xmlns:mc="http://schemas.openxmlformats.org/markup-compatibility/2006">
              <mc:Choice xmlns:v="urn:schemas-microsoft-com:vml" Requires="v">
                <p:oleObj name="Equation" r:id="rId6" imgW="2666880" imgH="444240" progId="Equation.DSMT4">
                  <p:embed/>
                </p:oleObj>
              </mc:Choice>
              <mc:Fallback>
                <p:oleObj name="Equation" r:id="rId6" imgW="2666880" imgH="444240" progId="Equation.DSMT4">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438" y="4292600"/>
                        <a:ext cx="9072562"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6874" name="Object 10">
            <a:extLst>
              <a:ext uri="{FF2B5EF4-FFF2-40B4-BE49-F238E27FC236}">
                <a16:creationId xmlns:a16="http://schemas.microsoft.com/office/drawing/2014/main" id="{23C92FB3-380B-C6EE-B480-31DFB0E48740}"/>
              </a:ext>
            </a:extLst>
          </p:cNvPr>
          <p:cNvGraphicFramePr>
            <a:graphicFrameLocks noChangeAspect="1"/>
          </p:cNvGraphicFramePr>
          <p:nvPr/>
        </p:nvGraphicFramePr>
        <p:xfrm>
          <a:off x="1042988" y="5516563"/>
          <a:ext cx="3816350" cy="1271587"/>
        </p:xfrm>
        <a:graphic>
          <a:graphicData uri="http://schemas.openxmlformats.org/presentationml/2006/ole">
            <mc:AlternateContent xmlns:mc="http://schemas.openxmlformats.org/markup-compatibility/2006">
              <mc:Choice xmlns:v="urn:schemas-microsoft-com:vml" Requires="v">
                <p:oleObj name="Equation" r:id="rId8" imgW="1041120" imgH="495000" progId="Equation.DSMT4">
                  <p:embed/>
                </p:oleObj>
              </mc:Choice>
              <mc:Fallback>
                <p:oleObj name="Equation" r:id="rId8" imgW="1041120" imgH="495000" progId="Equation.DSMT4">
                  <p:embed/>
                  <p:pic>
                    <p:nvPicPr>
                      <p:cNvPr id="0"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42988" y="5516563"/>
                        <a:ext cx="3816350" cy="1271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6875" name="Text Box 11">
            <a:extLst>
              <a:ext uri="{FF2B5EF4-FFF2-40B4-BE49-F238E27FC236}">
                <a16:creationId xmlns:a16="http://schemas.microsoft.com/office/drawing/2014/main" id="{C088A6B3-6BB6-7A0E-4505-A4506DF7F516}"/>
              </a:ext>
            </a:extLst>
          </p:cNvPr>
          <p:cNvSpPr txBox="1">
            <a:spLocks noChangeArrowheads="1"/>
          </p:cNvSpPr>
          <p:nvPr/>
        </p:nvSpPr>
        <p:spPr bwMode="auto">
          <a:xfrm>
            <a:off x="4867275" y="5521325"/>
            <a:ext cx="1841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sz="2800" b="1">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36871"/>
                                        </p:tgtEl>
                                        <p:attrNameLst>
                                          <p:attrName>style.visibility</p:attrName>
                                        </p:attrNameLst>
                                      </p:cBhvr>
                                      <p:to>
                                        <p:strVal val="visible"/>
                                      </p:to>
                                    </p:set>
                                    <p:anim calcmode="lin" valueType="num">
                                      <p:cBhvr additive="base">
                                        <p:cTn id="7" dur="500" fill="hold"/>
                                        <p:tgtEl>
                                          <p:spTgt spid="36871"/>
                                        </p:tgtEl>
                                        <p:attrNameLst>
                                          <p:attrName>ppt_x</p:attrName>
                                        </p:attrNameLst>
                                      </p:cBhvr>
                                      <p:tavLst>
                                        <p:tav tm="0">
                                          <p:val>
                                            <p:strVal val="0-#ppt_w/2"/>
                                          </p:val>
                                        </p:tav>
                                        <p:tav tm="100000">
                                          <p:val>
                                            <p:strVal val="#ppt_x"/>
                                          </p:val>
                                        </p:tav>
                                      </p:tavLst>
                                    </p:anim>
                                    <p:anim calcmode="lin" valueType="num">
                                      <p:cBhvr additive="base">
                                        <p:cTn id="8" dur="500" fill="hold"/>
                                        <p:tgtEl>
                                          <p:spTgt spid="3687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6872"/>
                                        </p:tgtEl>
                                        <p:attrNameLst>
                                          <p:attrName>style.visibility</p:attrName>
                                        </p:attrNameLst>
                                      </p:cBhvr>
                                      <p:to>
                                        <p:strVal val="visible"/>
                                      </p:to>
                                    </p:set>
                                    <p:anim calcmode="lin" valueType="num">
                                      <p:cBhvr additive="base">
                                        <p:cTn id="13" dur="500" fill="hold"/>
                                        <p:tgtEl>
                                          <p:spTgt spid="36872"/>
                                        </p:tgtEl>
                                        <p:attrNameLst>
                                          <p:attrName>ppt_x</p:attrName>
                                        </p:attrNameLst>
                                      </p:cBhvr>
                                      <p:tavLst>
                                        <p:tav tm="0">
                                          <p:val>
                                            <p:strVal val="0-#ppt_w/2"/>
                                          </p:val>
                                        </p:tav>
                                        <p:tav tm="100000">
                                          <p:val>
                                            <p:strVal val="#ppt_x"/>
                                          </p:val>
                                        </p:tav>
                                      </p:tavLst>
                                    </p:anim>
                                    <p:anim calcmode="lin" valueType="num">
                                      <p:cBhvr additive="base">
                                        <p:cTn id="14" dur="500" fill="hold"/>
                                        <p:tgtEl>
                                          <p:spTgt spid="36872"/>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36873"/>
                                        </p:tgtEl>
                                        <p:attrNameLst>
                                          <p:attrName>style.visibility</p:attrName>
                                        </p:attrNameLst>
                                      </p:cBhvr>
                                      <p:to>
                                        <p:strVal val="visible"/>
                                      </p:to>
                                    </p:set>
                                    <p:anim calcmode="lin" valueType="num">
                                      <p:cBhvr additive="base">
                                        <p:cTn id="19" dur="500" fill="hold"/>
                                        <p:tgtEl>
                                          <p:spTgt spid="36873"/>
                                        </p:tgtEl>
                                        <p:attrNameLst>
                                          <p:attrName>ppt_x</p:attrName>
                                        </p:attrNameLst>
                                      </p:cBhvr>
                                      <p:tavLst>
                                        <p:tav tm="0">
                                          <p:val>
                                            <p:strVal val="0-#ppt_w/2"/>
                                          </p:val>
                                        </p:tav>
                                        <p:tav tm="100000">
                                          <p:val>
                                            <p:strVal val="#ppt_x"/>
                                          </p:val>
                                        </p:tav>
                                      </p:tavLst>
                                    </p:anim>
                                    <p:anim calcmode="lin" valueType="num">
                                      <p:cBhvr additive="base">
                                        <p:cTn id="20" dur="500" fill="hold"/>
                                        <p:tgtEl>
                                          <p:spTgt spid="36873"/>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36874"/>
                                        </p:tgtEl>
                                        <p:attrNameLst>
                                          <p:attrName>style.visibility</p:attrName>
                                        </p:attrNameLst>
                                      </p:cBhvr>
                                      <p:to>
                                        <p:strVal val="visible"/>
                                      </p:to>
                                    </p:set>
                                    <p:anim calcmode="lin" valueType="num">
                                      <p:cBhvr additive="base">
                                        <p:cTn id="25" dur="500" fill="hold"/>
                                        <p:tgtEl>
                                          <p:spTgt spid="36874"/>
                                        </p:tgtEl>
                                        <p:attrNameLst>
                                          <p:attrName>ppt_x</p:attrName>
                                        </p:attrNameLst>
                                      </p:cBhvr>
                                      <p:tavLst>
                                        <p:tav tm="0">
                                          <p:val>
                                            <p:strVal val="0-#ppt_w/2"/>
                                          </p:val>
                                        </p:tav>
                                        <p:tav tm="100000">
                                          <p:val>
                                            <p:strVal val="#ppt_x"/>
                                          </p:val>
                                        </p:tav>
                                      </p:tavLst>
                                    </p:anim>
                                    <p:anim calcmode="lin" valueType="num">
                                      <p:cBhvr additive="base">
                                        <p:cTn id="26" dur="500" fill="hold"/>
                                        <p:tgtEl>
                                          <p:spTgt spid="3687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72" grpId="0" autoUpdateAnimBg="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 Box 2">
            <a:extLst>
              <a:ext uri="{FF2B5EF4-FFF2-40B4-BE49-F238E27FC236}">
                <a16:creationId xmlns:a16="http://schemas.microsoft.com/office/drawing/2014/main" id="{529CADF2-39E8-C04E-472D-D633D053791E}"/>
              </a:ext>
            </a:extLst>
          </p:cNvPr>
          <p:cNvSpPr txBox="1">
            <a:spLocks noChangeArrowheads="1"/>
          </p:cNvSpPr>
          <p:nvPr/>
        </p:nvSpPr>
        <p:spPr bwMode="auto">
          <a:xfrm>
            <a:off x="0" y="0"/>
            <a:ext cx="8893175" cy="1520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30000"/>
              </a:lnSpc>
            </a:pPr>
            <a:r>
              <a:rPr lang="en-US" altLang="zh-CN" sz="2400" b="1">
                <a:latin typeface="楷体_GB2312" pitchFamily="49" charset="-122"/>
                <a:ea typeface="楷体_GB2312" pitchFamily="49" charset="-122"/>
              </a:rPr>
              <a:t>   </a:t>
            </a:r>
            <a:r>
              <a:rPr lang="en-US" altLang="zh-CN" sz="3600" b="1">
                <a:solidFill>
                  <a:srgbClr val="000066"/>
                </a:solidFill>
                <a:latin typeface="Times New Roman" panose="02020603050405020304" pitchFamily="18" charset="0"/>
                <a:ea typeface="楷体_GB2312" pitchFamily="49" charset="-122"/>
              </a:rPr>
              <a:t>N</a:t>
            </a:r>
            <a:r>
              <a:rPr lang="zh-CN" altLang="en-US" sz="3600" b="1">
                <a:solidFill>
                  <a:srgbClr val="000066"/>
                </a:solidFill>
                <a:latin typeface="Times New Roman" panose="02020603050405020304" pitchFamily="18" charset="0"/>
                <a:ea typeface="楷体_GB2312" pitchFamily="49" charset="-122"/>
              </a:rPr>
              <a:t>为偶数时又可将任意两个一阶项合并为二阶项，由此可得出系统的并联结构：</a:t>
            </a:r>
          </a:p>
        </p:txBody>
      </p:sp>
      <p:graphicFrame>
        <p:nvGraphicFramePr>
          <p:cNvPr id="35843" name="Object 3">
            <a:extLst>
              <a:ext uri="{FF2B5EF4-FFF2-40B4-BE49-F238E27FC236}">
                <a16:creationId xmlns:a16="http://schemas.microsoft.com/office/drawing/2014/main" id="{CAB9EC70-E43E-C0CD-76B4-337A2909D702}"/>
              </a:ext>
            </a:extLst>
          </p:cNvPr>
          <p:cNvGraphicFramePr>
            <a:graphicFrameLocks noChangeAspect="1"/>
          </p:cNvGraphicFramePr>
          <p:nvPr/>
        </p:nvGraphicFramePr>
        <p:xfrm>
          <a:off x="611188" y="1520825"/>
          <a:ext cx="8064500" cy="5043488"/>
        </p:xfrm>
        <a:graphic>
          <a:graphicData uri="http://schemas.openxmlformats.org/presentationml/2006/ole">
            <mc:AlternateContent xmlns:mc="http://schemas.openxmlformats.org/markup-compatibility/2006">
              <mc:Choice xmlns:v="urn:schemas-microsoft-com:vml" Requires="v">
                <p:oleObj name="BMP 图象" r:id="rId2" imgW="4933333" imgH="4180952" progId="Paint.Picture">
                  <p:embed/>
                </p:oleObj>
              </mc:Choice>
              <mc:Fallback>
                <p:oleObj name="BMP 图象" r:id="rId2" imgW="4933333" imgH="4180952" progId="Paint.Picture">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88" y="1520825"/>
                        <a:ext cx="8064500" cy="5043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35843"/>
                                        </p:tgtEl>
                                        <p:attrNameLst>
                                          <p:attrName>style.visibility</p:attrName>
                                        </p:attrNameLst>
                                      </p:cBhvr>
                                      <p:to>
                                        <p:strVal val="visible"/>
                                      </p:to>
                                    </p:set>
                                    <p:anim calcmode="lin" valueType="num">
                                      <p:cBhvr additive="base">
                                        <p:cTn id="7" dur="500" fill="hold"/>
                                        <p:tgtEl>
                                          <p:spTgt spid="35843"/>
                                        </p:tgtEl>
                                        <p:attrNameLst>
                                          <p:attrName>ppt_x</p:attrName>
                                        </p:attrNameLst>
                                      </p:cBhvr>
                                      <p:tavLst>
                                        <p:tav tm="0">
                                          <p:val>
                                            <p:strVal val="0-#ppt_w/2"/>
                                          </p:val>
                                        </p:tav>
                                        <p:tav tm="100000">
                                          <p:val>
                                            <p:strVal val="#ppt_x"/>
                                          </p:val>
                                        </p:tav>
                                      </p:tavLst>
                                    </p:anim>
                                    <p:anim calcmode="lin" valueType="num">
                                      <p:cBhvr additive="base">
                                        <p:cTn id="8" dur="500" fill="hold"/>
                                        <p:tgtEl>
                                          <p:spTgt spid="3584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00476E94-858B-3271-53BC-353CABE7D753}"/>
              </a:ext>
            </a:extLst>
          </p:cNvPr>
          <p:cNvSpPr>
            <a:spLocks noRot="1" noChangeArrowheads="1"/>
          </p:cNvSpPr>
          <p:nvPr/>
        </p:nvSpPr>
        <p:spPr bwMode="auto">
          <a:xfrm>
            <a:off x="684213" y="765175"/>
            <a:ext cx="6477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sz="2400" b="1">
                <a:solidFill>
                  <a:srgbClr val="000066"/>
                </a:solidFill>
                <a:latin typeface="Times New Roman" panose="02020603050405020304" pitchFamily="18" charset="0"/>
                <a:ea typeface="楷体_GB2312" pitchFamily="49" charset="-122"/>
              </a:rPr>
              <a:t>The  Unilateral  Laplace  Transform</a:t>
            </a:r>
          </a:p>
        </p:txBody>
      </p:sp>
      <p:sp>
        <p:nvSpPr>
          <p:cNvPr id="34819" name="Text Box 3">
            <a:extLst>
              <a:ext uri="{FF2B5EF4-FFF2-40B4-BE49-F238E27FC236}">
                <a16:creationId xmlns:a16="http://schemas.microsoft.com/office/drawing/2014/main" id="{5C56AB6E-32ED-99EF-10D2-BC636112D7EF}"/>
              </a:ext>
            </a:extLst>
          </p:cNvPr>
          <p:cNvSpPr txBox="1">
            <a:spLocks noChangeArrowheads="1"/>
          </p:cNvSpPr>
          <p:nvPr/>
        </p:nvSpPr>
        <p:spPr bwMode="auto">
          <a:xfrm>
            <a:off x="0" y="1052513"/>
            <a:ext cx="9144000" cy="3387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en-US" altLang="zh-CN" sz="2800" b="1">
                <a:latin typeface="楷体_GB2312" pitchFamily="49" charset="-122"/>
                <a:ea typeface="楷体_GB2312" pitchFamily="49" charset="-122"/>
              </a:rPr>
              <a:t>  </a:t>
            </a:r>
            <a:r>
              <a:rPr lang="zh-CN" altLang="en-US" sz="3600" b="1">
                <a:solidFill>
                  <a:srgbClr val="000066"/>
                </a:solidFill>
                <a:latin typeface="Times New Roman" panose="02020603050405020304" pitchFamily="18" charset="0"/>
                <a:ea typeface="楷体_GB2312" pitchFamily="49" charset="-122"/>
              </a:rPr>
              <a:t>单边拉氏变换是双边拉氏变换的特例。也就是因果信号的双边拉氏变换。单边拉氏变换对分析</a:t>
            </a:r>
            <a:r>
              <a:rPr lang="en-US" altLang="zh-CN" sz="3600" b="1">
                <a:solidFill>
                  <a:srgbClr val="000066"/>
                </a:solidFill>
                <a:latin typeface="Times New Roman" panose="02020603050405020304" pitchFamily="18" charset="0"/>
                <a:ea typeface="楷体_GB2312" pitchFamily="49" charset="-122"/>
              </a:rPr>
              <a:t>LCCDE </a:t>
            </a:r>
            <a:r>
              <a:rPr lang="zh-CN" altLang="en-US" sz="3600" b="1">
                <a:solidFill>
                  <a:srgbClr val="000066"/>
                </a:solidFill>
                <a:latin typeface="Times New Roman" panose="02020603050405020304" pitchFamily="18" charset="0"/>
                <a:ea typeface="楷体_GB2312" pitchFamily="49" charset="-122"/>
              </a:rPr>
              <a:t>描述的增量线性系统具有重要的意义。</a:t>
            </a:r>
          </a:p>
        </p:txBody>
      </p:sp>
      <p:sp>
        <p:nvSpPr>
          <p:cNvPr id="34820" name="Rectangle 4">
            <a:extLst>
              <a:ext uri="{FF2B5EF4-FFF2-40B4-BE49-F238E27FC236}">
                <a16:creationId xmlns:a16="http://schemas.microsoft.com/office/drawing/2014/main" id="{ADD61922-5CD3-E3CD-42C1-75164B53A990}"/>
              </a:ext>
            </a:extLst>
          </p:cNvPr>
          <p:cNvSpPr>
            <a:spLocks noRot="1" noChangeArrowheads="1"/>
          </p:cNvSpPr>
          <p:nvPr/>
        </p:nvSpPr>
        <p:spPr bwMode="auto">
          <a:xfrm>
            <a:off x="250825" y="4581525"/>
            <a:ext cx="2376488"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9144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1371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18288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3600" b="1">
                <a:solidFill>
                  <a:srgbClr val="760C04"/>
                </a:solidFill>
                <a:latin typeface="楷体_GB2312" pitchFamily="49" charset="-122"/>
                <a:ea typeface="楷体_GB2312" pitchFamily="49" charset="-122"/>
              </a:rPr>
              <a:t>一</a:t>
            </a:r>
            <a:r>
              <a:rPr lang="en-US" altLang="zh-CN" sz="3600" b="1">
                <a:solidFill>
                  <a:srgbClr val="760C04"/>
                </a:solidFill>
                <a:latin typeface="楷体_GB2312" pitchFamily="49" charset="-122"/>
                <a:ea typeface="楷体_GB2312" pitchFamily="49" charset="-122"/>
              </a:rPr>
              <a:t>.</a:t>
            </a:r>
            <a:r>
              <a:rPr lang="zh-CN" altLang="en-US" sz="3600" b="1">
                <a:solidFill>
                  <a:srgbClr val="760C04"/>
                </a:solidFill>
                <a:latin typeface="楷体_GB2312" pitchFamily="49" charset="-122"/>
                <a:ea typeface="楷体_GB2312" pitchFamily="49" charset="-122"/>
              </a:rPr>
              <a:t>定义</a:t>
            </a:r>
            <a:r>
              <a:rPr lang="en-US" altLang="zh-CN" sz="3600" b="1">
                <a:solidFill>
                  <a:srgbClr val="760C04"/>
                </a:solidFill>
                <a:latin typeface="楷体_GB2312" pitchFamily="49" charset="-122"/>
                <a:ea typeface="楷体_GB2312" pitchFamily="49" charset="-122"/>
              </a:rPr>
              <a:t>:</a:t>
            </a:r>
          </a:p>
        </p:txBody>
      </p:sp>
      <p:graphicFrame>
        <p:nvGraphicFramePr>
          <p:cNvPr id="34821" name="Object 5">
            <a:extLst>
              <a:ext uri="{FF2B5EF4-FFF2-40B4-BE49-F238E27FC236}">
                <a16:creationId xmlns:a16="http://schemas.microsoft.com/office/drawing/2014/main" id="{0A07625B-066A-86E7-A390-EB1F1CF3FBA7}"/>
              </a:ext>
            </a:extLst>
          </p:cNvPr>
          <p:cNvGraphicFramePr>
            <a:graphicFrameLocks noChangeAspect="1"/>
          </p:cNvGraphicFramePr>
          <p:nvPr/>
        </p:nvGraphicFramePr>
        <p:xfrm>
          <a:off x="2411413" y="4281488"/>
          <a:ext cx="5616575" cy="1073150"/>
        </p:xfrm>
        <a:graphic>
          <a:graphicData uri="http://schemas.openxmlformats.org/presentationml/2006/ole">
            <mc:AlternateContent xmlns:mc="http://schemas.openxmlformats.org/markup-compatibility/2006">
              <mc:Choice xmlns:v="urn:schemas-microsoft-com:vml" Requires="v">
                <p:oleObj name="Equation" r:id="rId2" imgW="1218960" imgH="330120" progId="Equation.DSMT4">
                  <p:embed/>
                </p:oleObj>
              </mc:Choice>
              <mc:Fallback>
                <p:oleObj name="Equation" r:id="rId2" imgW="1218960" imgH="330120" progId="Equation.DSMT4">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1413" y="4281488"/>
                        <a:ext cx="5616575" cy="1073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4823" name="Text Box 7">
            <a:extLst>
              <a:ext uri="{FF2B5EF4-FFF2-40B4-BE49-F238E27FC236}">
                <a16:creationId xmlns:a16="http://schemas.microsoft.com/office/drawing/2014/main" id="{5C369826-F360-9344-D76D-EA0AD9DD075E}"/>
              </a:ext>
            </a:extLst>
          </p:cNvPr>
          <p:cNvSpPr txBox="1">
            <a:spLocks noChangeArrowheads="1"/>
          </p:cNvSpPr>
          <p:nvPr/>
        </p:nvSpPr>
        <p:spPr bwMode="auto">
          <a:xfrm>
            <a:off x="0" y="5118100"/>
            <a:ext cx="9144000"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en-US" altLang="zh-CN" sz="3600" b="1">
                <a:latin typeface="楷体_GB2312" pitchFamily="49" charset="-122"/>
                <a:ea typeface="楷体_GB2312" pitchFamily="49" charset="-122"/>
              </a:rPr>
              <a:t>  </a:t>
            </a:r>
            <a:r>
              <a:rPr lang="zh-CN" altLang="en-US" sz="3600" b="1">
                <a:solidFill>
                  <a:srgbClr val="000066"/>
                </a:solidFill>
                <a:latin typeface="楷体_GB2312" pitchFamily="49" charset="-122"/>
                <a:ea typeface="楷体_GB2312" pitchFamily="49" charset="-122"/>
              </a:rPr>
              <a:t>如果    是因果信号，对其做双边拉氏变换和做单边拉氏变换是完全相同的。</a:t>
            </a:r>
          </a:p>
        </p:txBody>
      </p:sp>
      <p:graphicFrame>
        <p:nvGraphicFramePr>
          <p:cNvPr id="34824" name="Object 8">
            <a:extLst>
              <a:ext uri="{FF2B5EF4-FFF2-40B4-BE49-F238E27FC236}">
                <a16:creationId xmlns:a16="http://schemas.microsoft.com/office/drawing/2014/main" id="{3BC6174D-7F7E-5064-4E52-9248AD55B4B4}"/>
              </a:ext>
            </a:extLst>
          </p:cNvPr>
          <p:cNvGraphicFramePr>
            <a:graphicFrameLocks noChangeAspect="1"/>
          </p:cNvGraphicFramePr>
          <p:nvPr/>
        </p:nvGraphicFramePr>
        <p:xfrm>
          <a:off x="1476375" y="5300663"/>
          <a:ext cx="1079500" cy="695325"/>
        </p:xfrm>
        <a:graphic>
          <a:graphicData uri="http://schemas.openxmlformats.org/presentationml/2006/ole">
            <mc:AlternateContent xmlns:mc="http://schemas.openxmlformats.org/markup-compatibility/2006">
              <mc:Choice xmlns:v="urn:schemas-microsoft-com:vml" Requires="v">
                <p:oleObj name="Equation" r:id="rId4" imgW="279360" imgH="203040" progId="Equation.DSMT4">
                  <p:embed/>
                </p:oleObj>
              </mc:Choice>
              <mc:Fallback>
                <p:oleObj name="Equation" r:id="rId4" imgW="279360" imgH="203040" progId="Equation.DSMT4">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6375" y="5300663"/>
                        <a:ext cx="1079500" cy="695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4826" name="Rectangle 10">
            <a:extLst>
              <a:ext uri="{FF2B5EF4-FFF2-40B4-BE49-F238E27FC236}">
                <a16:creationId xmlns:a16="http://schemas.microsoft.com/office/drawing/2014/main" id="{36D9075F-315A-F1B0-CDAD-89E5722ED20A}"/>
              </a:ext>
            </a:extLst>
          </p:cNvPr>
          <p:cNvSpPr>
            <a:spLocks noChangeArrowheads="1"/>
          </p:cNvSpPr>
          <p:nvPr/>
        </p:nvSpPr>
        <p:spPr bwMode="auto">
          <a:xfrm>
            <a:off x="0" y="161925"/>
            <a:ext cx="50228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4000" b="1">
                <a:solidFill>
                  <a:srgbClr val="000066"/>
                </a:solidFill>
                <a:latin typeface="Times New Roman" panose="02020603050405020304" pitchFamily="18" charset="0"/>
                <a:ea typeface="楷体_GB2312" pitchFamily="49" charset="-122"/>
              </a:rPr>
              <a:t>9.9 </a:t>
            </a:r>
            <a:r>
              <a:rPr lang="zh-CN" altLang="en-US" sz="4000" b="1">
                <a:solidFill>
                  <a:srgbClr val="000066"/>
                </a:solidFill>
                <a:latin typeface="Times New Roman" panose="02020603050405020304" pitchFamily="18" charset="0"/>
                <a:ea typeface="楷体_GB2312" pitchFamily="49" charset="-122"/>
              </a:rPr>
              <a:t>单边拉普拉斯变换</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4819"/>
                                        </p:tgtEl>
                                        <p:attrNameLst>
                                          <p:attrName>style.visibility</p:attrName>
                                        </p:attrNameLst>
                                      </p:cBhvr>
                                      <p:to>
                                        <p:strVal val="visible"/>
                                      </p:to>
                                    </p:set>
                                    <p:anim calcmode="lin" valueType="num">
                                      <p:cBhvr additive="base">
                                        <p:cTn id="7" dur="500" fill="hold"/>
                                        <p:tgtEl>
                                          <p:spTgt spid="34819"/>
                                        </p:tgtEl>
                                        <p:attrNameLst>
                                          <p:attrName>ppt_x</p:attrName>
                                        </p:attrNameLst>
                                      </p:cBhvr>
                                      <p:tavLst>
                                        <p:tav tm="0">
                                          <p:val>
                                            <p:strVal val="0-#ppt_w/2"/>
                                          </p:val>
                                        </p:tav>
                                        <p:tav tm="100000">
                                          <p:val>
                                            <p:strVal val="#ppt_x"/>
                                          </p:val>
                                        </p:tav>
                                      </p:tavLst>
                                    </p:anim>
                                    <p:anim calcmode="lin" valueType="num">
                                      <p:cBhvr additive="base">
                                        <p:cTn id="8" dur="500" fill="hold"/>
                                        <p:tgtEl>
                                          <p:spTgt spid="34819"/>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4820"/>
                                        </p:tgtEl>
                                        <p:attrNameLst>
                                          <p:attrName>style.visibility</p:attrName>
                                        </p:attrNameLst>
                                      </p:cBhvr>
                                      <p:to>
                                        <p:strVal val="visible"/>
                                      </p:to>
                                    </p:set>
                                    <p:anim calcmode="lin" valueType="num">
                                      <p:cBhvr additive="base">
                                        <p:cTn id="13" dur="500" fill="hold"/>
                                        <p:tgtEl>
                                          <p:spTgt spid="34820"/>
                                        </p:tgtEl>
                                        <p:attrNameLst>
                                          <p:attrName>ppt_x</p:attrName>
                                        </p:attrNameLst>
                                      </p:cBhvr>
                                      <p:tavLst>
                                        <p:tav tm="0">
                                          <p:val>
                                            <p:strVal val="0-#ppt_w/2"/>
                                          </p:val>
                                        </p:tav>
                                        <p:tav tm="100000">
                                          <p:val>
                                            <p:strVal val="#ppt_x"/>
                                          </p:val>
                                        </p:tav>
                                      </p:tavLst>
                                    </p:anim>
                                    <p:anim calcmode="lin" valueType="num">
                                      <p:cBhvr additive="base">
                                        <p:cTn id="14" dur="500" fill="hold"/>
                                        <p:tgtEl>
                                          <p:spTgt spid="34820"/>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34821"/>
                                        </p:tgtEl>
                                        <p:attrNameLst>
                                          <p:attrName>style.visibility</p:attrName>
                                        </p:attrNameLst>
                                      </p:cBhvr>
                                      <p:to>
                                        <p:strVal val="visible"/>
                                      </p:to>
                                    </p:set>
                                    <p:anim calcmode="lin" valueType="num">
                                      <p:cBhvr additive="base">
                                        <p:cTn id="19" dur="500" fill="hold"/>
                                        <p:tgtEl>
                                          <p:spTgt spid="34821"/>
                                        </p:tgtEl>
                                        <p:attrNameLst>
                                          <p:attrName>ppt_x</p:attrName>
                                        </p:attrNameLst>
                                      </p:cBhvr>
                                      <p:tavLst>
                                        <p:tav tm="0">
                                          <p:val>
                                            <p:strVal val="0-#ppt_w/2"/>
                                          </p:val>
                                        </p:tav>
                                        <p:tav tm="100000">
                                          <p:val>
                                            <p:strVal val="#ppt_x"/>
                                          </p:val>
                                        </p:tav>
                                      </p:tavLst>
                                    </p:anim>
                                    <p:anim calcmode="lin" valueType="num">
                                      <p:cBhvr additive="base">
                                        <p:cTn id="20" dur="500" fill="hold"/>
                                        <p:tgtEl>
                                          <p:spTgt spid="3482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autoUpdateAnimBg="0"/>
      <p:bldP spid="34820" grpId="0" autoUpdateAnimBg="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BA019054-4091-3BA2-D189-E55535968F39}"/>
              </a:ext>
            </a:extLst>
          </p:cNvPr>
          <p:cNvSpPr>
            <a:spLocks noChangeArrowheads="1"/>
          </p:cNvSpPr>
          <p:nvPr/>
        </p:nvSpPr>
        <p:spPr bwMode="auto">
          <a:xfrm>
            <a:off x="0" y="0"/>
            <a:ext cx="9144000" cy="2563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en-US" altLang="zh-CN" sz="2800" b="1">
                <a:latin typeface="楷体_GB2312" pitchFamily="49" charset="-122"/>
                <a:ea typeface="楷体_GB2312" pitchFamily="49" charset="-122"/>
              </a:rPr>
              <a:t>  </a:t>
            </a:r>
            <a:r>
              <a:rPr lang="zh-CN" altLang="en-US" sz="3600" b="1">
                <a:solidFill>
                  <a:srgbClr val="000066"/>
                </a:solidFill>
                <a:latin typeface="Times New Roman" panose="02020603050405020304" pitchFamily="18" charset="0"/>
                <a:ea typeface="楷体_GB2312" pitchFamily="49" charset="-122"/>
              </a:rPr>
              <a:t>单边拉氏变换也同样存在</a:t>
            </a:r>
            <a:r>
              <a:rPr lang="en-US" altLang="zh-CN" sz="3600" b="1">
                <a:solidFill>
                  <a:srgbClr val="000066"/>
                </a:solidFill>
                <a:latin typeface="Times New Roman" panose="02020603050405020304" pitchFamily="18" charset="0"/>
                <a:ea typeface="楷体_GB2312" pitchFamily="49" charset="-122"/>
              </a:rPr>
              <a:t>ROC </a:t>
            </a:r>
            <a:r>
              <a:rPr lang="zh-CN" altLang="en-US" sz="3600" b="1">
                <a:solidFill>
                  <a:srgbClr val="000066"/>
                </a:solidFill>
                <a:latin typeface="Times New Roman" panose="02020603050405020304" pitchFamily="18" charset="0"/>
                <a:ea typeface="楷体_GB2312" pitchFamily="49" charset="-122"/>
              </a:rPr>
              <a:t>。其</a:t>
            </a:r>
            <a:r>
              <a:rPr lang="en-US" altLang="zh-CN" sz="3600" b="1">
                <a:solidFill>
                  <a:srgbClr val="000066"/>
                </a:solidFill>
                <a:latin typeface="Times New Roman" panose="02020603050405020304" pitchFamily="18" charset="0"/>
                <a:ea typeface="楷体_GB2312" pitchFamily="49" charset="-122"/>
              </a:rPr>
              <a:t>ROC</a:t>
            </a:r>
            <a:r>
              <a:rPr lang="zh-CN" altLang="en-US" sz="3600" b="1">
                <a:solidFill>
                  <a:srgbClr val="000066"/>
                </a:solidFill>
                <a:latin typeface="Times New Roman" panose="02020603050405020304" pitchFamily="18" charset="0"/>
                <a:ea typeface="楷体_GB2312" pitchFamily="49" charset="-122"/>
              </a:rPr>
              <a:t>必然遵从因果信号双边拉氏变换时的要求，即：</a:t>
            </a:r>
            <a:r>
              <a:rPr lang="zh-CN" altLang="en-US" sz="3600" b="1">
                <a:solidFill>
                  <a:srgbClr val="760C04"/>
                </a:solidFill>
                <a:latin typeface="Times New Roman" panose="02020603050405020304" pitchFamily="18" charset="0"/>
                <a:ea typeface="楷体_GB2312" pitchFamily="49" charset="-122"/>
              </a:rPr>
              <a:t>一定位于最右边极点的右边。</a:t>
            </a:r>
            <a:endParaRPr lang="zh-CN" altLang="en-US" sz="3600" b="1">
              <a:solidFill>
                <a:srgbClr val="000066"/>
              </a:solidFill>
              <a:latin typeface="Times New Roman" panose="02020603050405020304" pitchFamily="18" charset="0"/>
              <a:ea typeface="楷体_GB2312" pitchFamily="49" charset="-122"/>
            </a:endParaRPr>
          </a:p>
        </p:txBody>
      </p:sp>
      <p:sp>
        <p:nvSpPr>
          <p:cNvPr id="33795" name="Text Box 3">
            <a:extLst>
              <a:ext uri="{FF2B5EF4-FFF2-40B4-BE49-F238E27FC236}">
                <a16:creationId xmlns:a16="http://schemas.microsoft.com/office/drawing/2014/main" id="{7BB674C9-1AE6-27E4-3128-C2FF5ABF2867}"/>
              </a:ext>
            </a:extLst>
          </p:cNvPr>
          <p:cNvSpPr txBox="1">
            <a:spLocks noChangeArrowheads="1"/>
          </p:cNvSpPr>
          <p:nvPr/>
        </p:nvSpPr>
        <p:spPr bwMode="auto">
          <a:xfrm>
            <a:off x="0" y="2492375"/>
            <a:ext cx="9144000"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en-US" altLang="zh-CN" sz="3600" b="1">
                <a:latin typeface="楷体_GB2312" pitchFamily="49" charset="-122"/>
                <a:ea typeface="楷体_GB2312" pitchFamily="49" charset="-122"/>
              </a:rPr>
              <a:t>  </a:t>
            </a:r>
            <a:r>
              <a:rPr lang="zh-CN" altLang="en-US" sz="3600" b="1">
                <a:solidFill>
                  <a:srgbClr val="000066"/>
                </a:solidFill>
                <a:latin typeface="Times New Roman" panose="02020603050405020304" pitchFamily="18" charset="0"/>
                <a:ea typeface="楷体_GB2312" pitchFamily="49" charset="-122"/>
              </a:rPr>
              <a:t>正因为这一原因，在讨论单边拉氏变换时，一般不再强调其</a:t>
            </a:r>
            <a:r>
              <a:rPr lang="en-US" altLang="zh-CN" sz="3600" b="1">
                <a:solidFill>
                  <a:srgbClr val="000066"/>
                </a:solidFill>
                <a:latin typeface="Times New Roman" panose="02020603050405020304" pitchFamily="18" charset="0"/>
                <a:ea typeface="楷体_GB2312" pitchFamily="49" charset="-122"/>
              </a:rPr>
              <a:t>ROC</a:t>
            </a:r>
            <a:r>
              <a:rPr lang="zh-CN" altLang="en-US" sz="3600" b="1">
                <a:solidFill>
                  <a:srgbClr val="000066"/>
                </a:solidFill>
                <a:latin typeface="Times New Roman" panose="02020603050405020304" pitchFamily="18" charset="0"/>
                <a:ea typeface="楷体_GB2312" pitchFamily="49" charset="-122"/>
              </a:rPr>
              <a:t>。</a:t>
            </a:r>
          </a:p>
        </p:txBody>
      </p:sp>
      <p:graphicFrame>
        <p:nvGraphicFramePr>
          <p:cNvPr id="33796" name="Object 4">
            <a:extLst>
              <a:ext uri="{FF2B5EF4-FFF2-40B4-BE49-F238E27FC236}">
                <a16:creationId xmlns:a16="http://schemas.microsoft.com/office/drawing/2014/main" id="{BEDFCA6D-89C8-CAEA-9C6C-BC2251FDC6AD}"/>
              </a:ext>
            </a:extLst>
          </p:cNvPr>
          <p:cNvGraphicFramePr>
            <a:graphicFrameLocks noChangeAspect="1"/>
          </p:cNvGraphicFramePr>
          <p:nvPr/>
        </p:nvGraphicFramePr>
        <p:xfrm>
          <a:off x="3311525" y="5508625"/>
          <a:ext cx="5832475" cy="1349375"/>
        </p:xfrm>
        <a:graphic>
          <a:graphicData uri="http://schemas.openxmlformats.org/presentationml/2006/ole">
            <mc:AlternateContent xmlns:mc="http://schemas.openxmlformats.org/markup-compatibility/2006">
              <mc:Choice xmlns:v="urn:schemas-microsoft-com:vml" Requires="v">
                <p:oleObj name="Equation" r:id="rId2" imgW="1625400" imgH="419040" progId="Equation.DSMT4">
                  <p:embed/>
                </p:oleObj>
              </mc:Choice>
              <mc:Fallback>
                <p:oleObj name="Equation" r:id="rId2" imgW="1625400" imgH="419040" progId="Equation.DSMT4">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11525" y="5508625"/>
                        <a:ext cx="5832475" cy="1349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3797" name="Rectangle 5">
            <a:extLst>
              <a:ext uri="{FF2B5EF4-FFF2-40B4-BE49-F238E27FC236}">
                <a16:creationId xmlns:a16="http://schemas.microsoft.com/office/drawing/2014/main" id="{4279F677-979C-2960-73F4-D7B4FB67CBA5}"/>
              </a:ext>
            </a:extLst>
          </p:cNvPr>
          <p:cNvSpPr>
            <a:spLocks noChangeArrowheads="1"/>
          </p:cNvSpPr>
          <p:nvPr/>
        </p:nvSpPr>
        <p:spPr bwMode="auto">
          <a:xfrm>
            <a:off x="0" y="4149725"/>
            <a:ext cx="9144000"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en-US" altLang="zh-CN" sz="2800" b="1">
                <a:solidFill>
                  <a:srgbClr val="000066"/>
                </a:solidFill>
                <a:latin typeface="Times New Roman" panose="02020603050405020304" pitchFamily="18" charset="0"/>
                <a:ea typeface="楷体_GB2312" pitchFamily="49" charset="-122"/>
              </a:rPr>
              <a:t>    </a:t>
            </a:r>
            <a:r>
              <a:rPr lang="zh-CN" altLang="en-US" sz="3600" b="1">
                <a:solidFill>
                  <a:srgbClr val="000066"/>
                </a:solidFill>
                <a:latin typeface="Times New Roman" panose="02020603050405020304" pitchFamily="18" charset="0"/>
                <a:ea typeface="楷体_GB2312" pitchFamily="49" charset="-122"/>
              </a:rPr>
              <a:t>单边拉氏变换的反变换一定与双边拉氏变换的反变换相同。</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3795"/>
                                        </p:tgtEl>
                                        <p:attrNameLst>
                                          <p:attrName>style.visibility</p:attrName>
                                        </p:attrNameLst>
                                      </p:cBhvr>
                                      <p:to>
                                        <p:strVal val="visible"/>
                                      </p:to>
                                    </p:set>
                                    <p:anim calcmode="lin" valueType="num">
                                      <p:cBhvr additive="base">
                                        <p:cTn id="7" dur="500" fill="hold"/>
                                        <p:tgtEl>
                                          <p:spTgt spid="33795"/>
                                        </p:tgtEl>
                                        <p:attrNameLst>
                                          <p:attrName>ppt_x</p:attrName>
                                        </p:attrNameLst>
                                      </p:cBhvr>
                                      <p:tavLst>
                                        <p:tav tm="0">
                                          <p:val>
                                            <p:strVal val="0-#ppt_w/2"/>
                                          </p:val>
                                        </p:tav>
                                        <p:tav tm="100000">
                                          <p:val>
                                            <p:strVal val="#ppt_x"/>
                                          </p:val>
                                        </p:tav>
                                      </p:tavLst>
                                    </p:anim>
                                    <p:anim calcmode="lin" valueType="num">
                                      <p:cBhvr additive="base">
                                        <p:cTn id="8" dur="500" fill="hold"/>
                                        <p:tgtEl>
                                          <p:spTgt spid="33795"/>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3797"/>
                                        </p:tgtEl>
                                        <p:attrNameLst>
                                          <p:attrName>style.visibility</p:attrName>
                                        </p:attrNameLst>
                                      </p:cBhvr>
                                      <p:to>
                                        <p:strVal val="visible"/>
                                      </p:to>
                                    </p:set>
                                    <p:anim calcmode="lin" valueType="num">
                                      <p:cBhvr additive="base">
                                        <p:cTn id="13" dur="500" fill="hold"/>
                                        <p:tgtEl>
                                          <p:spTgt spid="33797"/>
                                        </p:tgtEl>
                                        <p:attrNameLst>
                                          <p:attrName>ppt_x</p:attrName>
                                        </p:attrNameLst>
                                      </p:cBhvr>
                                      <p:tavLst>
                                        <p:tav tm="0">
                                          <p:val>
                                            <p:strVal val="0-#ppt_w/2"/>
                                          </p:val>
                                        </p:tav>
                                        <p:tav tm="100000">
                                          <p:val>
                                            <p:strVal val="#ppt_x"/>
                                          </p:val>
                                        </p:tav>
                                      </p:tavLst>
                                    </p:anim>
                                    <p:anim calcmode="lin" valueType="num">
                                      <p:cBhvr additive="base">
                                        <p:cTn id="14" dur="500" fill="hold"/>
                                        <p:tgtEl>
                                          <p:spTgt spid="33797"/>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33796"/>
                                        </p:tgtEl>
                                        <p:attrNameLst>
                                          <p:attrName>style.visibility</p:attrName>
                                        </p:attrNameLst>
                                      </p:cBhvr>
                                      <p:to>
                                        <p:strVal val="visible"/>
                                      </p:to>
                                    </p:set>
                                    <p:anim calcmode="lin" valueType="num">
                                      <p:cBhvr additive="base">
                                        <p:cTn id="19" dur="500" fill="hold"/>
                                        <p:tgtEl>
                                          <p:spTgt spid="33796"/>
                                        </p:tgtEl>
                                        <p:attrNameLst>
                                          <p:attrName>ppt_x</p:attrName>
                                        </p:attrNameLst>
                                      </p:cBhvr>
                                      <p:tavLst>
                                        <p:tav tm="0">
                                          <p:val>
                                            <p:strVal val="0-#ppt_w/2"/>
                                          </p:val>
                                        </p:tav>
                                        <p:tav tm="100000">
                                          <p:val>
                                            <p:strVal val="#ppt_x"/>
                                          </p:val>
                                        </p:tav>
                                      </p:tavLst>
                                    </p:anim>
                                    <p:anim calcmode="lin" valueType="num">
                                      <p:cBhvr additive="base">
                                        <p:cTn id="20" dur="500" fill="hold"/>
                                        <p:tgtEl>
                                          <p:spTgt spid="3379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autoUpdateAnimBg="0"/>
      <p:bldP spid="33797" grpId="0" autoUpdateAnimBg="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ext Box 2">
            <a:extLst>
              <a:ext uri="{FF2B5EF4-FFF2-40B4-BE49-F238E27FC236}">
                <a16:creationId xmlns:a16="http://schemas.microsoft.com/office/drawing/2014/main" id="{E3C1456B-1222-AE7A-CB63-BDDE8D403F92}"/>
              </a:ext>
            </a:extLst>
          </p:cNvPr>
          <p:cNvSpPr txBox="1">
            <a:spLocks noChangeArrowheads="1"/>
          </p:cNvSpPr>
          <p:nvPr/>
        </p:nvSpPr>
        <p:spPr bwMode="auto">
          <a:xfrm>
            <a:off x="250825" y="3036888"/>
            <a:ext cx="47720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000066"/>
                </a:solidFill>
                <a:latin typeface="楷体_GB2312" pitchFamily="49" charset="-122"/>
                <a:ea typeface="楷体_GB2312" pitchFamily="49" charset="-122"/>
              </a:rPr>
              <a:t>做单边拉氏变换，有：</a:t>
            </a:r>
          </a:p>
        </p:txBody>
      </p:sp>
      <p:grpSp>
        <p:nvGrpSpPr>
          <p:cNvPr id="32771" name="Group 3">
            <a:extLst>
              <a:ext uri="{FF2B5EF4-FFF2-40B4-BE49-F238E27FC236}">
                <a16:creationId xmlns:a16="http://schemas.microsoft.com/office/drawing/2014/main" id="{505CA5AE-E677-4BB0-96B3-504D10CFD9CC}"/>
              </a:ext>
            </a:extLst>
          </p:cNvPr>
          <p:cNvGrpSpPr>
            <a:grpSpLocks/>
          </p:cNvGrpSpPr>
          <p:nvPr/>
        </p:nvGrpSpPr>
        <p:grpSpPr bwMode="auto">
          <a:xfrm>
            <a:off x="468313" y="4005263"/>
            <a:ext cx="8351837" cy="2519362"/>
            <a:chOff x="842" y="2766"/>
            <a:chExt cx="3718" cy="1067"/>
          </a:xfrm>
        </p:grpSpPr>
        <p:graphicFrame>
          <p:nvGraphicFramePr>
            <p:cNvPr id="32772" name="Object 4">
              <a:extLst>
                <a:ext uri="{FF2B5EF4-FFF2-40B4-BE49-F238E27FC236}">
                  <a16:creationId xmlns:a16="http://schemas.microsoft.com/office/drawing/2014/main" id="{A665916C-08F3-311B-1D95-4954B239F30C}"/>
                </a:ext>
              </a:extLst>
            </p:cNvPr>
            <p:cNvGraphicFramePr>
              <a:graphicFrameLocks noChangeAspect="1"/>
            </p:cNvGraphicFramePr>
            <p:nvPr/>
          </p:nvGraphicFramePr>
          <p:xfrm>
            <a:off x="842" y="2766"/>
            <a:ext cx="2491" cy="1067"/>
          </p:xfrm>
          <a:graphic>
            <a:graphicData uri="http://schemas.openxmlformats.org/presentationml/2006/ole">
              <mc:AlternateContent xmlns:mc="http://schemas.openxmlformats.org/markup-compatibility/2006">
                <mc:Choice xmlns:v="urn:schemas-microsoft-com:vml" Requires="v">
                  <p:oleObj name="Equation" r:id="rId2" imgW="1701720" imgH="736560" progId="Equation.DSMT4">
                    <p:embed/>
                  </p:oleObj>
                </mc:Choice>
                <mc:Fallback>
                  <p:oleObj name="Equation" r:id="rId2" imgW="1701720" imgH="736560" progId="Equation.DSMT4">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2" y="2766"/>
                          <a:ext cx="2491" cy="1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2773" name="Object 5">
              <a:extLst>
                <a:ext uri="{FF2B5EF4-FFF2-40B4-BE49-F238E27FC236}">
                  <a16:creationId xmlns:a16="http://schemas.microsoft.com/office/drawing/2014/main" id="{9A47C2CA-E761-6C8D-2580-2C2D2CF2FFD9}"/>
                </a:ext>
              </a:extLst>
            </p:cNvPr>
            <p:cNvGraphicFramePr>
              <a:graphicFrameLocks noChangeAspect="1"/>
            </p:cNvGraphicFramePr>
            <p:nvPr/>
          </p:nvGraphicFramePr>
          <p:xfrm>
            <a:off x="3552" y="3412"/>
            <a:ext cx="1008" cy="293"/>
          </p:xfrm>
          <a:graphic>
            <a:graphicData uri="http://schemas.openxmlformats.org/presentationml/2006/ole">
              <mc:AlternateContent xmlns:mc="http://schemas.openxmlformats.org/markup-compatibility/2006">
                <mc:Choice xmlns:v="urn:schemas-microsoft-com:vml" Requires="v">
                  <p:oleObj name="Equation" r:id="rId4" imgW="698400" imgH="203040" progId="Equation.DSMT4">
                    <p:embed/>
                  </p:oleObj>
                </mc:Choice>
                <mc:Fallback>
                  <p:oleObj name="Equation" r:id="rId4" imgW="698400" imgH="203040"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52" y="3412"/>
                          <a:ext cx="1008" cy="2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32775" name="Rectangle 7">
            <a:extLst>
              <a:ext uri="{FF2B5EF4-FFF2-40B4-BE49-F238E27FC236}">
                <a16:creationId xmlns:a16="http://schemas.microsoft.com/office/drawing/2014/main" id="{971A1C1B-A08A-14BA-2CD9-E8D859F3C196}"/>
              </a:ext>
            </a:extLst>
          </p:cNvPr>
          <p:cNvSpPr>
            <a:spLocks noChangeArrowheads="1"/>
          </p:cNvSpPr>
          <p:nvPr/>
        </p:nvSpPr>
        <p:spPr bwMode="auto">
          <a:xfrm>
            <a:off x="323850" y="276225"/>
            <a:ext cx="102393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3600" b="1">
                <a:solidFill>
                  <a:srgbClr val="000066"/>
                </a:solidFill>
                <a:ea typeface="楷体_GB2312" pitchFamily="49" charset="-122"/>
              </a:rPr>
              <a:t>例</a:t>
            </a:r>
            <a:r>
              <a:rPr lang="en-US" altLang="zh-CN" sz="3600" b="1">
                <a:solidFill>
                  <a:srgbClr val="000066"/>
                </a:solidFill>
                <a:ea typeface="楷体_GB2312" pitchFamily="49" charset="-122"/>
              </a:rPr>
              <a:t>1.</a:t>
            </a:r>
          </a:p>
        </p:txBody>
      </p:sp>
      <p:graphicFrame>
        <p:nvGraphicFramePr>
          <p:cNvPr id="32776" name="Object 8">
            <a:extLst>
              <a:ext uri="{FF2B5EF4-FFF2-40B4-BE49-F238E27FC236}">
                <a16:creationId xmlns:a16="http://schemas.microsoft.com/office/drawing/2014/main" id="{0DF134BF-7ADF-531C-D08C-E5BBFDC43B09}"/>
              </a:ext>
            </a:extLst>
          </p:cNvPr>
          <p:cNvGraphicFramePr>
            <a:graphicFrameLocks noChangeAspect="1"/>
          </p:cNvGraphicFramePr>
          <p:nvPr/>
        </p:nvGraphicFramePr>
        <p:xfrm>
          <a:off x="1476375" y="260350"/>
          <a:ext cx="3959225" cy="658813"/>
        </p:xfrm>
        <a:graphic>
          <a:graphicData uri="http://schemas.openxmlformats.org/presentationml/2006/ole">
            <mc:AlternateContent xmlns:mc="http://schemas.openxmlformats.org/markup-compatibility/2006">
              <mc:Choice xmlns:v="urn:schemas-microsoft-com:vml" Requires="v">
                <p:oleObj name="Equation" r:id="rId6" imgW="1218960" imgH="228600" progId="Equation.DSMT4">
                  <p:embed/>
                </p:oleObj>
              </mc:Choice>
              <mc:Fallback>
                <p:oleObj name="Equation" r:id="rId6" imgW="1218960" imgH="228600" progId="Equation.DSMT4">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76375" y="260350"/>
                        <a:ext cx="3959225" cy="658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2777" name="Rectangle 9">
            <a:extLst>
              <a:ext uri="{FF2B5EF4-FFF2-40B4-BE49-F238E27FC236}">
                <a16:creationId xmlns:a16="http://schemas.microsoft.com/office/drawing/2014/main" id="{1F0CC4E0-3483-10CA-7D9E-16702481538C}"/>
              </a:ext>
            </a:extLst>
          </p:cNvPr>
          <p:cNvSpPr>
            <a:spLocks noChangeArrowheads="1"/>
          </p:cNvSpPr>
          <p:nvPr/>
        </p:nvSpPr>
        <p:spPr bwMode="auto">
          <a:xfrm>
            <a:off x="250825" y="1020763"/>
            <a:ext cx="38544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000066"/>
                </a:solidFill>
                <a:latin typeface="楷体_GB2312" pitchFamily="49" charset="-122"/>
                <a:ea typeface="楷体_GB2312" pitchFamily="49" charset="-122"/>
              </a:rPr>
              <a:t>做双边拉氏变换：</a:t>
            </a:r>
          </a:p>
        </p:txBody>
      </p:sp>
      <p:grpSp>
        <p:nvGrpSpPr>
          <p:cNvPr id="32778" name="Group 10">
            <a:extLst>
              <a:ext uri="{FF2B5EF4-FFF2-40B4-BE49-F238E27FC236}">
                <a16:creationId xmlns:a16="http://schemas.microsoft.com/office/drawing/2014/main" id="{15B16585-6061-A1DF-393A-AE93D9854BC8}"/>
              </a:ext>
            </a:extLst>
          </p:cNvPr>
          <p:cNvGrpSpPr>
            <a:grpSpLocks/>
          </p:cNvGrpSpPr>
          <p:nvPr/>
        </p:nvGrpSpPr>
        <p:grpSpPr bwMode="auto">
          <a:xfrm>
            <a:off x="0" y="1557338"/>
            <a:ext cx="5795963" cy="1295400"/>
            <a:chOff x="816" y="1584"/>
            <a:chExt cx="2522" cy="545"/>
          </a:xfrm>
        </p:grpSpPr>
        <p:graphicFrame>
          <p:nvGraphicFramePr>
            <p:cNvPr id="32779" name="Object 11">
              <a:extLst>
                <a:ext uri="{FF2B5EF4-FFF2-40B4-BE49-F238E27FC236}">
                  <a16:creationId xmlns:a16="http://schemas.microsoft.com/office/drawing/2014/main" id="{3BE7A030-830A-AEEE-E510-48C97DFF866D}"/>
                </a:ext>
              </a:extLst>
            </p:cNvPr>
            <p:cNvGraphicFramePr>
              <a:graphicFrameLocks noChangeAspect="1"/>
            </p:cNvGraphicFramePr>
            <p:nvPr/>
          </p:nvGraphicFramePr>
          <p:xfrm>
            <a:off x="816" y="1584"/>
            <a:ext cx="1300" cy="545"/>
          </p:xfrm>
          <a:graphic>
            <a:graphicData uri="http://schemas.openxmlformats.org/presentationml/2006/ole">
              <mc:AlternateContent xmlns:mc="http://schemas.openxmlformats.org/markup-compatibility/2006">
                <mc:Choice xmlns:v="urn:schemas-microsoft-com:vml" Requires="v">
                  <p:oleObj name="Equation" r:id="rId8" imgW="939600" imgH="393480" progId="Equation.DSMT4">
                    <p:embed/>
                  </p:oleObj>
                </mc:Choice>
                <mc:Fallback>
                  <p:oleObj name="Equation" r:id="rId8" imgW="939600" imgH="393480" progId="Equation.DSMT4">
                    <p:embed/>
                    <p:pic>
                      <p:nvPicPr>
                        <p:cNvPr id="0" name="Object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16" y="1584"/>
                          <a:ext cx="1300" cy="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2780" name="Object 12">
              <a:extLst>
                <a:ext uri="{FF2B5EF4-FFF2-40B4-BE49-F238E27FC236}">
                  <a16:creationId xmlns:a16="http://schemas.microsoft.com/office/drawing/2014/main" id="{3AB467CA-9601-DD4F-AFAE-1906B6C1FA4F}"/>
                </a:ext>
              </a:extLst>
            </p:cNvPr>
            <p:cNvGraphicFramePr>
              <a:graphicFrameLocks noChangeAspect="1"/>
            </p:cNvGraphicFramePr>
            <p:nvPr/>
          </p:nvGraphicFramePr>
          <p:xfrm>
            <a:off x="2304" y="1728"/>
            <a:ext cx="1034" cy="300"/>
          </p:xfrm>
          <a:graphic>
            <a:graphicData uri="http://schemas.openxmlformats.org/presentationml/2006/ole">
              <mc:AlternateContent xmlns:mc="http://schemas.openxmlformats.org/markup-compatibility/2006">
                <mc:Choice xmlns:v="urn:schemas-microsoft-com:vml" Requires="v">
                  <p:oleObj name="Equation" r:id="rId10" imgW="698400" imgH="203040" progId="Equation.DSMT4">
                    <p:embed/>
                  </p:oleObj>
                </mc:Choice>
                <mc:Fallback>
                  <p:oleObj name="Equation" r:id="rId10" imgW="698400" imgH="203040" progId="Equation.DSMT4">
                    <p:embed/>
                    <p:pic>
                      <p:nvPicPr>
                        <p:cNvPr id="0" name="Object 1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304" y="1728"/>
                          <a:ext cx="1034" cy="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pic>
        <p:nvPicPr>
          <p:cNvPr id="32782" name="Picture 14">
            <a:extLst>
              <a:ext uri="{FF2B5EF4-FFF2-40B4-BE49-F238E27FC236}">
                <a16:creationId xmlns:a16="http://schemas.microsoft.com/office/drawing/2014/main" id="{22D2818D-4EAE-BB43-B889-2E0240A6DC0B}"/>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761038" y="1341438"/>
            <a:ext cx="3382962" cy="34544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2777"/>
                                        </p:tgtEl>
                                        <p:attrNameLst>
                                          <p:attrName>style.visibility</p:attrName>
                                        </p:attrNameLst>
                                      </p:cBhvr>
                                      <p:to>
                                        <p:strVal val="visible"/>
                                      </p:to>
                                    </p:set>
                                    <p:anim calcmode="lin" valueType="num">
                                      <p:cBhvr additive="base">
                                        <p:cTn id="7" dur="500" fill="hold"/>
                                        <p:tgtEl>
                                          <p:spTgt spid="32777"/>
                                        </p:tgtEl>
                                        <p:attrNameLst>
                                          <p:attrName>ppt_x</p:attrName>
                                        </p:attrNameLst>
                                      </p:cBhvr>
                                      <p:tavLst>
                                        <p:tav tm="0">
                                          <p:val>
                                            <p:strVal val="0-#ppt_w/2"/>
                                          </p:val>
                                        </p:tav>
                                        <p:tav tm="100000">
                                          <p:val>
                                            <p:strVal val="#ppt_x"/>
                                          </p:val>
                                        </p:tav>
                                      </p:tavLst>
                                    </p:anim>
                                    <p:anim calcmode="lin" valueType="num">
                                      <p:cBhvr additive="base">
                                        <p:cTn id="8" dur="500" fill="hold"/>
                                        <p:tgtEl>
                                          <p:spTgt spid="32777"/>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32778"/>
                                        </p:tgtEl>
                                        <p:attrNameLst>
                                          <p:attrName>style.visibility</p:attrName>
                                        </p:attrNameLst>
                                      </p:cBhvr>
                                      <p:to>
                                        <p:strVal val="visible"/>
                                      </p:to>
                                    </p:set>
                                    <p:anim calcmode="lin" valueType="num">
                                      <p:cBhvr additive="base">
                                        <p:cTn id="13" dur="500" fill="hold"/>
                                        <p:tgtEl>
                                          <p:spTgt spid="32778"/>
                                        </p:tgtEl>
                                        <p:attrNameLst>
                                          <p:attrName>ppt_x</p:attrName>
                                        </p:attrNameLst>
                                      </p:cBhvr>
                                      <p:tavLst>
                                        <p:tav tm="0">
                                          <p:val>
                                            <p:strVal val="0-#ppt_w/2"/>
                                          </p:val>
                                        </p:tav>
                                        <p:tav tm="100000">
                                          <p:val>
                                            <p:strVal val="#ppt_x"/>
                                          </p:val>
                                        </p:tav>
                                      </p:tavLst>
                                    </p:anim>
                                    <p:anim calcmode="lin" valueType="num">
                                      <p:cBhvr additive="base">
                                        <p:cTn id="14" dur="500" fill="hold"/>
                                        <p:tgtEl>
                                          <p:spTgt spid="32778"/>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2770"/>
                                        </p:tgtEl>
                                        <p:attrNameLst>
                                          <p:attrName>style.visibility</p:attrName>
                                        </p:attrNameLst>
                                      </p:cBhvr>
                                      <p:to>
                                        <p:strVal val="visible"/>
                                      </p:to>
                                    </p:set>
                                    <p:anim calcmode="lin" valueType="num">
                                      <p:cBhvr additive="base">
                                        <p:cTn id="19" dur="500" fill="hold"/>
                                        <p:tgtEl>
                                          <p:spTgt spid="32770"/>
                                        </p:tgtEl>
                                        <p:attrNameLst>
                                          <p:attrName>ppt_x</p:attrName>
                                        </p:attrNameLst>
                                      </p:cBhvr>
                                      <p:tavLst>
                                        <p:tav tm="0">
                                          <p:val>
                                            <p:strVal val="0-#ppt_w/2"/>
                                          </p:val>
                                        </p:tav>
                                        <p:tav tm="100000">
                                          <p:val>
                                            <p:strVal val="#ppt_x"/>
                                          </p:val>
                                        </p:tav>
                                      </p:tavLst>
                                    </p:anim>
                                    <p:anim calcmode="lin" valueType="num">
                                      <p:cBhvr additive="base">
                                        <p:cTn id="20" dur="500" fill="hold"/>
                                        <p:tgtEl>
                                          <p:spTgt spid="32770"/>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32771"/>
                                        </p:tgtEl>
                                        <p:attrNameLst>
                                          <p:attrName>style.visibility</p:attrName>
                                        </p:attrNameLst>
                                      </p:cBhvr>
                                      <p:to>
                                        <p:strVal val="visible"/>
                                      </p:to>
                                    </p:set>
                                    <p:anim calcmode="lin" valueType="num">
                                      <p:cBhvr additive="base">
                                        <p:cTn id="25" dur="500" fill="hold"/>
                                        <p:tgtEl>
                                          <p:spTgt spid="32771"/>
                                        </p:tgtEl>
                                        <p:attrNameLst>
                                          <p:attrName>ppt_x</p:attrName>
                                        </p:attrNameLst>
                                      </p:cBhvr>
                                      <p:tavLst>
                                        <p:tav tm="0">
                                          <p:val>
                                            <p:strVal val="0-#ppt_w/2"/>
                                          </p:val>
                                        </p:tav>
                                        <p:tav tm="100000">
                                          <p:val>
                                            <p:strVal val="#ppt_x"/>
                                          </p:val>
                                        </p:tav>
                                      </p:tavLst>
                                    </p:anim>
                                    <p:anim calcmode="lin" valueType="num">
                                      <p:cBhvr additive="base">
                                        <p:cTn id="26" dur="500" fill="hold"/>
                                        <p:tgtEl>
                                          <p:spTgt spid="3277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0" grpId="0" autoUpdateAnimBg="0"/>
      <p:bldP spid="32777" grpId="0" autoUpdateAnimBg="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3">
            <a:extLst>
              <a:ext uri="{FF2B5EF4-FFF2-40B4-BE49-F238E27FC236}">
                <a16:creationId xmlns:a16="http://schemas.microsoft.com/office/drawing/2014/main" id="{989AF82F-8DB5-F984-5D1F-7F1924415BCD}"/>
              </a:ext>
            </a:extLst>
          </p:cNvPr>
          <p:cNvSpPr>
            <a:spLocks noChangeArrowheads="1"/>
          </p:cNvSpPr>
          <p:nvPr/>
        </p:nvSpPr>
        <p:spPr bwMode="auto">
          <a:xfrm>
            <a:off x="250825" y="2362200"/>
            <a:ext cx="10922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3600" b="1">
                <a:solidFill>
                  <a:srgbClr val="000066"/>
                </a:solidFill>
                <a:ea typeface="楷体_GB2312" pitchFamily="49" charset="-122"/>
              </a:rPr>
              <a:t>例</a:t>
            </a:r>
            <a:r>
              <a:rPr lang="en-US" altLang="zh-CN" sz="3600" b="1">
                <a:solidFill>
                  <a:srgbClr val="000066"/>
                </a:solidFill>
                <a:ea typeface="楷体_GB2312" pitchFamily="49" charset="-122"/>
              </a:rPr>
              <a:t>2.</a:t>
            </a:r>
          </a:p>
        </p:txBody>
      </p:sp>
      <p:graphicFrame>
        <p:nvGraphicFramePr>
          <p:cNvPr id="31748" name="Object 4">
            <a:extLst>
              <a:ext uri="{FF2B5EF4-FFF2-40B4-BE49-F238E27FC236}">
                <a16:creationId xmlns:a16="http://schemas.microsoft.com/office/drawing/2014/main" id="{E822AD19-B5BB-07DD-9D59-0AD45FF2B69D}"/>
              </a:ext>
            </a:extLst>
          </p:cNvPr>
          <p:cNvGraphicFramePr>
            <a:graphicFrameLocks noChangeAspect="1"/>
          </p:cNvGraphicFramePr>
          <p:nvPr/>
        </p:nvGraphicFramePr>
        <p:xfrm>
          <a:off x="1547813" y="2060575"/>
          <a:ext cx="2663825" cy="1331913"/>
        </p:xfrm>
        <a:graphic>
          <a:graphicData uri="http://schemas.openxmlformats.org/presentationml/2006/ole">
            <mc:AlternateContent xmlns:mc="http://schemas.openxmlformats.org/markup-compatibility/2006">
              <mc:Choice xmlns:v="urn:schemas-microsoft-com:vml" Requires="v">
                <p:oleObj name="Equation" r:id="rId2" imgW="838080" imgH="419040" progId="Equation.DSMT4">
                  <p:embed/>
                </p:oleObj>
              </mc:Choice>
              <mc:Fallback>
                <p:oleObj name="Equation" r:id="rId2" imgW="838080" imgH="419040" progId="Equation.DSMT4">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7813" y="2060575"/>
                        <a:ext cx="2663825" cy="1331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1749" name="Object 5">
            <a:extLst>
              <a:ext uri="{FF2B5EF4-FFF2-40B4-BE49-F238E27FC236}">
                <a16:creationId xmlns:a16="http://schemas.microsoft.com/office/drawing/2014/main" id="{065A70D0-E20B-D10E-F164-166E884CBC7A}"/>
              </a:ext>
            </a:extLst>
          </p:cNvPr>
          <p:cNvGraphicFramePr>
            <a:graphicFrameLocks noChangeAspect="1"/>
          </p:cNvGraphicFramePr>
          <p:nvPr/>
        </p:nvGraphicFramePr>
        <p:xfrm>
          <a:off x="1116013" y="4221163"/>
          <a:ext cx="5111750" cy="1290637"/>
        </p:xfrm>
        <a:graphic>
          <a:graphicData uri="http://schemas.openxmlformats.org/presentationml/2006/ole">
            <mc:AlternateContent xmlns:mc="http://schemas.openxmlformats.org/markup-compatibility/2006">
              <mc:Choice xmlns:v="urn:schemas-microsoft-com:vml" Requires="v">
                <p:oleObj name="Equation" r:id="rId4" imgW="1193760" imgH="393480" progId="Equation.DSMT4">
                  <p:embed/>
                </p:oleObj>
              </mc:Choice>
              <mc:Fallback>
                <p:oleObj name="Equation" r:id="rId4" imgW="1193760" imgH="393480"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16013" y="4221163"/>
                        <a:ext cx="5111750" cy="1290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1750" name="Rectangle 6">
            <a:extLst>
              <a:ext uri="{FF2B5EF4-FFF2-40B4-BE49-F238E27FC236}">
                <a16:creationId xmlns:a16="http://schemas.microsoft.com/office/drawing/2014/main" id="{4FE6ACC4-D891-96AA-C20E-FCE7B31EF51A}"/>
              </a:ext>
            </a:extLst>
          </p:cNvPr>
          <p:cNvSpPr>
            <a:spLocks noChangeArrowheads="1"/>
          </p:cNvSpPr>
          <p:nvPr/>
        </p:nvSpPr>
        <p:spPr bwMode="auto">
          <a:xfrm>
            <a:off x="539750" y="3402013"/>
            <a:ext cx="30353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000066"/>
                </a:solidFill>
                <a:latin typeface="Times New Roman" panose="02020603050405020304" pitchFamily="18" charset="0"/>
                <a:ea typeface="楷体_GB2312" pitchFamily="49" charset="-122"/>
              </a:rPr>
              <a:t>由于其</a:t>
            </a:r>
            <a:r>
              <a:rPr lang="en-US" altLang="zh-CN" sz="3600" b="1">
                <a:solidFill>
                  <a:srgbClr val="000066"/>
                </a:solidFill>
                <a:latin typeface="Times New Roman" panose="02020603050405020304" pitchFamily="18" charset="0"/>
                <a:ea typeface="楷体_GB2312" pitchFamily="49" charset="-122"/>
              </a:rPr>
              <a:t>ROC</a:t>
            </a:r>
            <a:r>
              <a:rPr lang="zh-CN" altLang="en-US" sz="3600" b="1">
                <a:solidFill>
                  <a:srgbClr val="000066"/>
                </a:solidFill>
                <a:latin typeface="Times New Roman" panose="02020603050405020304" pitchFamily="18" charset="0"/>
                <a:ea typeface="楷体_GB2312" pitchFamily="49" charset="-122"/>
              </a:rPr>
              <a:t>为</a:t>
            </a:r>
          </a:p>
        </p:txBody>
      </p:sp>
      <p:graphicFrame>
        <p:nvGraphicFramePr>
          <p:cNvPr id="31751" name="Object 7">
            <a:extLst>
              <a:ext uri="{FF2B5EF4-FFF2-40B4-BE49-F238E27FC236}">
                <a16:creationId xmlns:a16="http://schemas.microsoft.com/office/drawing/2014/main" id="{24A9AFA2-16F2-EF30-3D3B-F8A9CEE1C44A}"/>
              </a:ext>
            </a:extLst>
          </p:cNvPr>
          <p:cNvGraphicFramePr>
            <a:graphicFrameLocks noChangeAspect="1"/>
          </p:cNvGraphicFramePr>
          <p:nvPr/>
        </p:nvGraphicFramePr>
        <p:xfrm>
          <a:off x="468313" y="5637213"/>
          <a:ext cx="7559675" cy="863600"/>
        </p:xfrm>
        <a:graphic>
          <a:graphicData uri="http://schemas.openxmlformats.org/presentationml/2006/ole">
            <mc:AlternateContent xmlns:mc="http://schemas.openxmlformats.org/markup-compatibility/2006">
              <mc:Choice xmlns:v="urn:schemas-microsoft-com:vml" Requires="v">
                <p:oleObj name="Equation" r:id="rId6" imgW="1854000" imgH="228600" progId="Equation.DSMT4">
                  <p:embed/>
                </p:oleObj>
              </mc:Choice>
              <mc:Fallback>
                <p:oleObj name="Equation" r:id="rId6" imgW="1854000" imgH="228600" progId="Equation.DSMT4">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8313" y="5637213"/>
                        <a:ext cx="7559675" cy="86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1752" name="Text Box 8">
            <a:extLst>
              <a:ext uri="{FF2B5EF4-FFF2-40B4-BE49-F238E27FC236}">
                <a16:creationId xmlns:a16="http://schemas.microsoft.com/office/drawing/2014/main" id="{BC3F4D97-A14A-FC6E-3985-4B430E79F69F}"/>
              </a:ext>
            </a:extLst>
          </p:cNvPr>
          <p:cNvSpPr txBox="1">
            <a:spLocks noChangeArrowheads="1"/>
          </p:cNvSpPr>
          <p:nvPr/>
        </p:nvSpPr>
        <p:spPr bwMode="auto">
          <a:xfrm>
            <a:off x="0" y="0"/>
            <a:ext cx="9144000"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en-US" altLang="zh-CN" sz="2800" b="1">
                <a:latin typeface="楷体_GB2312" pitchFamily="49" charset="-122"/>
                <a:ea typeface="楷体_GB2312" pitchFamily="49" charset="-122"/>
              </a:rPr>
              <a:t>      </a:t>
            </a:r>
            <a:r>
              <a:rPr lang="zh-CN" altLang="en-US" sz="3600" b="1">
                <a:solidFill>
                  <a:srgbClr val="000066"/>
                </a:solidFill>
                <a:latin typeface="楷体_GB2312" pitchFamily="49" charset="-122"/>
                <a:ea typeface="楷体_GB2312" pitchFamily="49" charset="-122"/>
              </a:rPr>
              <a:t>与    不同，是因为    在     的部分对    有作用而对   没有任何作用所致。</a:t>
            </a:r>
          </a:p>
        </p:txBody>
      </p:sp>
      <p:graphicFrame>
        <p:nvGraphicFramePr>
          <p:cNvPr id="31753" name="Object 9">
            <a:extLst>
              <a:ext uri="{FF2B5EF4-FFF2-40B4-BE49-F238E27FC236}">
                <a16:creationId xmlns:a16="http://schemas.microsoft.com/office/drawing/2014/main" id="{59511199-C5EF-B7F4-D28A-7DC91850B61E}"/>
              </a:ext>
            </a:extLst>
          </p:cNvPr>
          <p:cNvGraphicFramePr>
            <a:graphicFrameLocks noChangeAspect="1"/>
          </p:cNvGraphicFramePr>
          <p:nvPr/>
        </p:nvGraphicFramePr>
        <p:xfrm>
          <a:off x="4140200" y="1125538"/>
          <a:ext cx="819150" cy="503237"/>
        </p:xfrm>
        <a:graphic>
          <a:graphicData uri="http://schemas.openxmlformats.org/presentationml/2006/ole">
            <mc:AlternateContent xmlns:mc="http://schemas.openxmlformats.org/markup-compatibility/2006">
              <mc:Choice xmlns:v="urn:schemas-microsoft-com:vml" Requires="v">
                <p:oleObj name="Equation" r:id="rId8" imgW="330120" imgH="203040" progId="Equation.DSMT4">
                  <p:embed/>
                </p:oleObj>
              </mc:Choice>
              <mc:Fallback>
                <p:oleObj name="Equation" r:id="rId8" imgW="330120" imgH="203040" progId="Equation.DSMT4">
                  <p:embed/>
                  <p:pic>
                    <p:nvPicPr>
                      <p:cNvPr id="0"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140200" y="1125538"/>
                        <a:ext cx="819150" cy="503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1754" name="Object 10">
            <a:extLst>
              <a:ext uri="{FF2B5EF4-FFF2-40B4-BE49-F238E27FC236}">
                <a16:creationId xmlns:a16="http://schemas.microsoft.com/office/drawing/2014/main" id="{CEC2CE19-C931-E8E3-B2B1-8F4C177EFAFB}"/>
              </a:ext>
            </a:extLst>
          </p:cNvPr>
          <p:cNvGraphicFramePr>
            <a:graphicFrameLocks noChangeAspect="1"/>
          </p:cNvGraphicFramePr>
          <p:nvPr/>
        </p:nvGraphicFramePr>
        <p:xfrm>
          <a:off x="5364163" y="333375"/>
          <a:ext cx="750887" cy="547688"/>
        </p:xfrm>
        <a:graphic>
          <a:graphicData uri="http://schemas.openxmlformats.org/presentationml/2006/ole">
            <mc:AlternateContent xmlns:mc="http://schemas.openxmlformats.org/markup-compatibility/2006">
              <mc:Choice xmlns:v="urn:schemas-microsoft-com:vml" Requires="v">
                <p:oleObj name="Equation" r:id="rId10" imgW="279360" imgH="203040" progId="Equation.DSMT4">
                  <p:embed/>
                </p:oleObj>
              </mc:Choice>
              <mc:Fallback>
                <p:oleObj name="Equation" r:id="rId10" imgW="279360" imgH="203040" progId="Equation.DSMT4">
                  <p:embed/>
                  <p:pic>
                    <p:nvPicPr>
                      <p:cNvPr id="0" name="Object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364163" y="333375"/>
                        <a:ext cx="750887" cy="547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1755" name="Object 11">
            <a:extLst>
              <a:ext uri="{FF2B5EF4-FFF2-40B4-BE49-F238E27FC236}">
                <a16:creationId xmlns:a16="http://schemas.microsoft.com/office/drawing/2014/main" id="{D2A6B2F5-0DD0-5605-8E76-A623B9805D9B}"/>
              </a:ext>
            </a:extLst>
          </p:cNvPr>
          <p:cNvGraphicFramePr>
            <a:graphicFrameLocks noChangeAspect="1"/>
          </p:cNvGraphicFramePr>
          <p:nvPr/>
        </p:nvGraphicFramePr>
        <p:xfrm>
          <a:off x="6948488" y="333375"/>
          <a:ext cx="752475" cy="420688"/>
        </p:xfrm>
        <a:graphic>
          <a:graphicData uri="http://schemas.openxmlformats.org/presentationml/2006/ole">
            <mc:AlternateContent xmlns:mc="http://schemas.openxmlformats.org/markup-compatibility/2006">
              <mc:Choice xmlns:v="urn:schemas-microsoft-com:vml" Requires="v">
                <p:oleObj name="Equation" r:id="rId12" imgW="317160" imgH="177480" progId="Equation.DSMT4">
                  <p:embed/>
                </p:oleObj>
              </mc:Choice>
              <mc:Fallback>
                <p:oleObj name="Equation" r:id="rId12" imgW="317160" imgH="177480" progId="Equation.DSMT4">
                  <p:embed/>
                  <p:pic>
                    <p:nvPicPr>
                      <p:cNvPr id="0" name="Object 1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948488" y="333375"/>
                        <a:ext cx="752475" cy="420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1756" name="Object 12">
            <a:extLst>
              <a:ext uri="{FF2B5EF4-FFF2-40B4-BE49-F238E27FC236}">
                <a16:creationId xmlns:a16="http://schemas.microsoft.com/office/drawing/2014/main" id="{0D84D411-374D-E72F-A62E-EC14D0E8244B}"/>
              </a:ext>
            </a:extLst>
          </p:cNvPr>
          <p:cNvGraphicFramePr>
            <a:graphicFrameLocks noChangeAspect="1"/>
          </p:cNvGraphicFramePr>
          <p:nvPr/>
        </p:nvGraphicFramePr>
        <p:xfrm>
          <a:off x="1692275" y="260350"/>
          <a:ext cx="819150" cy="504825"/>
        </p:xfrm>
        <a:graphic>
          <a:graphicData uri="http://schemas.openxmlformats.org/presentationml/2006/ole">
            <mc:AlternateContent xmlns:mc="http://schemas.openxmlformats.org/markup-compatibility/2006">
              <mc:Choice xmlns:v="urn:schemas-microsoft-com:vml" Requires="v">
                <p:oleObj name="Equation" r:id="rId8" imgW="330120" imgH="203040" progId="Equation.DSMT4">
                  <p:embed/>
                </p:oleObj>
              </mc:Choice>
              <mc:Fallback>
                <p:oleObj name="Equation" r:id="rId8" imgW="330120" imgH="203040" progId="Equation.DSMT4">
                  <p:embed/>
                  <p:pic>
                    <p:nvPicPr>
                      <p:cNvPr id="0" name="Object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92275" y="260350"/>
                        <a:ext cx="819150"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1757" name="Object 13">
            <a:extLst>
              <a:ext uri="{FF2B5EF4-FFF2-40B4-BE49-F238E27FC236}">
                <a16:creationId xmlns:a16="http://schemas.microsoft.com/office/drawing/2014/main" id="{5DD8F409-8BEF-467F-4142-59A79212AD13}"/>
              </a:ext>
            </a:extLst>
          </p:cNvPr>
          <p:cNvGraphicFramePr>
            <a:graphicFrameLocks noChangeAspect="1"/>
          </p:cNvGraphicFramePr>
          <p:nvPr/>
        </p:nvGraphicFramePr>
        <p:xfrm>
          <a:off x="395288" y="333375"/>
          <a:ext cx="763587" cy="455613"/>
        </p:xfrm>
        <a:graphic>
          <a:graphicData uri="http://schemas.openxmlformats.org/presentationml/2006/ole">
            <mc:AlternateContent xmlns:mc="http://schemas.openxmlformats.org/markup-compatibility/2006">
              <mc:Choice xmlns:v="urn:schemas-microsoft-com:vml" Requires="v">
                <p:oleObj name="Equation" r:id="rId14" imgW="355320" imgH="203040" progId="Equation.DSMT4">
                  <p:embed/>
                </p:oleObj>
              </mc:Choice>
              <mc:Fallback>
                <p:oleObj name="Equation" r:id="rId14" imgW="355320" imgH="203040" progId="Equation.DSMT4">
                  <p:embed/>
                  <p:pic>
                    <p:nvPicPr>
                      <p:cNvPr id="0" name="Object 1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95288" y="333375"/>
                        <a:ext cx="763587" cy="455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1758" name="Object 14">
            <a:extLst>
              <a:ext uri="{FF2B5EF4-FFF2-40B4-BE49-F238E27FC236}">
                <a16:creationId xmlns:a16="http://schemas.microsoft.com/office/drawing/2014/main" id="{66C9DD14-F47D-2FFA-43E5-42487B8CD000}"/>
              </a:ext>
            </a:extLst>
          </p:cNvPr>
          <p:cNvGraphicFramePr>
            <a:graphicFrameLocks noChangeAspect="1"/>
          </p:cNvGraphicFramePr>
          <p:nvPr/>
        </p:nvGraphicFramePr>
        <p:xfrm>
          <a:off x="1116013" y="1196975"/>
          <a:ext cx="763587" cy="455613"/>
        </p:xfrm>
        <a:graphic>
          <a:graphicData uri="http://schemas.openxmlformats.org/presentationml/2006/ole">
            <mc:AlternateContent xmlns:mc="http://schemas.openxmlformats.org/markup-compatibility/2006">
              <mc:Choice xmlns:v="urn:schemas-microsoft-com:vml" Requires="v">
                <p:oleObj name="Equation" r:id="rId14" imgW="355320" imgH="203040" progId="Equation.DSMT4">
                  <p:embed/>
                </p:oleObj>
              </mc:Choice>
              <mc:Fallback>
                <p:oleObj name="Equation" r:id="rId14" imgW="355320" imgH="203040" progId="Equation.DSMT4">
                  <p:embed/>
                  <p:pic>
                    <p:nvPicPr>
                      <p:cNvPr id="0" name="Object 1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116013" y="1196975"/>
                        <a:ext cx="763587" cy="455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31759" name="Picture 15">
            <a:extLst>
              <a:ext uri="{FF2B5EF4-FFF2-40B4-BE49-F238E27FC236}">
                <a16:creationId xmlns:a16="http://schemas.microsoft.com/office/drawing/2014/main" id="{A8E053DE-3134-7F4B-F0C5-C96C26871BB0}"/>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563938" y="3535363"/>
            <a:ext cx="1584325" cy="433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31749"/>
                                        </p:tgtEl>
                                        <p:attrNameLst>
                                          <p:attrName>style.visibility</p:attrName>
                                        </p:attrNameLst>
                                      </p:cBhvr>
                                      <p:to>
                                        <p:strVal val="visible"/>
                                      </p:to>
                                    </p:set>
                                    <p:anim calcmode="lin" valueType="num">
                                      <p:cBhvr additive="base">
                                        <p:cTn id="7" dur="500" fill="hold"/>
                                        <p:tgtEl>
                                          <p:spTgt spid="31749"/>
                                        </p:tgtEl>
                                        <p:attrNameLst>
                                          <p:attrName>ppt_x</p:attrName>
                                        </p:attrNameLst>
                                      </p:cBhvr>
                                      <p:tavLst>
                                        <p:tav tm="0">
                                          <p:val>
                                            <p:strVal val="0-#ppt_w/2"/>
                                          </p:val>
                                        </p:tav>
                                        <p:tav tm="100000">
                                          <p:val>
                                            <p:strVal val="#ppt_x"/>
                                          </p:val>
                                        </p:tav>
                                      </p:tavLst>
                                    </p:anim>
                                    <p:anim calcmode="lin" valueType="num">
                                      <p:cBhvr additive="base">
                                        <p:cTn id="8" dur="500" fill="hold"/>
                                        <p:tgtEl>
                                          <p:spTgt spid="31749"/>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31751"/>
                                        </p:tgtEl>
                                        <p:attrNameLst>
                                          <p:attrName>style.visibility</p:attrName>
                                        </p:attrNameLst>
                                      </p:cBhvr>
                                      <p:to>
                                        <p:strVal val="visible"/>
                                      </p:to>
                                    </p:set>
                                    <p:anim calcmode="lin" valueType="num">
                                      <p:cBhvr additive="base">
                                        <p:cTn id="13" dur="500" fill="hold"/>
                                        <p:tgtEl>
                                          <p:spTgt spid="31751"/>
                                        </p:tgtEl>
                                        <p:attrNameLst>
                                          <p:attrName>ppt_x</p:attrName>
                                        </p:attrNameLst>
                                      </p:cBhvr>
                                      <p:tavLst>
                                        <p:tav tm="0">
                                          <p:val>
                                            <p:strVal val="0-#ppt_w/2"/>
                                          </p:val>
                                        </p:tav>
                                        <p:tav tm="100000">
                                          <p:val>
                                            <p:strVal val="#ppt_x"/>
                                          </p:val>
                                        </p:tav>
                                      </p:tavLst>
                                    </p:anim>
                                    <p:anim calcmode="lin" valueType="num">
                                      <p:cBhvr additive="base">
                                        <p:cTn id="14" dur="500" fill="hold"/>
                                        <p:tgtEl>
                                          <p:spTgt spid="3175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717A0F3B-9EBD-C3EF-922D-FEE9411229DE}"/>
              </a:ext>
            </a:extLst>
          </p:cNvPr>
          <p:cNvSpPr>
            <a:spLocks noRot="1" noChangeArrowheads="1"/>
          </p:cNvSpPr>
          <p:nvPr/>
        </p:nvSpPr>
        <p:spPr bwMode="auto">
          <a:xfrm>
            <a:off x="395288" y="260350"/>
            <a:ext cx="5256212"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9144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1371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18288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3600" b="1">
                <a:solidFill>
                  <a:srgbClr val="760C04"/>
                </a:solidFill>
                <a:latin typeface="楷体_GB2312" pitchFamily="49" charset="-122"/>
                <a:ea typeface="楷体_GB2312" pitchFamily="49" charset="-122"/>
              </a:rPr>
              <a:t>二</a:t>
            </a:r>
            <a:r>
              <a:rPr lang="en-US" altLang="zh-CN" sz="3600" b="1">
                <a:solidFill>
                  <a:srgbClr val="760C04"/>
                </a:solidFill>
                <a:latin typeface="楷体_GB2312" pitchFamily="49" charset="-122"/>
                <a:ea typeface="楷体_GB2312" pitchFamily="49" charset="-122"/>
              </a:rPr>
              <a:t>.</a:t>
            </a:r>
            <a:r>
              <a:rPr lang="zh-CN" altLang="en-US" sz="3600" b="1">
                <a:solidFill>
                  <a:srgbClr val="760C04"/>
                </a:solidFill>
                <a:latin typeface="楷体_GB2312" pitchFamily="49" charset="-122"/>
                <a:ea typeface="楷体_GB2312" pitchFamily="49" charset="-122"/>
              </a:rPr>
              <a:t>单边拉氏变换的性质</a:t>
            </a:r>
            <a:r>
              <a:rPr lang="en-US" altLang="zh-CN" sz="3600" b="1">
                <a:solidFill>
                  <a:srgbClr val="760C04"/>
                </a:solidFill>
                <a:latin typeface="楷体_GB2312" pitchFamily="49" charset="-122"/>
                <a:ea typeface="楷体_GB2312" pitchFamily="49" charset="-122"/>
              </a:rPr>
              <a:t>:</a:t>
            </a:r>
          </a:p>
        </p:txBody>
      </p:sp>
      <p:sp>
        <p:nvSpPr>
          <p:cNvPr id="30723" name="Text Box 3">
            <a:extLst>
              <a:ext uri="{FF2B5EF4-FFF2-40B4-BE49-F238E27FC236}">
                <a16:creationId xmlns:a16="http://schemas.microsoft.com/office/drawing/2014/main" id="{66A0364F-67EB-7E97-98F2-C6C056E79B04}"/>
              </a:ext>
            </a:extLst>
          </p:cNvPr>
          <p:cNvSpPr txBox="1">
            <a:spLocks noChangeArrowheads="1"/>
          </p:cNvSpPr>
          <p:nvPr/>
        </p:nvSpPr>
        <p:spPr bwMode="auto">
          <a:xfrm>
            <a:off x="0" y="908050"/>
            <a:ext cx="9144000"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zh-CN" altLang="en-US" sz="2800" b="1">
                <a:latin typeface="楷体_GB2312" pitchFamily="49" charset="-122"/>
                <a:ea typeface="楷体_GB2312" pitchFamily="49" charset="-122"/>
              </a:rPr>
              <a:t>　</a:t>
            </a:r>
            <a:r>
              <a:rPr lang="zh-CN" altLang="en-US" sz="3600" b="1">
                <a:solidFill>
                  <a:srgbClr val="000066"/>
                </a:solidFill>
                <a:latin typeface="楷体_GB2312" pitchFamily="49" charset="-122"/>
                <a:ea typeface="楷体_GB2312" pitchFamily="49" charset="-122"/>
              </a:rPr>
              <a:t>单边拉氏变换的大部分性质与双边拉氏变换相同，但也有几个不同的性质。</a:t>
            </a:r>
          </a:p>
        </p:txBody>
      </p:sp>
      <p:sp>
        <p:nvSpPr>
          <p:cNvPr id="30724" name="Rectangle 4">
            <a:extLst>
              <a:ext uri="{FF2B5EF4-FFF2-40B4-BE49-F238E27FC236}">
                <a16:creationId xmlns:a16="http://schemas.microsoft.com/office/drawing/2014/main" id="{8322B76A-257B-5946-7FDA-6FCD175B1FBC}"/>
              </a:ext>
            </a:extLst>
          </p:cNvPr>
          <p:cNvSpPr>
            <a:spLocks noChangeArrowheads="1"/>
          </p:cNvSpPr>
          <p:nvPr/>
        </p:nvSpPr>
        <p:spPr bwMode="auto">
          <a:xfrm>
            <a:off x="323850" y="2708275"/>
            <a:ext cx="8820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800100" indent="-342900">
              <a:defRPr>
                <a:solidFill>
                  <a:schemeClr val="tx1"/>
                </a:solidFill>
                <a:latin typeface="Arial" panose="020B0604020202020204" pitchFamily="34" charset="0"/>
                <a:ea typeface="宋体" panose="02010600030101010101" pitchFamily="2" charset="-122"/>
              </a:defRPr>
            </a:lvl2pPr>
            <a:lvl3pPr marL="1257300" indent="-342900">
              <a:defRPr>
                <a:solidFill>
                  <a:schemeClr val="tx1"/>
                </a:solidFill>
                <a:latin typeface="Arial" panose="020B0604020202020204" pitchFamily="34" charset="0"/>
                <a:ea typeface="宋体" panose="02010600030101010101" pitchFamily="2" charset="-122"/>
              </a:defRPr>
            </a:lvl3pPr>
            <a:lvl4pPr marL="1714500" indent="-342900">
              <a:defRPr>
                <a:solidFill>
                  <a:schemeClr val="tx1"/>
                </a:solidFill>
                <a:latin typeface="Arial" panose="020B0604020202020204" pitchFamily="34" charset="0"/>
                <a:ea typeface="宋体" panose="02010600030101010101" pitchFamily="2" charset="-122"/>
              </a:defRPr>
            </a:lvl4pPr>
            <a:lvl5pPr marL="2171700" indent="-342900">
              <a:defRPr>
                <a:solidFill>
                  <a:schemeClr val="tx1"/>
                </a:solidFill>
                <a:latin typeface="Arial" panose="020B0604020202020204" pitchFamily="34" charset="0"/>
                <a:ea typeface="宋体" panose="02010600030101010101" pitchFamily="2" charset="-122"/>
              </a:defRPr>
            </a:lvl5pPr>
            <a:lvl6pPr marL="26289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0861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5433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0005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Clr>
                <a:schemeClr val="hlink"/>
              </a:buClr>
            </a:pPr>
            <a:r>
              <a:rPr lang="en-US" altLang="zh-CN" sz="3600" b="1">
                <a:solidFill>
                  <a:srgbClr val="760C04"/>
                </a:solidFill>
                <a:latin typeface="Times New Roman" panose="02020603050405020304" pitchFamily="18" charset="0"/>
                <a:ea typeface="楷体_GB2312" pitchFamily="49" charset="-122"/>
              </a:rPr>
              <a:t>1. </a:t>
            </a:r>
            <a:r>
              <a:rPr lang="zh-CN" altLang="en-US" sz="3600" b="1">
                <a:solidFill>
                  <a:srgbClr val="760C04"/>
                </a:solidFill>
                <a:latin typeface="Times New Roman" panose="02020603050405020304" pitchFamily="18" charset="0"/>
                <a:ea typeface="楷体_GB2312" pitchFamily="49" charset="-122"/>
              </a:rPr>
              <a:t>时域微分</a:t>
            </a:r>
            <a:r>
              <a:rPr lang="zh-CN" altLang="en-US" sz="2400" b="1">
                <a:solidFill>
                  <a:srgbClr val="760C04"/>
                </a:solidFill>
                <a:latin typeface="Times New Roman" panose="02020603050405020304" pitchFamily="18" charset="0"/>
                <a:ea typeface="楷体_GB2312" pitchFamily="49" charset="-122"/>
              </a:rPr>
              <a:t>（</a:t>
            </a:r>
            <a:r>
              <a:rPr lang="en-US" altLang="zh-CN" sz="2400" b="1">
                <a:solidFill>
                  <a:srgbClr val="760C04"/>
                </a:solidFill>
                <a:latin typeface="Times New Roman" panose="02020603050405020304" pitchFamily="18" charset="0"/>
                <a:ea typeface="楷体_GB2312" pitchFamily="49" charset="-122"/>
              </a:rPr>
              <a:t>Differentiation in the Time Domain</a:t>
            </a:r>
            <a:r>
              <a:rPr lang="zh-CN" altLang="en-US" sz="2400" b="1">
                <a:solidFill>
                  <a:srgbClr val="760C04"/>
                </a:solidFill>
                <a:latin typeface="Times New Roman" panose="02020603050405020304" pitchFamily="18" charset="0"/>
                <a:ea typeface="楷体_GB2312" pitchFamily="49" charset="-122"/>
              </a:rPr>
              <a:t>）</a:t>
            </a:r>
          </a:p>
        </p:txBody>
      </p:sp>
      <p:graphicFrame>
        <p:nvGraphicFramePr>
          <p:cNvPr id="30726" name="Object 6">
            <a:extLst>
              <a:ext uri="{FF2B5EF4-FFF2-40B4-BE49-F238E27FC236}">
                <a16:creationId xmlns:a16="http://schemas.microsoft.com/office/drawing/2014/main" id="{C65DD8DF-9A44-23C5-8218-A8D24C0FAC8C}"/>
              </a:ext>
            </a:extLst>
          </p:cNvPr>
          <p:cNvGraphicFramePr>
            <a:graphicFrameLocks noChangeAspect="1"/>
          </p:cNvGraphicFramePr>
          <p:nvPr/>
        </p:nvGraphicFramePr>
        <p:xfrm>
          <a:off x="1068388" y="3640138"/>
          <a:ext cx="1828800" cy="471487"/>
        </p:xfrm>
        <a:graphic>
          <a:graphicData uri="http://schemas.openxmlformats.org/presentationml/2006/ole">
            <mc:AlternateContent xmlns:mc="http://schemas.openxmlformats.org/markup-compatibility/2006">
              <mc:Choice xmlns:v="urn:schemas-microsoft-com:vml" Requires="v">
                <p:oleObj name="Equation" r:id="rId2" imgW="787320" imgH="203040" progId="Equation.DSMT4">
                  <p:embed/>
                </p:oleObj>
              </mc:Choice>
              <mc:Fallback>
                <p:oleObj name="Equation" r:id="rId2" imgW="787320" imgH="203040" progId="Equation.DSMT4">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8388" y="3640138"/>
                        <a:ext cx="1828800" cy="471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727" name="Text Box 7">
            <a:extLst>
              <a:ext uri="{FF2B5EF4-FFF2-40B4-BE49-F238E27FC236}">
                <a16:creationId xmlns:a16="http://schemas.microsoft.com/office/drawing/2014/main" id="{573F2D0B-CB60-DBAC-A7E7-23B55E1EAC31}"/>
              </a:ext>
            </a:extLst>
          </p:cNvPr>
          <p:cNvSpPr txBox="1">
            <a:spLocks noChangeArrowheads="1"/>
          </p:cNvSpPr>
          <p:nvPr/>
        </p:nvSpPr>
        <p:spPr bwMode="auto">
          <a:xfrm>
            <a:off x="539750" y="3471863"/>
            <a:ext cx="64293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000066"/>
                </a:solidFill>
                <a:latin typeface="楷体_GB2312" pitchFamily="49" charset="-122"/>
                <a:ea typeface="楷体_GB2312" pitchFamily="49" charset="-122"/>
              </a:rPr>
              <a:t>若</a:t>
            </a:r>
          </a:p>
        </p:txBody>
      </p:sp>
      <p:graphicFrame>
        <p:nvGraphicFramePr>
          <p:cNvPr id="30728" name="Object 8">
            <a:extLst>
              <a:ext uri="{FF2B5EF4-FFF2-40B4-BE49-F238E27FC236}">
                <a16:creationId xmlns:a16="http://schemas.microsoft.com/office/drawing/2014/main" id="{B04E2A82-CE46-6918-E647-DDE4659FF026}"/>
              </a:ext>
            </a:extLst>
          </p:cNvPr>
          <p:cNvGraphicFramePr>
            <a:graphicFrameLocks noChangeAspect="1"/>
          </p:cNvGraphicFramePr>
          <p:nvPr/>
        </p:nvGraphicFramePr>
        <p:xfrm>
          <a:off x="3563938" y="3292475"/>
          <a:ext cx="4321175" cy="1036638"/>
        </p:xfrm>
        <a:graphic>
          <a:graphicData uri="http://schemas.openxmlformats.org/presentationml/2006/ole">
            <mc:AlternateContent xmlns:mc="http://schemas.openxmlformats.org/markup-compatibility/2006">
              <mc:Choice xmlns:v="urn:schemas-microsoft-com:vml" Requires="v">
                <p:oleObj name="Equation" r:id="rId4" imgW="1409400" imgH="393480" progId="Equation.DSMT4">
                  <p:embed/>
                </p:oleObj>
              </mc:Choice>
              <mc:Fallback>
                <p:oleObj name="Equation" r:id="rId4" imgW="1409400" imgH="393480" progId="Equation.DSMT4">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63938" y="3292475"/>
                        <a:ext cx="4321175" cy="1036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729" name="Text Box 9">
            <a:extLst>
              <a:ext uri="{FF2B5EF4-FFF2-40B4-BE49-F238E27FC236}">
                <a16:creationId xmlns:a16="http://schemas.microsoft.com/office/drawing/2014/main" id="{7D2997AA-A7B4-AC5B-0192-3F51C275BE2B}"/>
              </a:ext>
            </a:extLst>
          </p:cNvPr>
          <p:cNvSpPr txBox="1">
            <a:spLocks noChangeArrowheads="1"/>
          </p:cNvSpPr>
          <p:nvPr/>
        </p:nvSpPr>
        <p:spPr bwMode="auto">
          <a:xfrm>
            <a:off x="2878138" y="3487738"/>
            <a:ext cx="642937"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000066"/>
                </a:solidFill>
                <a:latin typeface="楷体_GB2312" pitchFamily="49" charset="-122"/>
                <a:ea typeface="楷体_GB2312" pitchFamily="49" charset="-122"/>
              </a:rPr>
              <a:t>则</a:t>
            </a:r>
          </a:p>
        </p:txBody>
      </p:sp>
      <p:graphicFrame>
        <p:nvGraphicFramePr>
          <p:cNvPr id="30730" name="Object 10">
            <a:extLst>
              <a:ext uri="{FF2B5EF4-FFF2-40B4-BE49-F238E27FC236}">
                <a16:creationId xmlns:a16="http://schemas.microsoft.com/office/drawing/2014/main" id="{6DFA298B-ED9A-9149-AD33-882D51A4CD31}"/>
              </a:ext>
            </a:extLst>
          </p:cNvPr>
          <p:cNvGraphicFramePr>
            <a:graphicFrameLocks noChangeAspect="1"/>
          </p:cNvGraphicFramePr>
          <p:nvPr/>
        </p:nvGraphicFramePr>
        <p:xfrm>
          <a:off x="0" y="4167188"/>
          <a:ext cx="9144000" cy="1166812"/>
        </p:xfrm>
        <a:graphic>
          <a:graphicData uri="http://schemas.openxmlformats.org/presentationml/2006/ole">
            <mc:AlternateContent xmlns:mc="http://schemas.openxmlformats.org/markup-compatibility/2006">
              <mc:Choice xmlns:v="urn:schemas-microsoft-com:vml" Requires="v">
                <p:oleObj name="Equation" r:id="rId6" imgW="3555720" imgH="393480" progId="Equation.DSMT4">
                  <p:embed/>
                </p:oleObj>
              </mc:Choice>
              <mc:Fallback>
                <p:oleObj name="Equation" r:id="rId6" imgW="3555720" imgH="393480" progId="Equation.DSMT4">
                  <p:embed/>
                  <p:pic>
                    <p:nvPicPr>
                      <p:cNvPr id="0"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4167188"/>
                        <a:ext cx="9144000" cy="1166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731" name="Object 11">
            <a:extLst>
              <a:ext uri="{FF2B5EF4-FFF2-40B4-BE49-F238E27FC236}">
                <a16:creationId xmlns:a16="http://schemas.microsoft.com/office/drawing/2014/main" id="{A175A75C-C62B-738F-E464-C55D3427FF83}"/>
              </a:ext>
            </a:extLst>
          </p:cNvPr>
          <p:cNvGraphicFramePr>
            <a:graphicFrameLocks noChangeAspect="1"/>
          </p:cNvGraphicFramePr>
          <p:nvPr/>
        </p:nvGraphicFramePr>
        <p:xfrm>
          <a:off x="1258888" y="5300663"/>
          <a:ext cx="6335712" cy="1341437"/>
        </p:xfrm>
        <a:graphic>
          <a:graphicData uri="http://schemas.openxmlformats.org/presentationml/2006/ole">
            <mc:AlternateContent xmlns:mc="http://schemas.openxmlformats.org/markup-compatibility/2006">
              <mc:Choice xmlns:v="urn:schemas-microsoft-com:vml" Requires="v">
                <p:oleObj name="Equation" r:id="rId8" imgW="2095200" imgH="419040" progId="Equation.DSMT4">
                  <p:embed/>
                </p:oleObj>
              </mc:Choice>
              <mc:Fallback>
                <p:oleObj name="Equation" r:id="rId8" imgW="2095200" imgH="419040" progId="Equation.DSMT4">
                  <p:embed/>
                  <p:pic>
                    <p:nvPicPr>
                      <p:cNvPr id="0" name="Object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58888" y="5300663"/>
                        <a:ext cx="6335712" cy="1341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0723"/>
                                        </p:tgtEl>
                                        <p:attrNameLst>
                                          <p:attrName>style.visibility</p:attrName>
                                        </p:attrNameLst>
                                      </p:cBhvr>
                                      <p:to>
                                        <p:strVal val="visible"/>
                                      </p:to>
                                    </p:set>
                                    <p:anim calcmode="lin" valueType="num">
                                      <p:cBhvr additive="base">
                                        <p:cTn id="7" dur="500" fill="hold"/>
                                        <p:tgtEl>
                                          <p:spTgt spid="30723"/>
                                        </p:tgtEl>
                                        <p:attrNameLst>
                                          <p:attrName>ppt_x</p:attrName>
                                        </p:attrNameLst>
                                      </p:cBhvr>
                                      <p:tavLst>
                                        <p:tav tm="0">
                                          <p:val>
                                            <p:strVal val="0-#ppt_w/2"/>
                                          </p:val>
                                        </p:tav>
                                        <p:tav tm="100000">
                                          <p:val>
                                            <p:strVal val="#ppt_x"/>
                                          </p:val>
                                        </p:tav>
                                      </p:tavLst>
                                    </p:anim>
                                    <p:anim calcmode="lin" valueType="num">
                                      <p:cBhvr additive="base">
                                        <p:cTn id="8" dur="500" fill="hold"/>
                                        <p:tgtEl>
                                          <p:spTgt spid="3072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0724"/>
                                        </p:tgtEl>
                                        <p:attrNameLst>
                                          <p:attrName>style.visibility</p:attrName>
                                        </p:attrNameLst>
                                      </p:cBhvr>
                                      <p:to>
                                        <p:strVal val="visible"/>
                                      </p:to>
                                    </p:set>
                                    <p:anim calcmode="lin" valueType="num">
                                      <p:cBhvr additive="base">
                                        <p:cTn id="13" dur="500" fill="hold"/>
                                        <p:tgtEl>
                                          <p:spTgt spid="30724"/>
                                        </p:tgtEl>
                                        <p:attrNameLst>
                                          <p:attrName>ppt_x</p:attrName>
                                        </p:attrNameLst>
                                      </p:cBhvr>
                                      <p:tavLst>
                                        <p:tav tm="0">
                                          <p:val>
                                            <p:strVal val="0-#ppt_w/2"/>
                                          </p:val>
                                        </p:tav>
                                        <p:tav tm="100000">
                                          <p:val>
                                            <p:strVal val="#ppt_x"/>
                                          </p:val>
                                        </p:tav>
                                      </p:tavLst>
                                    </p:anim>
                                    <p:anim calcmode="lin" valueType="num">
                                      <p:cBhvr additive="base">
                                        <p:cTn id="14" dur="500" fill="hold"/>
                                        <p:tgtEl>
                                          <p:spTgt spid="30724"/>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30730"/>
                                        </p:tgtEl>
                                        <p:attrNameLst>
                                          <p:attrName>style.visibility</p:attrName>
                                        </p:attrNameLst>
                                      </p:cBhvr>
                                      <p:to>
                                        <p:strVal val="visible"/>
                                      </p:to>
                                    </p:set>
                                    <p:anim calcmode="lin" valueType="num">
                                      <p:cBhvr additive="base">
                                        <p:cTn id="19" dur="500" fill="hold"/>
                                        <p:tgtEl>
                                          <p:spTgt spid="30730"/>
                                        </p:tgtEl>
                                        <p:attrNameLst>
                                          <p:attrName>ppt_x</p:attrName>
                                        </p:attrNameLst>
                                      </p:cBhvr>
                                      <p:tavLst>
                                        <p:tav tm="0">
                                          <p:val>
                                            <p:strVal val="0-#ppt_w/2"/>
                                          </p:val>
                                        </p:tav>
                                        <p:tav tm="100000">
                                          <p:val>
                                            <p:strVal val="#ppt_x"/>
                                          </p:val>
                                        </p:tav>
                                      </p:tavLst>
                                    </p:anim>
                                    <p:anim calcmode="lin" valueType="num">
                                      <p:cBhvr additive="base">
                                        <p:cTn id="20" dur="500" fill="hold"/>
                                        <p:tgtEl>
                                          <p:spTgt spid="30730"/>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30731"/>
                                        </p:tgtEl>
                                        <p:attrNameLst>
                                          <p:attrName>style.visibility</p:attrName>
                                        </p:attrNameLst>
                                      </p:cBhvr>
                                      <p:to>
                                        <p:strVal val="visible"/>
                                      </p:to>
                                    </p:set>
                                    <p:anim calcmode="lin" valueType="num">
                                      <p:cBhvr additive="base">
                                        <p:cTn id="25" dur="500" fill="hold"/>
                                        <p:tgtEl>
                                          <p:spTgt spid="30731"/>
                                        </p:tgtEl>
                                        <p:attrNameLst>
                                          <p:attrName>ppt_x</p:attrName>
                                        </p:attrNameLst>
                                      </p:cBhvr>
                                      <p:tavLst>
                                        <p:tav tm="0">
                                          <p:val>
                                            <p:strVal val="0-#ppt_w/2"/>
                                          </p:val>
                                        </p:tav>
                                        <p:tav tm="100000">
                                          <p:val>
                                            <p:strVal val="#ppt_x"/>
                                          </p:val>
                                        </p:tav>
                                      </p:tavLst>
                                    </p:anim>
                                    <p:anim calcmode="lin" valueType="num">
                                      <p:cBhvr additive="base">
                                        <p:cTn id="26" dur="500" fill="hold"/>
                                        <p:tgtEl>
                                          <p:spTgt spid="3073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autoUpdateAnimBg="0"/>
      <p:bldP spid="30724" grpId="0" autoUpdateAnimBg="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5F3CDED6-E031-47BE-DAB5-365B4592670F}"/>
              </a:ext>
            </a:extLst>
          </p:cNvPr>
          <p:cNvSpPr>
            <a:spLocks noChangeArrowheads="1"/>
          </p:cNvSpPr>
          <p:nvPr/>
        </p:nvSpPr>
        <p:spPr bwMode="auto">
          <a:xfrm>
            <a:off x="0" y="-98425"/>
            <a:ext cx="8032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800100" indent="-342900">
              <a:defRPr>
                <a:solidFill>
                  <a:schemeClr val="tx1"/>
                </a:solidFill>
                <a:latin typeface="Arial" panose="020B0604020202020204" pitchFamily="34" charset="0"/>
                <a:ea typeface="宋体" panose="02010600030101010101" pitchFamily="2" charset="-122"/>
              </a:defRPr>
            </a:lvl2pPr>
            <a:lvl3pPr marL="1257300" indent="-342900">
              <a:defRPr>
                <a:solidFill>
                  <a:schemeClr val="tx1"/>
                </a:solidFill>
                <a:latin typeface="Arial" panose="020B0604020202020204" pitchFamily="34" charset="0"/>
                <a:ea typeface="宋体" panose="02010600030101010101" pitchFamily="2" charset="-122"/>
              </a:defRPr>
            </a:lvl3pPr>
            <a:lvl4pPr marL="1714500" indent="-342900">
              <a:defRPr>
                <a:solidFill>
                  <a:schemeClr val="tx1"/>
                </a:solidFill>
                <a:latin typeface="Arial" panose="020B0604020202020204" pitchFamily="34" charset="0"/>
                <a:ea typeface="宋体" panose="02010600030101010101" pitchFamily="2" charset="-122"/>
              </a:defRPr>
            </a:lvl4pPr>
            <a:lvl5pPr marL="2171700" indent="-342900">
              <a:defRPr>
                <a:solidFill>
                  <a:schemeClr val="tx1"/>
                </a:solidFill>
                <a:latin typeface="Arial" panose="020B0604020202020204" pitchFamily="34" charset="0"/>
                <a:ea typeface="宋体" panose="02010600030101010101" pitchFamily="2" charset="-122"/>
              </a:defRPr>
            </a:lvl5pPr>
            <a:lvl6pPr marL="26289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0861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5433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0005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Clr>
                <a:schemeClr val="hlink"/>
              </a:buClr>
            </a:pPr>
            <a:r>
              <a:rPr lang="en-US" altLang="zh-CN" sz="3600" b="1">
                <a:solidFill>
                  <a:srgbClr val="760C04"/>
                </a:solidFill>
                <a:latin typeface="Times New Roman" panose="02020603050405020304" pitchFamily="18" charset="0"/>
                <a:ea typeface="楷体_GB2312" pitchFamily="49" charset="-122"/>
              </a:rPr>
              <a:t>2. </a:t>
            </a:r>
            <a:r>
              <a:rPr lang="zh-CN" altLang="en-US" sz="3600" b="1">
                <a:solidFill>
                  <a:srgbClr val="760C04"/>
                </a:solidFill>
                <a:latin typeface="Times New Roman" panose="02020603050405020304" pitchFamily="18" charset="0"/>
                <a:ea typeface="楷体_GB2312" pitchFamily="49" charset="-122"/>
              </a:rPr>
              <a:t>时域积分</a:t>
            </a:r>
            <a:r>
              <a:rPr lang="zh-CN" altLang="en-US" sz="2800" b="1">
                <a:solidFill>
                  <a:srgbClr val="760C04"/>
                </a:solidFill>
                <a:latin typeface="Times New Roman" panose="02020603050405020304" pitchFamily="18" charset="0"/>
                <a:ea typeface="楷体_GB2312" pitchFamily="49" charset="-122"/>
              </a:rPr>
              <a:t>（</a:t>
            </a:r>
            <a:r>
              <a:rPr lang="en-US" altLang="zh-CN" sz="2800" b="1">
                <a:solidFill>
                  <a:srgbClr val="760C04"/>
                </a:solidFill>
                <a:latin typeface="Times New Roman" panose="02020603050405020304" pitchFamily="18" charset="0"/>
                <a:ea typeface="楷体_GB2312" pitchFamily="49" charset="-122"/>
              </a:rPr>
              <a:t>Integration in the Time Domain</a:t>
            </a:r>
            <a:r>
              <a:rPr lang="zh-CN" altLang="en-US" sz="2800" b="1">
                <a:solidFill>
                  <a:srgbClr val="760C04"/>
                </a:solidFill>
                <a:latin typeface="Times New Roman" panose="02020603050405020304" pitchFamily="18" charset="0"/>
                <a:ea typeface="楷体_GB2312" pitchFamily="49" charset="-122"/>
              </a:rPr>
              <a:t>）</a:t>
            </a:r>
          </a:p>
        </p:txBody>
      </p:sp>
      <p:graphicFrame>
        <p:nvGraphicFramePr>
          <p:cNvPr id="29699" name="Object 3">
            <a:extLst>
              <a:ext uri="{FF2B5EF4-FFF2-40B4-BE49-F238E27FC236}">
                <a16:creationId xmlns:a16="http://schemas.microsoft.com/office/drawing/2014/main" id="{53BF4081-602E-DCAB-706D-89423533E8DF}"/>
              </a:ext>
            </a:extLst>
          </p:cNvPr>
          <p:cNvGraphicFramePr>
            <a:graphicFrameLocks noChangeAspect="1"/>
          </p:cNvGraphicFramePr>
          <p:nvPr/>
        </p:nvGraphicFramePr>
        <p:xfrm>
          <a:off x="971550" y="692150"/>
          <a:ext cx="6705600" cy="1231900"/>
        </p:xfrm>
        <a:graphic>
          <a:graphicData uri="http://schemas.openxmlformats.org/presentationml/2006/ole">
            <mc:AlternateContent xmlns:mc="http://schemas.openxmlformats.org/markup-compatibility/2006">
              <mc:Choice xmlns:v="urn:schemas-microsoft-com:vml" Requires="v">
                <p:oleObj name="Equation" r:id="rId2" imgW="2145960" imgH="393480" progId="Equation.DSMT4">
                  <p:embed/>
                </p:oleObj>
              </mc:Choice>
              <mc:Fallback>
                <p:oleObj name="Equation" r:id="rId2" imgW="2145960" imgH="393480" progId="Equation.DSMT4">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550" y="692150"/>
                        <a:ext cx="6705600" cy="1231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9700" name="Object 4">
            <a:extLst>
              <a:ext uri="{FF2B5EF4-FFF2-40B4-BE49-F238E27FC236}">
                <a16:creationId xmlns:a16="http://schemas.microsoft.com/office/drawing/2014/main" id="{0D86AA8D-CB11-42AF-201C-BC2C5EE41DE1}"/>
              </a:ext>
            </a:extLst>
          </p:cNvPr>
          <p:cNvGraphicFramePr>
            <a:graphicFrameLocks noChangeAspect="1"/>
          </p:cNvGraphicFramePr>
          <p:nvPr/>
        </p:nvGraphicFramePr>
        <p:xfrm>
          <a:off x="1042988" y="1989138"/>
          <a:ext cx="6748462" cy="1096962"/>
        </p:xfrm>
        <a:graphic>
          <a:graphicData uri="http://schemas.openxmlformats.org/presentationml/2006/ole">
            <mc:AlternateContent xmlns:mc="http://schemas.openxmlformats.org/markup-compatibility/2006">
              <mc:Choice xmlns:v="urn:schemas-microsoft-com:vml" Requires="v">
                <p:oleObj name="Equation" r:id="rId4" imgW="2298600" imgH="355320" progId="Equation.DSMT4">
                  <p:embed/>
                </p:oleObj>
              </mc:Choice>
              <mc:Fallback>
                <p:oleObj name="Equation" r:id="rId4" imgW="2298600" imgH="355320" progId="Equation.DSMT4">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42988" y="1989138"/>
                        <a:ext cx="6748462" cy="1096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9701" name="Object 5">
            <a:extLst>
              <a:ext uri="{FF2B5EF4-FFF2-40B4-BE49-F238E27FC236}">
                <a16:creationId xmlns:a16="http://schemas.microsoft.com/office/drawing/2014/main" id="{E53CE2FC-7B87-290A-F29B-086B2AB66FDB}"/>
              </a:ext>
            </a:extLst>
          </p:cNvPr>
          <p:cNvGraphicFramePr>
            <a:graphicFrameLocks noChangeAspect="1"/>
          </p:cNvGraphicFramePr>
          <p:nvPr/>
        </p:nvGraphicFramePr>
        <p:xfrm>
          <a:off x="0" y="3141663"/>
          <a:ext cx="9144000" cy="981075"/>
        </p:xfrm>
        <a:graphic>
          <a:graphicData uri="http://schemas.openxmlformats.org/presentationml/2006/ole">
            <mc:AlternateContent xmlns:mc="http://schemas.openxmlformats.org/markup-compatibility/2006">
              <mc:Choice xmlns:v="urn:schemas-microsoft-com:vml" Requires="v">
                <p:oleObj name="Equation" r:id="rId6" imgW="3581280" imgH="355320" progId="Equation.DSMT4">
                  <p:embed/>
                </p:oleObj>
              </mc:Choice>
              <mc:Fallback>
                <p:oleObj name="Equation" r:id="rId6" imgW="3581280" imgH="355320" progId="Equation.DSMT4">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3141663"/>
                        <a:ext cx="9144000" cy="981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9702" name="Object 6">
            <a:extLst>
              <a:ext uri="{FF2B5EF4-FFF2-40B4-BE49-F238E27FC236}">
                <a16:creationId xmlns:a16="http://schemas.microsoft.com/office/drawing/2014/main" id="{6FA84577-C44A-AE72-8178-AEAE31E93929}"/>
              </a:ext>
            </a:extLst>
          </p:cNvPr>
          <p:cNvGraphicFramePr>
            <a:graphicFrameLocks noChangeAspect="1"/>
          </p:cNvGraphicFramePr>
          <p:nvPr/>
        </p:nvGraphicFramePr>
        <p:xfrm>
          <a:off x="395288" y="4292600"/>
          <a:ext cx="8280400" cy="1162050"/>
        </p:xfrm>
        <a:graphic>
          <a:graphicData uri="http://schemas.openxmlformats.org/presentationml/2006/ole">
            <mc:AlternateContent xmlns:mc="http://schemas.openxmlformats.org/markup-compatibility/2006">
              <mc:Choice xmlns:v="urn:schemas-microsoft-com:vml" Requires="v">
                <p:oleObj name="Equation" r:id="rId8" imgW="3022560" imgH="419040" progId="Equation.DSMT4">
                  <p:embed/>
                </p:oleObj>
              </mc:Choice>
              <mc:Fallback>
                <p:oleObj name="Equation" r:id="rId8" imgW="3022560" imgH="419040" progId="Equation.DSMT4">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5288" y="4292600"/>
                        <a:ext cx="8280400" cy="1162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9703" name="Object 7">
            <a:extLst>
              <a:ext uri="{FF2B5EF4-FFF2-40B4-BE49-F238E27FC236}">
                <a16:creationId xmlns:a16="http://schemas.microsoft.com/office/drawing/2014/main" id="{43105F9A-3D5B-4F8F-FBB4-D24147224DF4}"/>
              </a:ext>
            </a:extLst>
          </p:cNvPr>
          <p:cNvGraphicFramePr>
            <a:graphicFrameLocks noChangeAspect="1"/>
          </p:cNvGraphicFramePr>
          <p:nvPr/>
        </p:nvGraphicFramePr>
        <p:xfrm>
          <a:off x="395288" y="5589588"/>
          <a:ext cx="3898900" cy="1268412"/>
        </p:xfrm>
        <a:graphic>
          <a:graphicData uri="http://schemas.openxmlformats.org/presentationml/2006/ole">
            <mc:AlternateContent xmlns:mc="http://schemas.openxmlformats.org/markup-compatibility/2006">
              <mc:Choice xmlns:v="urn:schemas-microsoft-com:vml" Requires="v">
                <p:oleObj name="Equation" r:id="rId10" imgW="1422360" imgH="393480" progId="Equation.DSMT4">
                  <p:embed/>
                </p:oleObj>
              </mc:Choice>
              <mc:Fallback>
                <p:oleObj name="Equation" r:id="rId10" imgW="1422360" imgH="393480" progId="Equation.DSMT4">
                  <p:embed/>
                  <p:pic>
                    <p:nvPicPr>
                      <p:cNvPr id="0"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95288" y="5589588"/>
                        <a:ext cx="3898900" cy="1268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9699"/>
                                        </p:tgtEl>
                                        <p:attrNameLst>
                                          <p:attrName>style.visibility</p:attrName>
                                        </p:attrNameLst>
                                      </p:cBhvr>
                                      <p:to>
                                        <p:strVal val="visible"/>
                                      </p:to>
                                    </p:set>
                                    <p:anim calcmode="lin" valueType="num">
                                      <p:cBhvr additive="base">
                                        <p:cTn id="7" dur="500" fill="hold"/>
                                        <p:tgtEl>
                                          <p:spTgt spid="29699"/>
                                        </p:tgtEl>
                                        <p:attrNameLst>
                                          <p:attrName>ppt_x</p:attrName>
                                        </p:attrNameLst>
                                      </p:cBhvr>
                                      <p:tavLst>
                                        <p:tav tm="0">
                                          <p:val>
                                            <p:strVal val="0-#ppt_w/2"/>
                                          </p:val>
                                        </p:tav>
                                        <p:tav tm="100000">
                                          <p:val>
                                            <p:strVal val="#ppt_x"/>
                                          </p:val>
                                        </p:tav>
                                      </p:tavLst>
                                    </p:anim>
                                    <p:anim calcmode="lin" valueType="num">
                                      <p:cBhvr additive="base">
                                        <p:cTn id="8" dur="500" fill="hold"/>
                                        <p:tgtEl>
                                          <p:spTgt spid="29699"/>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9700"/>
                                        </p:tgtEl>
                                        <p:attrNameLst>
                                          <p:attrName>style.visibility</p:attrName>
                                        </p:attrNameLst>
                                      </p:cBhvr>
                                      <p:to>
                                        <p:strVal val="visible"/>
                                      </p:to>
                                    </p:set>
                                    <p:anim calcmode="lin" valueType="num">
                                      <p:cBhvr additive="base">
                                        <p:cTn id="13" dur="500" fill="hold"/>
                                        <p:tgtEl>
                                          <p:spTgt spid="29700"/>
                                        </p:tgtEl>
                                        <p:attrNameLst>
                                          <p:attrName>ppt_x</p:attrName>
                                        </p:attrNameLst>
                                      </p:cBhvr>
                                      <p:tavLst>
                                        <p:tav tm="0">
                                          <p:val>
                                            <p:strVal val="0-#ppt_w/2"/>
                                          </p:val>
                                        </p:tav>
                                        <p:tav tm="100000">
                                          <p:val>
                                            <p:strVal val="#ppt_x"/>
                                          </p:val>
                                        </p:tav>
                                      </p:tavLst>
                                    </p:anim>
                                    <p:anim calcmode="lin" valueType="num">
                                      <p:cBhvr additive="base">
                                        <p:cTn id="14" dur="500" fill="hold"/>
                                        <p:tgtEl>
                                          <p:spTgt spid="29700"/>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29701"/>
                                        </p:tgtEl>
                                        <p:attrNameLst>
                                          <p:attrName>style.visibility</p:attrName>
                                        </p:attrNameLst>
                                      </p:cBhvr>
                                      <p:to>
                                        <p:strVal val="visible"/>
                                      </p:to>
                                    </p:set>
                                    <p:anim calcmode="lin" valueType="num">
                                      <p:cBhvr additive="base">
                                        <p:cTn id="19" dur="500" fill="hold"/>
                                        <p:tgtEl>
                                          <p:spTgt spid="29701"/>
                                        </p:tgtEl>
                                        <p:attrNameLst>
                                          <p:attrName>ppt_x</p:attrName>
                                        </p:attrNameLst>
                                      </p:cBhvr>
                                      <p:tavLst>
                                        <p:tav tm="0">
                                          <p:val>
                                            <p:strVal val="0-#ppt_w/2"/>
                                          </p:val>
                                        </p:tav>
                                        <p:tav tm="100000">
                                          <p:val>
                                            <p:strVal val="#ppt_x"/>
                                          </p:val>
                                        </p:tav>
                                      </p:tavLst>
                                    </p:anim>
                                    <p:anim calcmode="lin" valueType="num">
                                      <p:cBhvr additive="base">
                                        <p:cTn id="20" dur="500" fill="hold"/>
                                        <p:tgtEl>
                                          <p:spTgt spid="29701"/>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29702"/>
                                        </p:tgtEl>
                                        <p:attrNameLst>
                                          <p:attrName>style.visibility</p:attrName>
                                        </p:attrNameLst>
                                      </p:cBhvr>
                                      <p:to>
                                        <p:strVal val="visible"/>
                                      </p:to>
                                    </p:set>
                                    <p:anim calcmode="lin" valueType="num">
                                      <p:cBhvr additive="base">
                                        <p:cTn id="25" dur="500" fill="hold"/>
                                        <p:tgtEl>
                                          <p:spTgt spid="29702"/>
                                        </p:tgtEl>
                                        <p:attrNameLst>
                                          <p:attrName>ppt_x</p:attrName>
                                        </p:attrNameLst>
                                      </p:cBhvr>
                                      <p:tavLst>
                                        <p:tav tm="0">
                                          <p:val>
                                            <p:strVal val="0-#ppt_w/2"/>
                                          </p:val>
                                        </p:tav>
                                        <p:tav tm="100000">
                                          <p:val>
                                            <p:strVal val="#ppt_x"/>
                                          </p:val>
                                        </p:tav>
                                      </p:tavLst>
                                    </p:anim>
                                    <p:anim calcmode="lin" valueType="num">
                                      <p:cBhvr additive="base">
                                        <p:cTn id="26" dur="500" fill="hold"/>
                                        <p:tgtEl>
                                          <p:spTgt spid="29702"/>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29703"/>
                                        </p:tgtEl>
                                        <p:attrNameLst>
                                          <p:attrName>style.visibility</p:attrName>
                                        </p:attrNameLst>
                                      </p:cBhvr>
                                      <p:to>
                                        <p:strVal val="visible"/>
                                      </p:to>
                                    </p:set>
                                    <p:anim calcmode="lin" valueType="num">
                                      <p:cBhvr additive="base">
                                        <p:cTn id="31" dur="500" fill="hold"/>
                                        <p:tgtEl>
                                          <p:spTgt spid="29703"/>
                                        </p:tgtEl>
                                        <p:attrNameLst>
                                          <p:attrName>ppt_x</p:attrName>
                                        </p:attrNameLst>
                                      </p:cBhvr>
                                      <p:tavLst>
                                        <p:tav tm="0">
                                          <p:val>
                                            <p:strVal val="0-#ppt_w/2"/>
                                          </p:val>
                                        </p:tav>
                                        <p:tav tm="100000">
                                          <p:val>
                                            <p:strVal val="#ppt_x"/>
                                          </p:val>
                                        </p:tav>
                                      </p:tavLst>
                                    </p:anim>
                                    <p:anim calcmode="lin" valueType="num">
                                      <p:cBhvr additive="base">
                                        <p:cTn id="32" dur="500" fill="hold"/>
                                        <p:tgtEl>
                                          <p:spTgt spid="2970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 Box 2">
            <a:extLst>
              <a:ext uri="{FF2B5EF4-FFF2-40B4-BE49-F238E27FC236}">
                <a16:creationId xmlns:a16="http://schemas.microsoft.com/office/drawing/2014/main" id="{1CC191D4-48A6-85CA-6D1B-6196D4BEFD43}"/>
              </a:ext>
            </a:extLst>
          </p:cNvPr>
          <p:cNvSpPr txBox="1">
            <a:spLocks noChangeArrowheads="1"/>
          </p:cNvSpPr>
          <p:nvPr/>
        </p:nvSpPr>
        <p:spPr bwMode="auto">
          <a:xfrm>
            <a:off x="250825" y="260350"/>
            <a:ext cx="6026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800100" indent="-342900">
              <a:defRPr>
                <a:solidFill>
                  <a:schemeClr val="tx1"/>
                </a:solidFill>
                <a:latin typeface="Arial" panose="020B0604020202020204" pitchFamily="34" charset="0"/>
                <a:ea typeface="宋体" panose="02010600030101010101" pitchFamily="2" charset="-122"/>
              </a:defRPr>
            </a:lvl2pPr>
            <a:lvl3pPr marL="1257300" indent="-342900">
              <a:defRPr>
                <a:solidFill>
                  <a:schemeClr val="tx1"/>
                </a:solidFill>
                <a:latin typeface="Arial" panose="020B0604020202020204" pitchFamily="34" charset="0"/>
                <a:ea typeface="宋体" panose="02010600030101010101" pitchFamily="2" charset="-122"/>
              </a:defRPr>
            </a:lvl3pPr>
            <a:lvl4pPr marL="1714500" indent="-342900">
              <a:defRPr>
                <a:solidFill>
                  <a:schemeClr val="tx1"/>
                </a:solidFill>
                <a:latin typeface="Arial" panose="020B0604020202020204" pitchFamily="34" charset="0"/>
                <a:ea typeface="宋体" panose="02010600030101010101" pitchFamily="2" charset="-122"/>
              </a:defRPr>
            </a:lvl4pPr>
            <a:lvl5pPr marL="2171700" indent="-342900">
              <a:defRPr>
                <a:solidFill>
                  <a:schemeClr val="tx1"/>
                </a:solidFill>
                <a:latin typeface="Arial" panose="020B0604020202020204" pitchFamily="34" charset="0"/>
                <a:ea typeface="宋体" panose="02010600030101010101" pitchFamily="2" charset="-122"/>
              </a:defRPr>
            </a:lvl5pPr>
            <a:lvl6pPr marL="26289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0861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5433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0005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Clr>
                <a:schemeClr val="hlink"/>
              </a:buClr>
            </a:pPr>
            <a:r>
              <a:rPr lang="en-US" altLang="zh-CN" sz="3600" b="1">
                <a:solidFill>
                  <a:srgbClr val="760C04"/>
                </a:solidFill>
                <a:latin typeface="Times New Roman" panose="02020603050405020304" pitchFamily="18" charset="0"/>
                <a:ea typeface="楷体_GB2312" pitchFamily="49" charset="-122"/>
              </a:rPr>
              <a:t>3.</a:t>
            </a:r>
            <a:r>
              <a:rPr lang="zh-CN" altLang="en-US" sz="3600" b="1">
                <a:solidFill>
                  <a:srgbClr val="760C04"/>
                </a:solidFill>
                <a:latin typeface="Times New Roman" panose="02020603050405020304" pitchFamily="18" charset="0"/>
                <a:ea typeface="楷体_GB2312" pitchFamily="49" charset="-122"/>
              </a:rPr>
              <a:t>时延性质</a:t>
            </a:r>
            <a:r>
              <a:rPr lang="zh-CN" altLang="en-US" sz="2800" b="1">
                <a:solidFill>
                  <a:srgbClr val="760C04"/>
                </a:solidFill>
                <a:latin typeface="Times New Roman" panose="02020603050405020304" pitchFamily="18" charset="0"/>
                <a:ea typeface="楷体_GB2312" pitchFamily="49" charset="-122"/>
              </a:rPr>
              <a:t>（</a:t>
            </a:r>
            <a:r>
              <a:rPr lang="en-US" altLang="zh-CN" sz="2800" b="1">
                <a:solidFill>
                  <a:srgbClr val="760C04"/>
                </a:solidFill>
                <a:latin typeface="Times New Roman" panose="02020603050405020304" pitchFamily="18" charset="0"/>
                <a:ea typeface="楷体_GB2312" pitchFamily="49" charset="-122"/>
              </a:rPr>
              <a:t>Time Shifting</a:t>
            </a:r>
            <a:r>
              <a:rPr lang="zh-CN" altLang="en-US" sz="2800" b="1">
                <a:solidFill>
                  <a:srgbClr val="760C04"/>
                </a:solidFill>
                <a:latin typeface="Times New Roman" panose="02020603050405020304" pitchFamily="18" charset="0"/>
                <a:ea typeface="楷体_GB2312" pitchFamily="49" charset="-122"/>
              </a:rPr>
              <a:t>）</a:t>
            </a:r>
          </a:p>
        </p:txBody>
      </p:sp>
      <p:sp>
        <p:nvSpPr>
          <p:cNvPr id="28676" name="Text Box 4">
            <a:extLst>
              <a:ext uri="{FF2B5EF4-FFF2-40B4-BE49-F238E27FC236}">
                <a16:creationId xmlns:a16="http://schemas.microsoft.com/office/drawing/2014/main" id="{A648A51C-87D6-30AA-9189-5953DEC4ACED}"/>
              </a:ext>
            </a:extLst>
          </p:cNvPr>
          <p:cNvSpPr txBox="1">
            <a:spLocks noChangeArrowheads="1"/>
          </p:cNvSpPr>
          <p:nvPr/>
        </p:nvSpPr>
        <p:spPr bwMode="auto">
          <a:xfrm>
            <a:off x="0" y="908050"/>
            <a:ext cx="8820150"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en-US" altLang="zh-CN" sz="2800" b="1">
                <a:latin typeface="楷体_GB2312" pitchFamily="49" charset="-122"/>
                <a:ea typeface="楷体_GB2312" pitchFamily="49" charset="-122"/>
              </a:rPr>
              <a:t>       </a:t>
            </a:r>
            <a:r>
              <a:rPr lang="zh-CN" altLang="en-US" sz="3600" b="1">
                <a:solidFill>
                  <a:srgbClr val="000066"/>
                </a:solidFill>
                <a:latin typeface="楷体_GB2312" pitchFamily="49" charset="-122"/>
                <a:ea typeface="楷体_GB2312" pitchFamily="49" charset="-122"/>
              </a:rPr>
              <a:t>是因果信号时，单边拉氏变换的时延特性与双边变换时一致</a:t>
            </a:r>
            <a:r>
              <a:rPr lang="zh-CN" altLang="en-US" sz="2800" b="1">
                <a:solidFill>
                  <a:srgbClr val="000066"/>
                </a:solidFill>
                <a:latin typeface="楷体_GB2312" pitchFamily="49" charset="-122"/>
                <a:ea typeface="楷体_GB2312" pitchFamily="49" charset="-122"/>
              </a:rPr>
              <a:t>。</a:t>
            </a:r>
          </a:p>
        </p:txBody>
      </p:sp>
      <p:graphicFrame>
        <p:nvGraphicFramePr>
          <p:cNvPr id="28677" name="Object 5">
            <a:extLst>
              <a:ext uri="{FF2B5EF4-FFF2-40B4-BE49-F238E27FC236}">
                <a16:creationId xmlns:a16="http://schemas.microsoft.com/office/drawing/2014/main" id="{94B93C08-2D9B-5571-8900-D7613F9E8CFC}"/>
              </a:ext>
            </a:extLst>
          </p:cNvPr>
          <p:cNvGraphicFramePr>
            <a:graphicFrameLocks noChangeAspect="1"/>
          </p:cNvGraphicFramePr>
          <p:nvPr/>
        </p:nvGraphicFramePr>
        <p:xfrm>
          <a:off x="323850" y="1125538"/>
          <a:ext cx="936625" cy="703262"/>
        </p:xfrm>
        <a:graphic>
          <a:graphicData uri="http://schemas.openxmlformats.org/presentationml/2006/ole">
            <mc:AlternateContent xmlns:mc="http://schemas.openxmlformats.org/markup-compatibility/2006">
              <mc:Choice xmlns:v="urn:schemas-microsoft-com:vml" Requires="v">
                <p:oleObj name="Equation" r:id="rId2" imgW="279360" imgH="203040" progId="Equation.DSMT4">
                  <p:embed/>
                </p:oleObj>
              </mc:Choice>
              <mc:Fallback>
                <p:oleObj name="Equation" r:id="rId2" imgW="279360" imgH="203040" progId="Equation.DSMT4">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125538"/>
                        <a:ext cx="936625" cy="703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8678" name="Group 6">
            <a:extLst>
              <a:ext uri="{FF2B5EF4-FFF2-40B4-BE49-F238E27FC236}">
                <a16:creationId xmlns:a16="http://schemas.microsoft.com/office/drawing/2014/main" id="{F16E1C2C-8BCC-E0F9-6AF3-F556A09E0BDB}"/>
              </a:ext>
            </a:extLst>
          </p:cNvPr>
          <p:cNvGrpSpPr>
            <a:grpSpLocks/>
          </p:cNvGrpSpPr>
          <p:nvPr/>
        </p:nvGrpSpPr>
        <p:grpSpPr bwMode="auto">
          <a:xfrm>
            <a:off x="1042988" y="4581525"/>
            <a:ext cx="4416425" cy="641350"/>
            <a:chOff x="1086" y="2862"/>
            <a:chExt cx="2782" cy="404"/>
          </a:xfrm>
        </p:grpSpPr>
        <p:sp>
          <p:nvSpPr>
            <p:cNvPr id="28679" name="Text Box 7">
              <a:extLst>
                <a:ext uri="{FF2B5EF4-FFF2-40B4-BE49-F238E27FC236}">
                  <a16:creationId xmlns:a16="http://schemas.microsoft.com/office/drawing/2014/main" id="{B465282E-4481-CFB8-CDDE-B6A6931B8B2B}"/>
                </a:ext>
              </a:extLst>
            </p:cNvPr>
            <p:cNvSpPr txBox="1">
              <a:spLocks noChangeArrowheads="1"/>
            </p:cNvSpPr>
            <p:nvPr/>
          </p:nvSpPr>
          <p:spPr bwMode="auto">
            <a:xfrm>
              <a:off x="1440" y="2862"/>
              <a:ext cx="2428"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000066"/>
                  </a:solidFill>
                  <a:latin typeface="楷体_GB2312" pitchFamily="49" charset="-122"/>
                  <a:ea typeface="楷体_GB2312" pitchFamily="49" charset="-122"/>
                </a:rPr>
                <a:t>不是因果信号时，</a:t>
              </a:r>
            </a:p>
          </p:txBody>
        </p:sp>
        <p:graphicFrame>
          <p:nvGraphicFramePr>
            <p:cNvPr id="28680" name="Object 8">
              <a:extLst>
                <a:ext uri="{FF2B5EF4-FFF2-40B4-BE49-F238E27FC236}">
                  <a16:creationId xmlns:a16="http://schemas.microsoft.com/office/drawing/2014/main" id="{00D8BE12-84D4-A11D-DE39-09E03C2CBE89}"/>
                </a:ext>
              </a:extLst>
            </p:cNvPr>
            <p:cNvGraphicFramePr>
              <a:graphicFrameLocks noChangeAspect="1"/>
            </p:cNvGraphicFramePr>
            <p:nvPr/>
          </p:nvGraphicFramePr>
          <p:xfrm>
            <a:off x="1086" y="2948"/>
            <a:ext cx="418" cy="313"/>
          </p:xfrm>
          <a:graphic>
            <a:graphicData uri="http://schemas.openxmlformats.org/presentationml/2006/ole">
              <mc:AlternateContent xmlns:mc="http://schemas.openxmlformats.org/markup-compatibility/2006">
                <mc:Choice xmlns:v="urn:schemas-microsoft-com:vml" Requires="v">
                  <p:oleObj name="Equation" r:id="rId4" imgW="279360" imgH="203040" progId="Equation.DSMT4">
                    <p:embed/>
                  </p:oleObj>
                </mc:Choice>
                <mc:Fallback>
                  <p:oleObj name="Equation" r:id="rId4" imgW="279360" imgH="203040" progId="Equation.DSMT4">
                    <p:embed/>
                    <p:pic>
                      <p:nvPicPr>
                        <p:cNvPr id="0"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6" y="2948"/>
                          <a:ext cx="418" cy="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28681" name="Object 9">
            <a:extLst>
              <a:ext uri="{FF2B5EF4-FFF2-40B4-BE49-F238E27FC236}">
                <a16:creationId xmlns:a16="http://schemas.microsoft.com/office/drawing/2014/main" id="{B635B8AC-5AB0-E602-BB3B-FE96F2C792A5}"/>
              </a:ext>
            </a:extLst>
          </p:cNvPr>
          <p:cNvGraphicFramePr>
            <a:graphicFrameLocks noChangeAspect="1"/>
          </p:cNvGraphicFramePr>
          <p:nvPr/>
        </p:nvGraphicFramePr>
        <p:xfrm>
          <a:off x="468313" y="5430838"/>
          <a:ext cx="7991475" cy="979487"/>
        </p:xfrm>
        <a:graphic>
          <a:graphicData uri="http://schemas.openxmlformats.org/presentationml/2006/ole">
            <mc:AlternateContent xmlns:mc="http://schemas.openxmlformats.org/markup-compatibility/2006">
              <mc:Choice xmlns:v="urn:schemas-microsoft-com:vml" Requires="v">
                <p:oleObj name="Equation" r:id="rId5" imgW="2895480" imgH="355320" progId="Equation.DSMT4">
                  <p:embed/>
                </p:oleObj>
              </mc:Choice>
              <mc:Fallback>
                <p:oleObj name="Equation" r:id="rId5" imgW="2895480" imgH="355320" progId="Equation.DSMT4">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8313" y="5430838"/>
                        <a:ext cx="7991475" cy="979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8683" name="Object 11">
            <a:extLst>
              <a:ext uri="{FF2B5EF4-FFF2-40B4-BE49-F238E27FC236}">
                <a16:creationId xmlns:a16="http://schemas.microsoft.com/office/drawing/2014/main" id="{A78B064C-FB33-BD56-8406-444BF17114FC}"/>
              </a:ext>
            </a:extLst>
          </p:cNvPr>
          <p:cNvGraphicFramePr>
            <a:graphicFrameLocks noChangeAspect="1"/>
          </p:cNvGraphicFramePr>
          <p:nvPr/>
        </p:nvGraphicFramePr>
        <p:xfrm>
          <a:off x="1285875" y="2679700"/>
          <a:ext cx="3551238" cy="704850"/>
        </p:xfrm>
        <a:graphic>
          <a:graphicData uri="http://schemas.openxmlformats.org/presentationml/2006/ole">
            <mc:AlternateContent xmlns:mc="http://schemas.openxmlformats.org/markup-compatibility/2006">
              <mc:Choice xmlns:v="urn:schemas-microsoft-com:vml" Requires="v">
                <p:oleObj name="Equation" r:id="rId7" imgW="1028520" imgH="203040" progId="Equation.DSMT4">
                  <p:embed/>
                </p:oleObj>
              </mc:Choice>
              <mc:Fallback>
                <p:oleObj name="Equation" r:id="rId7" imgW="1028520" imgH="203040" progId="Equation.DSMT4">
                  <p:embed/>
                  <p:pic>
                    <p:nvPicPr>
                      <p:cNvPr id="0"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85875" y="2679700"/>
                        <a:ext cx="3551238" cy="704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8684" name="Object 12">
            <a:extLst>
              <a:ext uri="{FF2B5EF4-FFF2-40B4-BE49-F238E27FC236}">
                <a16:creationId xmlns:a16="http://schemas.microsoft.com/office/drawing/2014/main" id="{E02962FF-6D95-1CB1-77E6-DDDC20797906}"/>
              </a:ext>
            </a:extLst>
          </p:cNvPr>
          <p:cNvGraphicFramePr>
            <a:graphicFrameLocks noChangeAspect="1"/>
          </p:cNvGraphicFramePr>
          <p:nvPr/>
        </p:nvGraphicFramePr>
        <p:xfrm>
          <a:off x="1182688" y="3660775"/>
          <a:ext cx="5862637" cy="839788"/>
        </p:xfrm>
        <a:graphic>
          <a:graphicData uri="http://schemas.openxmlformats.org/presentationml/2006/ole">
            <mc:AlternateContent xmlns:mc="http://schemas.openxmlformats.org/markup-compatibility/2006">
              <mc:Choice xmlns:v="urn:schemas-microsoft-com:vml" Requires="v">
                <p:oleObj name="Equation" r:id="rId9" imgW="1726920" imgH="241200" progId="Equation.DSMT4">
                  <p:embed/>
                </p:oleObj>
              </mc:Choice>
              <mc:Fallback>
                <p:oleObj name="Equation" r:id="rId9" imgW="1726920" imgH="241200" progId="Equation.DSMT4">
                  <p:embed/>
                  <p:pic>
                    <p:nvPicPr>
                      <p:cNvPr id="0" name="Object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82688" y="3660775"/>
                        <a:ext cx="5862637" cy="839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8685" name="Text Box 13">
            <a:extLst>
              <a:ext uri="{FF2B5EF4-FFF2-40B4-BE49-F238E27FC236}">
                <a16:creationId xmlns:a16="http://schemas.microsoft.com/office/drawing/2014/main" id="{1A56C2B3-2B21-4D74-20B9-CD1796876C62}"/>
              </a:ext>
            </a:extLst>
          </p:cNvPr>
          <p:cNvSpPr txBox="1">
            <a:spLocks noChangeArrowheads="1"/>
          </p:cNvSpPr>
          <p:nvPr/>
        </p:nvSpPr>
        <p:spPr bwMode="auto">
          <a:xfrm>
            <a:off x="468313" y="3763963"/>
            <a:ext cx="687387"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3600" b="1">
                <a:solidFill>
                  <a:srgbClr val="000066"/>
                </a:solidFill>
                <a:latin typeface="楷体_GB2312" pitchFamily="49" charset="-122"/>
                <a:ea typeface="楷体_GB2312" pitchFamily="49" charset="-122"/>
              </a:rPr>
              <a:t>则</a:t>
            </a:r>
          </a:p>
        </p:txBody>
      </p:sp>
      <p:graphicFrame>
        <p:nvGraphicFramePr>
          <p:cNvPr id="28686" name="Object 14">
            <a:extLst>
              <a:ext uri="{FF2B5EF4-FFF2-40B4-BE49-F238E27FC236}">
                <a16:creationId xmlns:a16="http://schemas.microsoft.com/office/drawing/2014/main" id="{FDDA5D43-366F-3E25-883B-90C90ED9635C}"/>
              </a:ext>
            </a:extLst>
          </p:cNvPr>
          <p:cNvGraphicFramePr>
            <a:graphicFrameLocks noChangeAspect="1"/>
          </p:cNvGraphicFramePr>
          <p:nvPr/>
        </p:nvGraphicFramePr>
        <p:xfrm>
          <a:off x="7312025" y="3725863"/>
          <a:ext cx="1508125" cy="717550"/>
        </p:xfrm>
        <a:graphic>
          <a:graphicData uri="http://schemas.openxmlformats.org/presentationml/2006/ole">
            <mc:AlternateContent xmlns:mc="http://schemas.openxmlformats.org/markup-compatibility/2006">
              <mc:Choice xmlns:v="urn:schemas-microsoft-com:vml" Requires="v">
                <p:oleObj name="Equation" r:id="rId11" imgW="482400" imgH="228600" progId="Equation.DSMT4">
                  <p:embed/>
                </p:oleObj>
              </mc:Choice>
              <mc:Fallback>
                <p:oleObj name="Equation" r:id="rId11" imgW="482400" imgH="228600" progId="Equation.DSMT4">
                  <p:embed/>
                  <p:pic>
                    <p:nvPicPr>
                      <p:cNvPr id="0" name="Object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312025" y="3725863"/>
                        <a:ext cx="1508125" cy="717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8687" name="Text Box 15">
            <a:extLst>
              <a:ext uri="{FF2B5EF4-FFF2-40B4-BE49-F238E27FC236}">
                <a16:creationId xmlns:a16="http://schemas.microsoft.com/office/drawing/2014/main" id="{E03FCEC1-C957-6C0A-6F7D-5D825629C7DE}"/>
              </a:ext>
            </a:extLst>
          </p:cNvPr>
          <p:cNvSpPr txBox="1">
            <a:spLocks noChangeArrowheads="1"/>
          </p:cNvSpPr>
          <p:nvPr/>
        </p:nvSpPr>
        <p:spPr bwMode="auto">
          <a:xfrm>
            <a:off x="395288" y="2708275"/>
            <a:ext cx="642937"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000066"/>
                </a:solidFill>
                <a:latin typeface="楷体_GB2312" pitchFamily="49" charset="-122"/>
                <a:ea typeface="楷体_GB2312" pitchFamily="49" charset="-122"/>
              </a:rPr>
              <a:t>若</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8678"/>
                                        </p:tgtEl>
                                        <p:attrNameLst>
                                          <p:attrName>style.visibility</p:attrName>
                                        </p:attrNameLst>
                                      </p:cBhvr>
                                      <p:to>
                                        <p:strVal val="visible"/>
                                      </p:to>
                                    </p:set>
                                    <p:anim calcmode="lin" valueType="num">
                                      <p:cBhvr additive="base">
                                        <p:cTn id="7" dur="500" fill="hold"/>
                                        <p:tgtEl>
                                          <p:spTgt spid="28678"/>
                                        </p:tgtEl>
                                        <p:attrNameLst>
                                          <p:attrName>ppt_x</p:attrName>
                                        </p:attrNameLst>
                                      </p:cBhvr>
                                      <p:tavLst>
                                        <p:tav tm="0">
                                          <p:val>
                                            <p:strVal val="0-#ppt_w/2"/>
                                          </p:val>
                                        </p:tav>
                                        <p:tav tm="100000">
                                          <p:val>
                                            <p:strVal val="#ppt_x"/>
                                          </p:val>
                                        </p:tav>
                                      </p:tavLst>
                                    </p:anim>
                                    <p:anim calcmode="lin" valueType="num">
                                      <p:cBhvr additive="base">
                                        <p:cTn id="8" dur="500" fill="hold"/>
                                        <p:tgtEl>
                                          <p:spTgt spid="2867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8681"/>
                                        </p:tgtEl>
                                        <p:attrNameLst>
                                          <p:attrName>style.visibility</p:attrName>
                                        </p:attrNameLst>
                                      </p:cBhvr>
                                      <p:to>
                                        <p:strVal val="visible"/>
                                      </p:to>
                                    </p:set>
                                    <p:anim calcmode="lin" valueType="num">
                                      <p:cBhvr additive="base">
                                        <p:cTn id="13" dur="500" fill="hold"/>
                                        <p:tgtEl>
                                          <p:spTgt spid="28681"/>
                                        </p:tgtEl>
                                        <p:attrNameLst>
                                          <p:attrName>ppt_x</p:attrName>
                                        </p:attrNameLst>
                                      </p:cBhvr>
                                      <p:tavLst>
                                        <p:tav tm="0">
                                          <p:val>
                                            <p:strVal val="0-#ppt_w/2"/>
                                          </p:val>
                                        </p:tav>
                                        <p:tav tm="100000">
                                          <p:val>
                                            <p:strVal val="#ppt_x"/>
                                          </p:val>
                                        </p:tav>
                                      </p:tavLst>
                                    </p:anim>
                                    <p:anim calcmode="lin" valueType="num">
                                      <p:cBhvr additive="base">
                                        <p:cTn id="14" dur="500" fill="hold"/>
                                        <p:tgtEl>
                                          <p:spTgt spid="2868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650" name="Object 2">
            <a:extLst>
              <a:ext uri="{FF2B5EF4-FFF2-40B4-BE49-F238E27FC236}">
                <a16:creationId xmlns:a16="http://schemas.microsoft.com/office/drawing/2014/main" id="{2B0BD0A6-61C5-069F-6A67-7B43AB0EED4F}"/>
              </a:ext>
            </a:extLst>
          </p:cNvPr>
          <p:cNvGraphicFramePr>
            <a:graphicFrameLocks noChangeAspect="1"/>
          </p:cNvGraphicFramePr>
          <p:nvPr/>
        </p:nvGraphicFramePr>
        <p:xfrm>
          <a:off x="250825" y="1052513"/>
          <a:ext cx="6534150" cy="1196975"/>
        </p:xfrm>
        <a:graphic>
          <a:graphicData uri="http://schemas.openxmlformats.org/presentationml/2006/ole">
            <mc:AlternateContent xmlns:mc="http://schemas.openxmlformats.org/markup-compatibility/2006">
              <mc:Choice xmlns:v="urn:schemas-microsoft-com:vml" Requires="v">
                <p:oleObj name="Equation" r:id="rId2" imgW="1803240" imgH="330120" progId="Equation.DSMT4">
                  <p:embed/>
                </p:oleObj>
              </mc:Choice>
              <mc:Fallback>
                <p:oleObj name="Equation" r:id="rId2" imgW="1803240" imgH="330120" progId="Equation.DSMT4">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25" y="1052513"/>
                        <a:ext cx="6534150" cy="119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651" name="Object 3">
            <a:extLst>
              <a:ext uri="{FF2B5EF4-FFF2-40B4-BE49-F238E27FC236}">
                <a16:creationId xmlns:a16="http://schemas.microsoft.com/office/drawing/2014/main" id="{5037857B-79F6-192D-6F98-C421367C7C2C}"/>
              </a:ext>
            </a:extLst>
          </p:cNvPr>
          <p:cNvGraphicFramePr>
            <a:graphicFrameLocks noChangeAspect="1"/>
          </p:cNvGraphicFramePr>
          <p:nvPr/>
        </p:nvGraphicFramePr>
        <p:xfrm>
          <a:off x="250825" y="0"/>
          <a:ext cx="8137525" cy="1139825"/>
        </p:xfrm>
        <a:graphic>
          <a:graphicData uri="http://schemas.openxmlformats.org/presentationml/2006/ole">
            <mc:AlternateContent xmlns:mc="http://schemas.openxmlformats.org/markup-compatibility/2006">
              <mc:Choice xmlns:v="urn:schemas-microsoft-com:vml" Requires="v">
                <p:oleObj name="Equation" r:id="rId4" imgW="2336760" imgH="380880" progId="Equation.DSMT4">
                  <p:embed/>
                </p:oleObj>
              </mc:Choice>
              <mc:Fallback>
                <p:oleObj name="Equation" r:id="rId4" imgW="2336760" imgH="380880"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0825" y="0"/>
                        <a:ext cx="8137525" cy="113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7652" name="Rectangle 4">
            <a:extLst>
              <a:ext uri="{FF2B5EF4-FFF2-40B4-BE49-F238E27FC236}">
                <a16:creationId xmlns:a16="http://schemas.microsoft.com/office/drawing/2014/main" id="{BEB4B457-BBE5-DD88-25B6-DD9D788ED1E1}"/>
              </a:ext>
            </a:extLst>
          </p:cNvPr>
          <p:cNvSpPr>
            <a:spLocks noRot="1" noChangeArrowheads="1"/>
          </p:cNvSpPr>
          <p:nvPr/>
        </p:nvSpPr>
        <p:spPr bwMode="auto">
          <a:xfrm>
            <a:off x="0" y="2205038"/>
            <a:ext cx="8532813" cy="800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9144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1371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18288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3600" b="1">
                <a:solidFill>
                  <a:srgbClr val="760C04"/>
                </a:solidFill>
                <a:latin typeface="楷体_GB2312" pitchFamily="49" charset="-122"/>
                <a:ea typeface="楷体_GB2312" pitchFamily="49" charset="-122"/>
              </a:rPr>
              <a:t>三</a:t>
            </a:r>
            <a:r>
              <a:rPr lang="en-US" altLang="zh-CN" sz="3600" b="1">
                <a:solidFill>
                  <a:srgbClr val="760C04"/>
                </a:solidFill>
                <a:latin typeface="楷体_GB2312" pitchFamily="49" charset="-122"/>
                <a:ea typeface="楷体_GB2312" pitchFamily="49" charset="-122"/>
              </a:rPr>
              <a:t>.</a:t>
            </a:r>
            <a:r>
              <a:rPr lang="zh-CN" altLang="en-US" sz="3600" b="1">
                <a:solidFill>
                  <a:srgbClr val="760C04"/>
                </a:solidFill>
                <a:latin typeface="楷体_GB2312" pitchFamily="49" charset="-122"/>
                <a:ea typeface="楷体_GB2312" pitchFamily="49" charset="-122"/>
              </a:rPr>
              <a:t>利用单边拉氏变换求解增量线性系统</a:t>
            </a:r>
            <a:r>
              <a:rPr lang="en-US" altLang="zh-CN" sz="2800" b="1">
                <a:solidFill>
                  <a:srgbClr val="760C04"/>
                </a:solidFill>
                <a:latin typeface="楷体_GB2312" pitchFamily="49" charset="-122"/>
                <a:ea typeface="楷体_GB2312" pitchFamily="49" charset="-122"/>
              </a:rPr>
              <a:t>:</a:t>
            </a:r>
          </a:p>
        </p:txBody>
      </p:sp>
      <p:sp>
        <p:nvSpPr>
          <p:cNvPr id="27653" name="Text Box 5">
            <a:extLst>
              <a:ext uri="{FF2B5EF4-FFF2-40B4-BE49-F238E27FC236}">
                <a16:creationId xmlns:a16="http://schemas.microsoft.com/office/drawing/2014/main" id="{C1FE6E34-9F7E-B7EE-29B9-72E8A021C34B}"/>
              </a:ext>
            </a:extLst>
          </p:cNvPr>
          <p:cNvSpPr txBox="1">
            <a:spLocks noChangeArrowheads="1"/>
          </p:cNvSpPr>
          <p:nvPr/>
        </p:nvSpPr>
        <p:spPr bwMode="auto">
          <a:xfrm>
            <a:off x="0" y="2997200"/>
            <a:ext cx="9144000"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en-US" altLang="zh-CN" sz="2800" b="1">
                <a:latin typeface="楷体_GB2312" pitchFamily="49" charset="-122"/>
                <a:ea typeface="楷体_GB2312" pitchFamily="49" charset="-122"/>
              </a:rPr>
              <a:t>  </a:t>
            </a:r>
            <a:r>
              <a:rPr lang="zh-CN" altLang="en-US" sz="3600" b="1">
                <a:solidFill>
                  <a:srgbClr val="000066"/>
                </a:solidFill>
                <a:latin typeface="Times New Roman" panose="02020603050405020304" pitchFamily="18" charset="0"/>
                <a:ea typeface="楷体_GB2312" pitchFamily="49" charset="-122"/>
              </a:rPr>
              <a:t>单边拉氏变换特别适合于求解由</a:t>
            </a:r>
            <a:r>
              <a:rPr lang="en-US" altLang="zh-CN" sz="3600" b="1">
                <a:solidFill>
                  <a:srgbClr val="000066"/>
                </a:solidFill>
                <a:latin typeface="Times New Roman" panose="02020603050405020304" pitchFamily="18" charset="0"/>
                <a:ea typeface="楷体_GB2312" pitchFamily="49" charset="-122"/>
              </a:rPr>
              <a:t>LCCDE</a:t>
            </a:r>
            <a:r>
              <a:rPr lang="zh-CN" altLang="en-US" sz="3600" b="1">
                <a:solidFill>
                  <a:srgbClr val="000066"/>
                </a:solidFill>
                <a:latin typeface="Times New Roman" panose="02020603050405020304" pitchFamily="18" charset="0"/>
                <a:ea typeface="楷体_GB2312" pitchFamily="49" charset="-122"/>
              </a:rPr>
              <a:t>描述的增量线性系统。</a:t>
            </a:r>
          </a:p>
        </p:txBody>
      </p:sp>
      <p:sp>
        <p:nvSpPr>
          <p:cNvPr id="27654" name="Text Box 6">
            <a:extLst>
              <a:ext uri="{FF2B5EF4-FFF2-40B4-BE49-F238E27FC236}">
                <a16:creationId xmlns:a16="http://schemas.microsoft.com/office/drawing/2014/main" id="{1AAAB523-B66E-203D-E3A6-AC6AB002EAB7}"/>
              </a:ext>
            </a:extLst>
          </p:cNvPr>
          <p:cNvSpPr txBox="1">
            <a:spLocks noChangeArrowheads="1"/>
          </p:cNvSpPr>
          <p:nvPr/>
        </p:nvSpPr>
        <p:spPr bwMode="auto">
          <a:xfrm>
            <a:off x="1003300" y="4765675"/>
            <a:ext cx="8667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3600" b="1">
                <a:solidFill>
                  <a:srgbClr val="000066"/>
                </a:solidFill>
                <a:latin typeface="楷体_GB2312" pitchFamily="49" charset="-122"/>
                <a:ea typeface="楷体_GB2312" pitchFamily="49" charset="-122"/>
              </a:rPr>
              <a:t>例</a:t>
            </a:r>
            <a:r>
              <a:rPr lang="en-US" altLang="zh-CN" sz="2800" b="1">
                <a:solidFill>
                  <a:srgbClr val="000066"/>
                </a:solidFill>
                <a:latin typeface="楷体_GB2312" pitchFamily="49" charset="-122"/>
                <a:ea typeface="楷体_GB2312" pitchFamily="49" charset="-122"/>
              </a:rPr>
              <a:t>.</a:t>
            </a:r>
          </a:p>
        </p:txBody>
      </p:sp>
      <p:sp>
        <p:nvSpPr>
          <p:cNvPr id="27655" name="Text Box 7">
            <a:extLst>
              <a:ext uri="{FF2B5EF4-FFF2-40B4-BE49-F238E27FC236}">
                <a16:creationId xmlns:a16="http://schemas.microsoft.com/office/drawing/2014/main" id="{682E105D-4540-47AA-C2BD-F990116AFA84}"/>
              </a:ext>
            </a:extLst>
          </p:cNvPr>
          <p:cNvSpPr txBox="1">
            <a:spLocks noChangeArrowheads="1"/>
          </p:cNvSpPr>
          <p:nvPr/>
        </p:nvSpPr>
        <p:spPr bwMode="auto">
          <a:xfrm>
            <a:off x="2051050" y="4724400"/>
            <a:ext cx="55594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000066"/>
                </a:solidFill>
                <a:latin typeface="Times New Roman" panose="02020603050405020304" pitchFamily="18" charset="0"/>
                <a:ea typeface="楷体_GB2312" pitchFamily="49" charset="-122"/>
              </a:rPr>
              <a:t>某</a:t>
            </a:r>
            <a:r>
              <a:rPr lang="en-US" altLang="zh-CN" sz="3600" b="1">
                <a:solidFill>
                  <a:srgbClr val="000066"/>
                </a:solidFill>
                <a:latin typeface="Times New Roman" panose="02020603050405020304" pitchFamily="18" charset="0"/>
                <a:ea typeface="楷体_GB2312" pitchFamily="49" charset="-122"/>
              </a:rPr>
              <a:t>LTI</a:t>
            </a:r>
            <a:r>
              <a:rPr lang="zh-CN" altLang="en-US" sz="3600" b="1">
                <a:solidFill>
                  <a:srgbClr val="000066"/>
                </a:solidFill>
                <a:latin typeface="Times New Roman" panose="02020603050405020304" pitchFamily="18" charset="0"/>
                <a:ea typeface="楷体_GB2312" pitchFamily="49" charset="-122"/>
              </a:rPr>
              <a:t>系统由微分方程描述</a:t>
            </a:r>
          </a:p>
        </p:txBody>
      </p:sp>
      <p:graphicFrame>
        <p:nvGraphicFramePr>
          <p:cNvPr id="27656" name="Object 8">
            <a:extLst>
              <a:ext uri="{FF2B5EF4-FFF2-40B4-BE49-F238E27FC236}">
                <a16:creationId xmlns:a16="http://schemas.microsoft.com/office/drawing/2014/main" id="{3711A7D6-D5D8-F7CC-80C5-53D245F07C11}"/>
              </a:ext>
            </a:extLst>
          </p:cNvPr>
          <p:cNvGraphicFramePr>
            <a:graphicFrameLocks noChangeAspect="1"/>
          </p:cNvGraphicFramePr>
          <p:nvPr/>
        </p:nvGraphicFramePr>
        <p:xfrm>
          <a:off x="755650" y="5638800"/>
          <a:ext cx="7956550" cy="1219200"/>
        </p:xfrm>
        <a:graphic>
          <a:graphicData uri="http://schemas.openxmlformats.org/presentationml/2006/ole">
            <mc:AlternateContent xmlns:mc="http://schemas.openxmlformats.org/markup-compatibility/2006">
              <mc:Choice xmlns:v="urn:schemas-microsoft-com:vml" Requires="v">
                <p:oleObj name="Equation" r:id="rId6" imgW="2730240" imgH="419040" progId="Equation.DSMT4">
                  <p:embed/>
                </p:oleObj>
              </mc:Choice>
              <mc:Fallback>
                <p:oleObj name="Equation" r:id="rId6" imgW="2730240" imgH="419040" progId="Equation.DSMT4">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5650" y="5638800"/>
                        <a:ext cx="7956550" cy="121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7650"/>
                                        </p:tgtEl>
                                        <p:attrNameLst>
                                          <p:attrName>style.visibility</p:attrName>
                                        </p:attrNameLst>
                                      </p:cBhvr>
                                      <p:to>
                                        <p:strVal val="visible"/>
                                      </p:to>
                                    </p:set>
                                    <p:anim calcmode="lin" valueType="num">
                                      <p:cBhvr additive="base">
                                        <p:cTn id="7" dur="500" fill="hold"/>
                                        <p:tgtEl>
                                          <p:spTgt spid="27650"/>
                                        </p:tgtEl>
                                        <p:attrNameLst>
                                          <p:attrName>ppt_x</p:attrName>
                                        </p:attrNameLst>
                                      </p:cBhvr>
                                      <p:tavLst>
                                        <p:tav tm="0">
                                          <p:val>
                                            <p:strVal val="0-#ppt_w/2"/>
                                          </p:val>
                                        </p:tav>
                                        <p:tav tm="100000">
                                          <p:val>
                                            <p:strVal val="#ppt_x"/>
                                          </p:val>
                                        </p:tav>
                                      </p:tavLst>
                                    </p:anim>
                                    <p:anim calcmode="lin" valueType="num">
                                      <p:cBhvr additive="base">
                                        <p:cTn id="8" dur="500" fill="hold"/>
                                        <p:tgtEl>
                                          <p:spTgt spid="2765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7652"/>
                                        </p:tgtEl>
                                        <p:attrNameLst>
                                          <p:attrName>style.visibility</p:attrName>
                                        </p:attrNameLst>
                                      </p:cBhvr>
                                      <p:to>
                                        <p:strVal val="visible"/>
                                      </p:to>
                                    </p:set>
                                    <p:anim calcmode="lin" valueType="num">
                                      <p:cBhvr additive="base">
                                        <p:cTn id="13" dur="500" fill="hold"/>
                                        <p:tgtEl>
                                          <p:spTgt spid="27652"/>
                                        </p:tgtEl>
                                        <p:attrNameLst>
                                          <p:attrName>ppt_x</p:attrName>
                                        </p:attrNameLst>
                                      </p:cBhvr>
                                      <p:tavLst>
                                        <p:tav tm="0">
                                          <p:val>
                                            <p:strVal val="0-#ppt_w/2"/>
                                          </p:val>
                                        </p:tav>
                                        <p:tav tm="100000">
                                          <p:val>
                                            <p:strVal val="#ppt_x"/>
                                          </p:val>
                                        </p:tav>
                                      </p:tavLst>
                                    </p:anim>
                                    <p:anim calcmode="lin" valueType="num">
                                      <p:cBhvr additive="base">
                                        <p:cTn id="14" dur="500" fill="hold"/>
                                        <p:tgtEl>
                                          <p:spTgt spid="27652"/>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7653"/>
                                        </p:tgtEl>
                                        <p:attrNameLst>
                                          <p:attrName>style.visibility</p:attrName>
                                        </p:attrNameLst>
                                      </p:cBhvr>
                                      <p:to>
                                        <p:strVal val="visible"/>
                                      </p:to>
                                    </p:set>
                                    <p:anim calcmode="lin" valueType="num">
                                      <p:cBhvr additive="base">
                                        <p:cTn id="19" dur="500" fill="hold"/>
                                        <p:tgtEl>
                                          <p:spTgt spid="27653"/>
                                        </p:tgtEl>
                                        <p:attrNameLst>
                                          <p:attrName>ppt_x</p:attrName>
                                        </p:attrNameLst>
                                      </p:cBhvr>
                                      <p:tavLst>
                                        <p:tav tm="0">
                                          <p:val>
                                            <p:strVal val="0-#ppt_w/2"/>
                                          </p:val>
                                        </p:tav>
                                        <p:tav tm="100000">
                                          <p:val>
                                            <p:strVal val="#ppt_x"/>
                                          </p:val>
                                        </p:tav>
                                      </p:tavLst>
                                    </p:anim>
                                    <p:anim calcmode="lin" valueType="num">
                                      <p:cBhvr additive="base">
                                        <p:cTn id="20" dur="500" fill="hold"/>
                                        <p:tgtEl>
                                          <p:spTgt spid="2765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2" grpId="0" autoUpdateAnimBg="0"/>
      <p:bldP spid="27653" grpId="0" autoUpdateAnimBg="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627" name="Object 3">
            <a:extLst>
              <a:ext uri="{FF2B5EF4-FFF2-40B4-BE49-F238E27FC236}">
                <a16:creationId xmlns:a16="http://schemas.microsoft.com/office/drawing/2014/main" id="{71BE984C-B4C6-785E-CE09-D9DFFFAAD98B}"/>
              </a:ext>
            </a:extLst>
          </p:cNvPr>
          <p:cNvGraphicFramePr>
            <a:graphicFrameLocks noChangeAspect="1"/>
          </p:cNvGraphicFramePr>
          <p:nvPr/>
        </p:nvGraphicFramePr>
        <p:xfrm>
          <a:off x="323850" y="365125"/>
          <a:ext cx="1735138" cy="612775"/>
        </p:xfrm>
        <a:graphic>
          <a:graphicData uri="http://schemas.openxmlformats.org/presentationml/2006/ole">
            <mc:AlternateContent xmlns:mc="http://schemas.openxmlformats.org/markup-compatibility/2006">
              <mc:Choice xmlns:v="urn:schemas-microsoft-com:vml" Requires="v">
                <p:oleObj name="Equation" r:id="rId2" imgW="647640" imgH="228600" progId="Equation.DSMT4">
                  <p:embed/>
                </p:oleObj>
              </mc:Choice>
              <mc:Fallback>
                <p:oleObj name="Equation" r:id="rId2" imgW="647640" imgH="228600" progId="Equation.DSMT4">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365125"/>
                        <a:ext cx="1735138" cy="612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628" name="Object 4">
            <a:extLst>
              <a:ext uri="{FF2B5EF4-FFF2-40B4-BE49-F238E27FC236}">
                <a16:creationId xmlns:a16="http://schemas.microsoft.com/office/drawing/2014/main" id="{5F48272B-4F56-C639-342E-0A81DE6C1E3C}"/>
              </a:ext>
            </a:extLst>
          </p:cNvPr>
          <p:cNvGraphicFramePr>
            <a:graphicFrameLocks noChangeAspect="1"/>
          </p:cNvGraphicFramePr>
          <p:nvPr/>
        </p:nvGraphicFramePr>
        <p:xfrm>
          <a:off x="2339975" y="365125"/>
          <a:ext cx="1928813" cy="608013"/>
        </p:xfrm>
        <a:graphic>
          <a:graphicData uri="http://schemas.openxmlformats.org/presentationml/2006/ole">
            <mc:AlternateContent xmlns:mc="http://schemas.openxmlformats.org/markup-compatibility/2006">
              <mc:Choice xmlns:v="urn:schemas-microsoft-com:vml" Requires="v">
                <p:oleObj name="Equation" r:id="rId4" imgW="723600" imgH="228600" progId="Equation.DSMT4">
                  <p:embed/>
                </p:oleObj>
              </mc:Choice>
              <mc:Fallback>
                <p:oleObj name="Equation" r:id="rId4" imgW="723600" imgH="228600" progId="Equation.DSMT4">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39975" y="365125"/>
                        <a:ext cx="1928813" cy="608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6629" name="Text Box 5">
            <a:extLst>
              <a:ext uri="{FF2B5EF4-FFF2-40B4-BE49-F238E27FC236}">
                <a16:creationId xmlns:a16="http://schemas.microsoft.com/office/drawing/2014/main" id="{7570AE22-89C5-9EA1-2702-638ABC65F554}"/>
              </a:ext>
            </a:extLst>
          </p:cNvPr>
          <p:cNvSpPr txBox="1">
            <a:spLocks noChangeArrowheads="1"/>
          </p:cNvSpPr>
          <p:nvPr/>
        </p:nvSpPr>
        <p:spPr bwMode="auto">
          <a:xfrm>
            <a:off x="4573588" y="300038"/>
            <a:ext cx="1560512"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000066"/>
                </a:solidFill>
                <a:latin typeface="楷体_GB2312" pitchFamily="49" charset="-122"/>
                <a:ea typeface="楷体_GB2312" pitchFamily="49" charset="-122"/>
              </a:rPr>
              <a:t>求响应</a:t>
            </a:r>
          </a:p>
        </p:txBody>
      </p:sp>
      <p:graphicFrame>
        <p:nvGraphicFramePr>
          <p:cNvPr id="26630" name="Object 6">
            <a:extLst>
              <a:ext uri="{FF2B5EF4-FFF2-40B4-BE49-F238E27FC236}">
                <a16:creationId xmlns:a16="http://schemas.microsoft.com/office/drawing/2014/main" id="{DDC781ED-A209-9B26-4B4C-E91984949925}"/>
              </a:ext>
            </a:extLst>
          </p:cNvPr>
          <p:cNvGraphicFramePr>
            <a:graphicFrameLocks noChangeAspect="1"/>
          </p:cNvGraphicFramePr>
          <p:nvPr/>
        </p:nvGraphicFramePr>
        <p:xfrm>
          <a:off x="6156325" y="288925"/>
          <a:ext cx="936625" cy="650875"/>
        </p:xfrm>
        <a:graphic>
          <a:graphicData uri="http://schemas.openxmlformats.org/presentationml/2006/ole">
            <mc:AlternateContent xmlns:mc="http://schemas.openxmlformats.org/markup-compatibility/2006">
              <mc:Choice xmlns:v="urn:schemas-microsoft-com:vml" Requires="v">
                <p:oleObj name="Equation" r:id="rId6" imgW="291960" imgH="203040" progId="Equation.DSMT4">
                  <p:embed/>
                </p:oleObj>
              </mc:Choice>
              <mc:Fallback>
                <p:oleObj name="Equation" r:id="rId6" imgW="291960" imgH="203040" progId="Equation.DSMT4">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156325" y="288925"/>
                        <a:ext cx="936625" cy="65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6631" name="Text Box 7">
            <a:extLst>
              <a:ext uri="{FF2B5EF4-FFF2-40B4-BE49-F238E27FC236}">
                <a16:creationId xmlns:a16="http://schemas.microsoft.com/office/drawing/2014/main" id="{6D9384BA-DF49-DD29-1A8E-2100FED61F3F}"/>
              </a:ext>
            </a:extLst>
          </p:cNvPr>
          <p:cNvSpPr txBox="1">
            <a:spLocks noChangeArrowheads="1"/>
          </p:cNvSpPr>
          <p:nvPr/>
        </p:nvSpPr>
        <p:spPr bwMode="auto">
          <a:xfrm>
            <a:off x="250825" y="1163638"/>
            <a:ext cx="66071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000066"/>
                </a:solidFill>
                <a:latin typeface="楷体_GB2312" pitchFamily="49" charset="-122"/>
                <a:ea typeface="楷体_GB2312" pitchFamily="49" charset="-122"/>
              </a:rPr>
              <a:t>解：对方程进行单边拉氏变换：</a:t>
            </a:r>
          </a:p>
        </p:txBody>
      </p:sp>
      <p:graphicFrame>
        <p:nvGraphicFramePr>
          <p:cNvPr id="26632" name="Object 8">
            <a:extLst>
              <a:ext uri="{FF2B5EF4-FFF2-40B4-BE49-F238E27FC236}">
                <a16:creationId xmlns:a16="http://schemas.microsoft.com/office/drawing/2014/main" id="{BA239D2D-A178-9101-7F73-47F73F78EAFD}"/>
              </a:ext>
            </a:extLst>
          </p:cNvPr>
          <p:cNvGraphicFramePr>
            <a:graphicFrameLocks noChangeAspect="1"/>
          </p:cNvGraphicFramePr>
          <p:nvPr/>
        </p:nvGraphicFramePr>
        <p:xfrm>
          <a:off x="395288" y="1916113"/>
          <a:ext cx="8064500" cy="2141537"/>
        </p:xfrm>
        <a:graphic>
          <a:graphicData uri="http://schemas.openxmlformats.org/presentationml/2006/ole">
            <mc:AlternateContent xmlns:mc="http://schemas.openxmlformats.org/markup-compatibility/2006">
              <mc:Choice xmlns:v="urn:schemas-microsoft-com:vml" Requires="v">
                <p:oleObj name="Equation" r:id="rId8" imgW="1777680" imgH="685800" progId="Equation.DSMT4">
                  <p:embed/>
                </p:oleObj>
              </mc:Choice>
              <mc:Fallback>
                <p:oleObj name="Equation" r:id="rId8" imgW="1777680" imgH="685800" progId="Equation.DSMT4">
                  <p:embed/>
                  <p:pic>
                    <p:nvPicPr>
                      <p:cNvPr id="0"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5288" y="1916113"/>
                        <a:ext cx="8064500" cy="214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6634" name="Text Box 10">
            <a:extLst>
              <a:ext uri="{FF2B5EF4-FFF2-40B4-BE49-F238E27FC236}">
                <a16:creationId xmlns:a16="http://schemas.microsoft.com/office/drawing/2014/main" id="{28928BA1-C5CA-E7E7-6654-0F5F12AD093C}"/>
              </a:ext>
            </a:extLst>
          </p:cNvPr>
          <p:cNvSpPr txBox="1">
            <a:spLocks noChangeArrowheads="1"/>
          </p:cNvSpPr>
          <p:nvPr/>
        </p:nvSpPr>
        <p:spPr bwMode="auto">
          <a:xfrm>
            <a:off x="250825" y="3933825"/>
            <a:ext cx="11017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000066"/>
                </a:solidFill>
                <a:ea typeface="楷体_GB2312" pitchFamily="49" charset="-122"/>
              </a:rPr>
              <a:t>代入</a:t>
            </a:r>
          </a:p>
        </p:txBody>
      </p:sp>
      <p:graphicFrame>
        <p:nvGraphicFramePr>
          <p:cNvPr id="26635" name="Object 11">
            <a:extLst>
              <a:ext uri="{FF2B5EF4-FFF2-40B4-BE49-F238E27FC236}">
                <a16:creationId xmlns:a16="http://schemas.microsoft.com/office/drawing/2014/main" id="{1DE3A726-898F-3DD3-5BF6-F07246F56C3F}"/>
              </a:ext>
            </a:extLst>
          </p:cNvPr>
          <p:cNvGraphicFramePr>
            <a:graphicFrameLocks noChangeAspect="1"/>
          </p:cNvGraphicFramePr>
          <p:nvPr/>
        </p:nvGraphicFramePr>
        <p:xfrm>
          <a:off x="1187450" y="3933825"/>
          <a:ext cx="1839913" cy="649288"/>
        </p:xfrm>
        <a:graphic>
          <a:graphicData uri="http://schemas.openxmlformats.org/presentationml/2006/ole">
            <mc:AlternateContent xmlns:mc="http://schemas.openxmlformats.org/markup-compatibility/2006">
              <mc:Choice xmlns:v="urn:schemas-microsoft-com:vml" Requires="v">
                <p:oleObj name="Equation" r:id="rId10" imgW="647640" imgH="228600" progId="Equation.DSMT4">
                  <p:embed/>
                </p:oleObj>
              </mc:Choice>
              <mc:Fallback>
                <p:oleObj name="Equation" r:id="rId10" imgW="647640" imgH="228600" progId="Equation.DSMT4">
                  <p:embed/>
                  <p:pic>
                    <p:nvPicPr>
                      <p:cNvPr id="0" name="Object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7450" y="3933825"/>
                        <a:ext cx="1839913" cy="649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636" name="Object 12">
            <a:extLst>
              <a:ext uri="{FF2B5EF4-FFF2-40B4-BE49-F238E27FC236}">
                <a16:creationId xmlns:a16="http://schemas.microsoft.com/office/drawing/2014/main" id="{5A83ABBD-079A-4E3C-9052-FE15D17FB2FE}"/>
              </a:ext>
            </a:extLst>
          </p:cNvPr>
          <p:cNvGraphicFramePr>
            <a:graphicFrameLocks noChangeAspect="1"/>
          </p:cNvGraphicFramePr>
          <p:nvPr/>
        </p:nvGraphicFramePr>
        <p:xfrm>
          <a:off x="3152775" y="3895725"/>
          <a:ext cx="2139950" cy="674688"/>
        </p:xfrm>
        <a:graphic>
          <a:graphicData uri="http://schemas.openxmlformats.org/presentationml/2006/ole">
            <mc:AlternateContent xmlns:mc="http://schemas.openxmlformats.org/markup-compatibility/2006">
              <mc:Choice xmlns:v="urn:schemas-microsoft-com:vml" Requires="v">
                <p:oleObj name="Equation" r:id="rId11" imgW="723600" imgH="228600" progId="Equation.DSMT4">
                  <p:embed/>
                </p:oleObj>
              </mc:Choice>
              <mc:Fallback>
                <p:oleObj name="Equation" r:id="rId11" imgW="723600" imgH="228600" progId="Equation.DSMT4">
                  <p:embed/>
                  <p:pic>
                    <p:nvPicPr>
                      <p:cNvPr id="0" name="Object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52775" y="3895725"/>
                        <a:ext cx="2139950" cy="674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6637" name="Text Box 13">
            <a:extLst>
              <a:ext uri="{FF2B5EF4-FFF2-40B4-BE49-F238E27FC236}">
                <a16:creationId xmlns:a16="http://schemas.microsoft.com/office/drawing/2014/main" id="{84A56DBC-1D90-7814-15C9-BA231F10220E}"/>
              </a:ext>
            </a:extLst>
          </p:cNvPr>
          <p:cNvSpPr txBox="1">
            <a:spLocks noChangeArrowheads="1"/>
          </p:cNvSpPr>
          <p:nvPr/>
        </p:nvSpPr>
        <p:spPr bwMode="auto">
          <a:xfrm>
            <a:off x="5651500" y="3960813"/>
            <a:ext cx="122078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000066"/>
                </a:solidFill>
                <a:ea typeface="楷体_GB2312" pitchFamily="49" charset="-122"/>
              </a:rPr>
              <a:t>可得</a:t>
            </a:r>
            <a:r>
              <a:rPr lang="en-US" altLang="zh-CN" sz="2800" b="1">
                <a:solidFill>
                  <a:srgbClr val="000066"/>
                </a:solidFill>
                <a:ea typeface="楷体_GB2312" pitchFamily="49" charset="-122"/>
              </a:rPr>
              <a:t>:</a:t>
            </a:r>
          </a:p>
        </p:txBody>
      </p:sp>
      <p:graphicFrame>
        <p:nvGraphicFramePr>
          <p:cNvPr id="26638" name="Object 14">
            <a:extLst>
              <a:ext uri="{FF2B5EF4-FFF2-40B4-BE49-F238E27FC236}">
                <a16:creationId xmlns:a16="http://schemas.microsoft.com/office/drawing/2014/main" id="{AE730C22-B5A2-0657-53CD-0DCAC2ACB673}"/>
              </a:ext>
            </a:extLst>
          </p:cNvPr>
          <p:cNvGraphicFramePr>
            <a:graphicFrameLocks noChangeAspect="1"/>
          </p:cNvGraphicFramePr>
          <p:nvPr/>
        </p:nvGraphicFramePr>
        <p:xfrm>
          <a:off x="395288" y="4868863"/>
          <a:ext cx="8208962" cy="1731962"/>
        </p:xfrm>
        <a:graphic>
          <a:graphicData uri="http://schemas.openxmlformats.org/presentationml/2006/ole">
            <mc:AlternateContent xmlns:mc="http://schemas.openxmlformats.org/markup-compatibility/2006">
              <mc:Choice xmlns:v="urn:schemas-microsoft-com:vml" Requires="v">
                <p:oleObj name="Equation" r:id="rId12" imgW="2831760" imgH="596880" progId="Equation.DSMT4">
                  <p:embed/>
                </p:oleObj>
              </mc:Choice>
              <mc:Fallback>
                <p:oleObj name="Equation" r:id="rId12" imgW="2831760" imgH="596880" progId="Equation.DSMT4">
                  <p:embed/>
                  <p:pic>
                    <p:nvPicPr>
                      <p:cNvPr id="0" name="Object 1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95288" y="4868863"/>
                        <a:ext cx="8208962" cy="173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6631"/>
                                        </p:tgtEl>
                                        <p:attrNameLst>
                                          <p:attrName>style.visibility</p:attrName>
                                        </p:attrNameLst>
                                      </p:cBhvr>
                                      <p:to>
                                        <p:strVal val="visible"/>
                                      </p:to>
                                    </p:set>
                                    <p:anim calcmode="lin" valueType="num">
                                      <p:cBhvr additive="base">
                                        <p:cTn id="7" dur="500" fill="hold"/>
                                        <p:tgtEl>
                                          <p:spTgt spid="26631"/>
                                        </p:tgtEl>
                                        <p:attrNameLst>
                                          <p:attrName>ppt_x</p:attrName>
                                        </p:attrNameLst>
                                      </p:cBhvr>
                                      <p:tavLst>
                                        <p:tav tm="0">
                                          <p:val>
                                            <p:strVal val="0-#ppt_w/2"/>
                                          </p:val>
                                        </p:tav>
                                        <p:tav tm="100000">
                                          <p:val>
                                            <p:strVal val="#ppt_x"/>
                                          </p:val>
                                        </p:tav>
                                      </p:tavLst>
                                    </p:anim>
                                    <p:anim calcmode="lin" valueType="num">
                                      <p:cBhvr additive="base">
                                        <p:cTn id="8" dur="500" fill="hold"/>
                                        <p:tgtEl>
                                          <p:spTgt spid="2663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6632"/>
                                        </p:tgtEl>
                                        <p:attrNameLst>
                                          <p:attrName>style.visibility</p:attrName>
                                        </p:attrNameLst>
                                      </p:cBhvr>
                                      <p:to>
                                        <p:strVal val="visible"/>
                                      </p:to>
                                    </p:set>
                                    <p:anim calcmode="lin" valueType="num">
                                      <p:cBhvr additive="base">
                                        <p:cTn id="13" dur="500" fill="hold"/>
                                        <p:tgtEl>
                                          <p:spTgt spid="26632"/>
                                        </p:tgtEl>
                                        <p:attrNameLst>
                                          <p:attrName>ppt_x</p:attrName>
                                        </p:attrNameLst>
                                      </p:cBhvr>
                                      <p:tavLst>
                                        <p:tav tm="0">
                                          <p:val>
                                            <p:strVal val="0-#ppt_w/2"/>
                                          </p:val>
                                        </p:tav>
                                        <p:tav tm="100000">
                                          <p:val>
                                            <p:strVal val="#ppt_x"/>
                                          </p:val>
                                        </p:tav>
                                      </p:tavLst>
                                    </p:anim>
                                    <p:anim calcmode="lin" valueType="num">
                                      <p:cBhvr additive="base">
                                        <p:cTn id="14" dur="500" fill="hold"/>
                                        <p:tgtEl>
                                          <p:spTgt spid="26632"/>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26638"/>
                                        </p:tgtEl>
                                        <p:attrNameLst>
                                          <p:attrName>style.visibility</p:attrName>
                                        </p:attrNameLst>
                                      </p:cBhvr>
                                      <p:to>
                                        <p:strVal val="visible"/>
                                      </p:to>
                                    </p:set>
                                    <p:anim calcmode="lin" valueType="num">
                                      <p:cBhvr additive="base">
                                        <p:cTn id="19" dur="500" fill="hold"/>
                                        <p:tgtEl>
                                          <p:spTgt spid="26638"/>
                                        </p:tgtEl>
                                        <p:attrNameLst>
                                          <p:attrName>ppt_x</p:attrName>
                                        </p:attrNameLst>
                                      </p:cBhvr>
                                      <p:tavLst>
                                        <p:tav tm="0">
                                          <p:val>
                                            <p:strVal val="0-#ppt_w/2"/>
                                          </p:val>
                                        </p:tav>
                                        <p:tav tm="100000">
                                          <p:val>
                                            <p:strVal val="#ppt_x"/>
                                          </p:val>
                                        </p:tav>
                                      </p:tavLst>
                                    </p:anim>
                                    <p:anim calcmode="lin" valueType="num">
                                      <p:cBhvr additive="base">
                                        <p:cTn id="20" dur="500" fill="hold"/>
                                        <p:tgtEl>
                                          <p:spTgt spid="2663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31" grpId="0" autoUpdateAnimBg="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602" name="Object 2">
            <a:extLst>
              <a:ext uri="{FF2B5EF4-FFF2-40B4-BE49-F238E27FC236}">
                <a16:creationId xmlns:a16="http://schemas.microsoft.com/office/drawing/2014/main" id="{764EA97D-B372-FFEE-37A9-82D129EF90B8}"/>
              </a:ext>
            </a:extLst>
          </p:cNvPr>
          <p:cNvGraphicFramePr>
            <a:graphicFrameLocks noChangeAspect="1"/>
          </p:cNvGraphicFramePr>
          <p:nvPr/>
        </p:nvGraphicFramePr>
        <p:xfrm>
          <a:off x="395288" y="0"/>
          <a:ext cx="8748712" cy="1373188"/>
        </p:xfrm>
        <a:graphic>
          <a:graphicData uri="http://schemas.openxmlformats.org/presentationml/2006/ole">
            <mc:AlternateContent xmlns:mc="http://schemas.openxmlformats.org/markup-compatibility/2006">
              <mc:Choice xmlns:v="urn:schemas-microsoft-com:vml" Requires="v">
                <p:oleObj name="Equation" r:id="rId2" imgW="3047760" imgH="444240" progId="Equation.DSMT4">
                  <p:embed/>
                </p:oleObj>
              </mc:Choice>
              <mc:Fallback>
                <p:oleObj name="Equation" r:id="rId2" imgW="3047760" imgH="444240" progId="Equation.DSMT4">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288" y="0"/>
                        <a:ext cx="8748712"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603" name="Object 3">
            <a:extLst>
              <a:ext uri="{FF2B5EF4-FFF2-40B4-BE49-F238E27FC236}">
                <a16:creationId xmlns:a16="http://schemas.microsoft.com/office/drawing/2014/main" id="{4ACF27F9-4432-18E2-2048-37EF4F80BDF9}"/>
              </a:ext>
            </a:extLst>
          </p:cNvPr>
          <p:cNvGraphicFramePr>
            <a:graphicFrameLocks noChangeAspect="1"/>
          </p:cNvGraphicFramePr>
          <p:nvPr/>
        </p:nvGraphicFramePr>
        <p:xfrm>
          <a:off x="684213" y="1700213"/>
          <a:ext cx="3240087" cy="1316037"/>
        </p:xfrm>
        <a:graphic>
          <a:graphicData uri="http://schemas.openxmlformats.org/presentationml/2006/ole">
            <mc:AlternateContent xmlns:mc="http://schemas.openxmlformats.org/markup-compatibility/2006">
              <mc:Choice xmlns:v="urn:schemas-microsoft-com:vml" Requires="v">
                <p:oleObj name="Equation" r:id="rId4" imgW="1104840" imgH="393480" progId="Equation.DSMT4">
                  <p:embed/>
                </p:oleObj>
              </mc:Choice>
              <mc:Fallback>
                <p:oleObj name="Equation" r:id="rId4" imgW="1104840" imgH="393480"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4213" y="1700213"/>
                        <a:ext cx="3240087" cy="131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604" name="Object 4">
            <a:extLst>
              <a:ext uri="{FF2B5EF4-FFF2-40B4-BE49-F238E27FC236}">
                <a16:creationId xmlns:a16="http://schemas.microsoft.com/office/drawing/2014/main" id="{6DA93C7C-7F32-EF2A-E844-0ED40B8D1B23}"/>
              </a:ext>
            </a:extLst>
          </p:cNvPr>
          <p:cNvGraphicFramePr>
            <a:graphicFrameLocks noChangeAspect="1"/>
          </p:cNvGraphicFramePr>
          <p:nvPr/>
        </p:nvGraphicFramePr>
        <p:xfrm>
          <a:off x="611188" y="3313113"/>
          <a:ext cx="5014912" cy="695325"/>
        </p:xfrm>
        <a:graphic>
          <a:graphicData uri="http://schemas.openxmlformats.org/presentationml/2006/ole">
            <mc:AlternateContent xmlns:mc="http://schemas.openxmlformats.org/markup-compatibility/2006">
              <mc:Choice xmlns:v="urn:schemas-microsoft-com:vml" Requires="v">
                <p:oleObj name="Equation" r:id="rId6" imgW="1676160" imgH="228600" progId="Equation.DSMT4">
                  <p:embed/>
                </p:oleObj>
              </mc:Choice>
              <mc:Fallback>
                <p:oleObj name="Equation" r:id="rId6" imgW="1676160" imgH="228600" progId="Equation.DSMT4">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11188" y="3313113"/>
                        <a:ext cx="5014912" cy="695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5605" name="Text Box 5">
            <a:extLst>
              <a:ext uri="{FF2B5EF4-FFF2-40B4-BE49-F238E27FC236}">
                <a16:creationId xmlns:a16="http://schemas.microsoft.com/office/drawing/2014/main" id="{CBDA2005-8271-587E-E054-62B236776C60}"/>
              </a:ext>
            </a:extLst>
          </p:cNvPr>
          <p:cNvSpPr txBox="1">
            <a:spLocks noChangeArrowheads="1"/>
          </p:cNvSpPr>
          <p:nvPr/>
        </p:nvSpPr>
        <p:spPr bwMode="auto">
          <a:xfrm>
            <a:off x="539750" y="4797425"/>
            <a:ext cx="784860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3600" b="1">
                <a:solidFill>
                  <a:srgbClr val="000066"/>
                </a:solidFill>
                <a:latin typeface="Times New Roman" panose="02020603050405020304" pitchFamily="18" charset="0"/>
                <a:ea typeface="楷体_GB2312" pitchFamily="49" charset="-122"/>
              </a:rPr>
              <a:t>其中，第一项为</a:t>
            </a:r>
            <a:r>
              <a:rPr lang="zh-CN" altLang="en-US" sz="3600" b="1">
                <a:solidFill>
                  <a:srgbClr val="760C04"/>
                </a:solidFill>
                <a:latin typeface="Times New Roman" panose="02020603050405020304" pitchFamily="18" charset="0"/>
                <a:ea typeface="楷体_GB2312" pitchFamily="49" charset="-122"/>
              </a:rPr>
              <a:t>强迫响应</a:t>
            </a:r>
            <a:r>
              <a:rPr lang="zh-CN" altLang="en-US" sz="3600" b="1">
                <a:solidFill>
                  <a:srgbClr val="000066"/>
                </a:solidFill>
                <a:latin typeface="Times New Roman" panose="02020603050405020304" pitchFamily="18" charset="0"/>
                <a:ea typeface="楷体_GB2312" pitchFamily="49" charset="-122"/>
              </a:rPr>
              <a:t>，其它为</a:t>
            </a:r>
            <a:r>
              <a:rPr lang="zh-CN" altLang="en-US" sz="3600" b="1">
                <a:solidFill>
                  <a:srgbClr val="760C04"/>
                </a:solidFill>
                <a:latin typeface="Times New Roman" panose="02020603050405020304" pitchFamily="18" charset="0"/>
                <a:ea typeface="楷体_GB2312" pitchFamily="49" charset="-122"/>
              </a:rPr>
              <a:t>自然响应。</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5603"/>
                                        </p:tgtEl>
                                        <p:attrNameLst>
                                          <p:attrName>style.visibility</p:attrName>
                                        </p:attrNameLst>
                                      </p:cBhvr>
                                      <p:to>
                                        <p:strVal val="visible"/>
                                      </p:to>
                                    </p:set>
                                    <p:anim calcmode="lin" valueType="num">
                                      <p:cBhvr additive="base">
                                        <p:cTn id="7" dur="500" fill="hold"/>
                                        <p:tgtEl>
                                          <p:spTgt spid="25603"/>
                                        </p:tgtEl>
                                        <p:attrNameLst>
                                          <p:attrName>ppt_x</p:attrName>
                                        </p:attrNameLst>
                                      </p:cBhvr>
                                      <p:tavLst>
                                        <p:tav tm="0">
                                          <p:val>
                                            <p:strVal val="0-#ppt_w/2"/>
                                          </p:val>
                                        </p:tav>
                                        <p:tav tm="100000">
                                          <p:val>
                                            <p:strVal val="#ppt_x"/>
                                          </p:val>
                                        </p:tav>
                                      </p:tavLst>
                                    </p:anim>
                                    <p:anim calcmode="lin" valueType="num">
                                      <p:cBhvr additive="base">
                                        <p:cTn id="8" dur="500" fill="hold"/>
                                        <p:tgtEl>
                                          <p:spTgt spid="2560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5604"/>
                                        </p:tgtEl>
                                        <p:attrNameLst>
                                          <p:attrName>style.visibility</p:attrName>
                                        </p:attrNameLst>
                                      </p:cBhvr>
                                      <p:to>
                                        <p:strVal val="visible"/>
                                      </p:to>
                                    </p:set>
                                    <p:anim calcmode="lin" valueType="num">
                                      <p:cBhvr additive="base">
                                        <p:cTn id="13" dur="500" fill="hold"/>
                                        <p:tgtEl>
                                          <p:spTgt spid="25604"/>
                                        </p:tgtEl>
                                        <p:attrNameLst>
                                          <p:attrName>ppt_x</p:attrName>
                                        </p:attrNameLst>
                                      </p:cBhvr>
                                      <p:tavLst>
                                        <p:tav tm="0">
                                          <p:val>
                                            <p:strVal val="0-#ppt_w/2"/>
                                          </p:val>
                                        </p:tav>
                                        <p:tav tm="100000">
                                          <p:val>
                                            <p:strVal val="#ppt_x"/>
                                          </p:val>
                                        </p:tav>
                                      </p:tavLst>
                                    </p:anim>
                                    <p:anim calcmode="lin" valueType="num">
                                      <p:cBhvr additive="base">
                                        <p:cTn id="14" dur="500" fill="hold"/>
                                        <p:tgtEl>
                                          <p:spTgt spid="25604"/>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5605"/>
                                        </p:tgtEl>
                                        <p:attrNameLst>
                                          <p:attrName>style.visibility</p:attrName>
                                        </p:attrNameLst>
                                      </p:cBhvr>
                                      <p:to>
                                        <p:strVal val="visible"/>
                                      </p:to>
                                    </p:set>
                                    <p:anim calcmode="lin" valueType="num">
                                      <p:cBhvr additive="base">
                                        <p:cTn id="19" dur="500" fill="hold"/>
                                        <p:tgtEl>
                                          <p:spTgt spid="25605"/>
                                        </p:tgtEl>
                                        <p:attrNameLst>
                                          <p:attrName>ppt_x</p:attrName>
                                        </p:attrNameLst>
                                      </p:cBhvr>
                                      <p:tavLst>
                                        <p:tav tm="0">
                                          <p:val>
                                            <p:strVal val="0-#ppt_w/2"/>
                                          </p:val>
                                        </p:tav>
                                        <p:tav tm="100000">
                                          <p:val>
                                            <p:strVal val="#ppt_x"/>
                                          </p:val>
                                        </p:tav>
                                      </p:tavLst>
                                    </p:anim>
                                    <p:anim calcmode="lin" valueType="num">
                                      <p:cBhvr additive="base">
                                        <p:cTn id="20" dur="500" fill="hold"/>
                                        <p:tgtEl>
                                          <p:spTgt spid="2560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5" grpId="0" autoUpdateAnimBg="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C8910FDB-191A-05D6-4AF9-23BE6DF8C6DA}"/>
              </a:ext>
            </a:extLst>
          </p:cNvPr>
          <p:cNvSpPr>
            <a:spLocks noRot="1" noChangeArrowheads="1"/>
          </p:cNvSpPr>
          <p:nvPr/>
        </p:nvSpPr>
        <p:spPr bwMode="auto">
          <a:xfrm>
            <a:off x="0" y="0"/>
            <a:ext cx="5334000" cy="546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gn="l"/>
            <a:r>
              <a:rPr lang="en-US" altLang="zh-CN" sz="4000" b="1">
                <a:solidFill>
                  <a:srgbClr val="000066"/>
                </a:solidFill>
                <a:latin typeface="Times New Roman" panose="02020603050405020304" pitchFamily="18" charset="0"/>
                <a:ea typeface="楷体_GB2312" pitchFamily="49" charset="-122"/>
              </a:rPr>
              <a:t>9.10 </a:t>
            </a:r>
            <a:r>
              <a:rPr lang="zh-CN" altLang="en-US" sz="4000" b="1">
                <a:solidFill>
                  <a:srgbClr val="000066"/>
                </a:solidFill>
                <a:latin typeface="Times New Roman" panose="02020603050405020304" pitchFamily="18" charset="0"/>
                <a:ea typeface="楷体_GB2312" pitchFamily="49" charset="-122"/>
              </a:rPr>
              <a:t>小结    </a:t>
            </a:r>
            <a:r>
              <a:rPr lang="en-US" altLang="zh-CN" sz="4000" b="1">
                <a:solidFill>
                  <a:srgbClr val="000066"/>
                </a:solidFill>
                <a:latin typeface="Times New Roman" panose="02020603050405020304" pitchFamily="18" charset="0"/>
                <a:ea typeface="楷体_GB2312" pitchFamily="49" charset="-122"/>
              </a:rPr>
              <a:t>Summary</a:t>
            </a:r>
          </a:p>
        </p:txBody>
      </p:sp>
      <p:sp>
        <p:nvSpPr>
          <p:cNvPr id="24579" name="Rectangle 3">
            <a:extLst>
              <a:ext uri="{FF2B5EF4-FFF2-40B4-BE49-F238E27FC236}">
                <a16:creationId xmlns:a16="http://schemas.microsoft.com/office/drawing/2014/main" id="{EE39D572-E567-08A3-7982-CFFF1DF8A0DC}"/>
              </a:ext>
            </a:extLst>
          </p:cNvPr>
          <p:cNvSpPr>
            <a:spLocks noRot="1" noChangeArrowheads="1"/>
          </p:cNvSpPr>
          <p:nvPr/>
        </p:nvSpPr>
        <p:spPr bwMode="auto">
          <a:xfrm>
            <a:off x="0" y="836613"/>
            <a:ext cx="9144000" cy="6021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30000"/>
              </a:lnSpc>
              <a:buClr>
                <a:srgbClr val="000066"/>
              </a:buClr>
              <a:buSzPct val="90000"/>
            </a:pPr>
            <a:r>
              <a:rPr lang="zh-CN" altLang="en-US" sz="3600" b="1">
                <a:solidFill>
                  <a:srgbClr val="000066"/>
                </a:solidFill>
                <a:latin typeface="Times New Roman" panose="02020603050405020304" pitchFamily="18" charset="0"/>
                <a:ea typeface="楷体_GB2312" pitchFamily="49" charset="-122"/>
              </a:rPr>
              <a:t>拉氏变换是傅氏变换的推广，在</a:t>
            </a:r>
            <a:r>
              <a:rPr lang="en-US" altLang="zh-CN" sz="3600" b="1">
                <a:solidFill>
                  <a:srgbClr val="000066"/>
                </a:solidFill>
                <a:latin typeface="Times New Roman" panose="02020603050405020304" pitchFamily="18" charset="0"/>
                <a:ea typeface="楷体_GB2312" pitchFamily="49" charset="-122"/>
              </a:rPr>
              <a:t>LTI</a:t>
            </a:r>
            <a:r>
              <a:rPr lang="zh-CN" altLang="en-US" sz="3600" b="1">
                <a:solidFill>
                  <a:srgbClr val="000066"/>
                </a:solidFill>
                <a:latin typeface="Times New Roman" panose="02020603050405020304" pitchFamily="18" charset="0"/>
                <a:ea typeface="楷体_GB2312" pitchFamily="49" charset="-122"/>
              </a:rPr>
              <a:t>系统分析中特别有用。它可以将微分方程变为代数方程，这对分析系统互联、系统结构、用系统函数表征系统、分析系统特性等都具有重要意义。</a:t>
            </a:r>
          </a:p>
          <a:p>
            <a:pPr>
              <a:lnSpc>
                <a:spcPct val="130000"/>
              </a:lnSpc>
              <a:buClr>
                <a:srgbClr val="000066"/>
              </a:buClr>
              <a:buSzPct val="90000"/>
            </a:pPr>
            <a:r>
              <a:rPr lang="en-US" altLang="zh-CN" sz="3600" b="1">
                <a:solidFill>
                  <a:srgbClr val="000066"/>
                </a:solidFill>
                <a:latin typeface="Times New Roman" panose="02020603050405020304" pitchFamily="18" charset="0"/>
                <a:ea typeface="楷体_GB2312" pitchFamily="49" charset="-122"/>
              </a:rPr>
              <a:t>ROC</a:t>
            </a:r>
            <a:r>
              <a:rPr lang="zh-CN" altLang="en-US" sz="3600" b="1">
                <a:solidFill>
                  <a:srgbClr val="000066"/>
                </a:solidFill>
                <a:latin typeface="Times New Roman" panose="02020603050405020304" pitchFamily="18" charset="0"/>
                <a:ea typeface="楷体_GB2312" pitchFamily="49" charset="-122"/>
              </a:rPr>
              <a:t>是双边拉氏变换的重要概念。离开了</a:t>
            </a:r>
            <a:r>
              <a:rPr lang="en-US" altLang="zh-CN" sz="3600" b="1">
                <a:solidFill>
                  <a:srgbClr val="000066"/>
                </a:solidFill>
                <a:latin typeface="Times New Roman" panose="02020603050405020304" pitchFamily="18" charset="0"/>
                <a:ea typeface="楷体_GB2312" pitchFamily="49" charset="-122"/>
              </a:rPr>
              <a:t>ROC</a:t>
            </a:r>
            <a:r>
              <a:rPr lang="zh-CN" altLang="en-US" sz="3600" b="1">
                <a:solidFill>
                  <a:srgbClr val="000066"/>
                </a:solidFill>
                <a:latin typeface="Times New Roman" panose="02020603050405020304" pitchFamily="18" charset="0"/>
                <a:ea typeface="楷体_GB2312" pitchFamily="49" charset="-122"/>
              </a:rPr>
              <a:t>，信号与双边拉氏变换的表达式将不再有一一对应的关系。</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7B80EF6F-4A5B-DF7B-D594-83824CA94AFB}"/>
              </a:ext>
            </a:extLst>
          </p:cNvPr>
          <p:cNvSpPr>
            <a:spLocks noChangeArrowheads="1"/>
          </p:cNvSpPr>
          <p:nvPr/>
        </p:nvSpPr>
        <p:spPr bwMode="auto">
          <a:xfrm>
            <a:off x="0" y="0"/>
            <a:ext cx="9144000" cy="591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buClr>
                <a:srgbClr val="000066"/>
              </a:buClr>
              <a:buSzPct val="90000"/>
              <a:buFont typeface="Wingdings" panose="05000000000000000000" pitchFamily="2" charset="2"/>
              <a:buChar char="v"/>
            </a:pPr>
            <a:r>
              <a:rPr lang="en-US" altLang="zh-CN" sz="3600" b="1">
                <a:solidFill>
                  <a:srgbClr val="000066"/>
                </a:solidFill>
                <a:latin typeface="Times New Roman" panose="02020603050405020304" pitchFamily="18" charset="0"/>
                <a:ea typeface="楷体_GB2312" pitchFamily="49" charset="-122"/>
              </a:rPr>
              <a:t> </a:t>
            </a:r>
            <a:r>
              <a:rPr lang="zh-CN" altLang="en-US" sz="3600" b="1">
                <a:solidFill>
                  <a:srgbClr val="000066"/>
                </a:solidFill>
                <a:latin typeface="Times New Roman" panose="02020603050405020304" pitchFamily="18" charset="0"/>
                <a:ea typeface="楷体_GB2312" pitchFamily="49" charset="-122"/>
              </a:rPr>
              <a:t>作为拉氏变换的几何表示，零极点图对分析系统的频率特性、零极点分布与系统特性的关系具有重要意义。从本质上讲，系统的特性完全是由系统函数的零极点分布决定的</a:t>
            </a:r>
          </a:p>
          <a:p>
            <a:pPr>
              <a:lnSpc>
                <a:spcPct val="120000"/>
              </a:lnSpc>
              <a:spcBef>
                <a:spcPct val="50000"/>
              </a:spcBef>
              <a:buClr>
                <a:srgbClr val="000066"/>
              </a:buClr>
              <a:buSzPct val="90000"/>
              <a:buFont typeface="Wingdings" panose="05000000000000000000" pitchFamily="2" charset="2"/>
              <a:buChar char="v"/>
            </a:pPr>
            <a:r>
              <a:rPr lang="zh-CN" altLang="en-US" sz="3600" b="1">
                <a:solidFill>
                  <a:srgbClr val="000066"/>
                </a:solidFill>
                <a:latin typeface="Times New Roman" panose="02020603050405020304" pitchFamily="18" charset="0"/>
                <a:ea typeface="楷体_GB2312" pitchFamily="49" charset="-122"/>
              </a:rPr>
              <a:t> 拉氏变换的许多性质对于在变换域分析</a:t>
            </a:r>
            <a:r>
              <a:rPr lang="en-US" altLang="zh-CN" sz="3600" b="1">
                <a:solidFill>
                  <a:srgbClr val="000066"/>
                </a:solidFill>
                <a:latin typeface="Times New Roman" panose="02020603050405020304" pitchFamily="18" charset="0"/>
                <a:ea typeface="楷体_GB2312" pitchFamily="49" charset="-122"/>
              </a:rPr>
              <a:t>LTI</a:t>
            </a:r>
            <a:r>
              <a:rPr lang="zh-CN" altLang="en-US" sz="3600" b="1">
                <a:solidFill>
                  <a:srgbClr val="000066"/>
                </a:solidFill>
                <a:latin typeface="Times New Roman" panose="02020603050405020304" pitchFamily="18" charset="0"/>
                <a:ea typeface="楷体_GB2312" pitchFamily="49" charset="-122"/>
              </a:rPr>
              <a:t>系统，具有重要作用。</a:t>
            </a:r>
          </a:p>
          <a:p>
            <a:pPr>
              <a:lnSpc>
                <a:spcPct val="120000"/>
              </a:lnSpc>
              <a:spcBef>
                <a:spcPct val="50000"/>
              </a:spcBef>
              <a:buClr>
                <a:srgbClr val="000066"/>
              </a:buClr>
              <a:buSzPct val="90000"/>
              <a:buFont typeface="Wingdings" panose="05000000000000000000" pitchFamily="2" charset="2"/>
              <a:buChar char="v"/>
            </a:pPr>
            <a:r>
              <a:rPr lang="zh-CN" altLang="en-US" sz="3600" b="1">
                <a:solidFill>
                  <a:srgbClr val="000066"/>
                </a:solidFill>
                <a:latin typeface="Times New Roman" panose="02020603050405020304" pitchFamily="18" charset="0"/>
                <a:ea typeface="楷体_GB2312" pitchFamily="49" charset="-122"/>
              </a:rPr>
              <a:t> 作为双边拉氏变换的特例，单边拉氏变换特别适用于分析增量线性系统。</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a:extLst>
              <a:ext uri="{FF2B5EF4-FFF2-40B4-BE49-F238E27FC236}">
                <a16:creationId xmlns:a16="http://schemas.microsoft.com/office/drawing/2014/main" id="{583BDF2F-B770-5C7F-F18A-A73D46456FC6}"/>
              </a:ext>
            </a:extLst>
          </p:cNvPr>
          <p:cNvSpPr>
            <a:spLocks noChangeArrowheads="1"/>
          </p:cNvSpPr>
          <p:nvPr/>
        </p:nvSpPr>
        <p:spPr bwMode="auto">
          <a:xfrm>
            <a:off x="250825" y="1125538"/>
            <a:ext cx="8642350" cy="4937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buClr>
                <a:srgbClr val="000066"/>
              </a:buClr>
              <a:buSzPct val="90000"/>
              <a:buFont typeface="Wingdings" panose="05000000000000000000" pitchFamily="2" charset="2"/>
              <a:buNone/>
            </a:pPr>
            <a:r>
              <a:rPr lang="zh-CN" altLang="en-US" sz="6000" b="1">
                <a:solidFill>
                  <a:srgbClr val="000066"/>
                </a:solidFill>
                <a:latin typeface="Times New Roman" panose="02020603050405020304" pitchFamily="18" charset="0"/>
                <a:ea typeface="楷体_GB2312" pitchFamily="49" charset="-122"/>
              </a:rPr>
              <a:t>作业：</a:t>
            </a:r>
          </a:p>
          <a:p>
            <a:pPr>
              <a:lnSpc>
                <a:spcPct val="120000"/>
              </a:lnSpc>
              <a:spcBef>
                <a:spcPct val="50000"/>
              </a:spcBef>
              <a:buClr>
                <a:srgbClr val="000066"/>
              </a:buClr>
              <a:buSzPct val="90000"/>
              <a:buFont typeface="Wingdings" panose="05000000000000000000" pitchFamily="2" charset="2"/>
              <a:buNone/>
            </a:pPr>
            <a:r>
              <a:rPr lang="en-US" altLang="zh-CN" sz="6000" b="1">
                <a:solidFill>
                  <a:srgbClr val="000066"/>
                </a:solidFill>
                <a:latin typeface="Times New Roman" panose="02020603050405020304" pitchFamily="18" charset="0"/>
                <a:ea typeface="楷体_GB2312" pitchFamily="49" charset="-122"/>
              </a:rPr>
              <a:t>9.1</a:t>
            </a:r>
            <a:r>
              <a:rPr lang="zh-CN" altLang="en-US" sz="6000" b="1">
                <a:solidFill>
                  <a:srgbClr val="000066"/>
                </a:solidFill>
                <a:latin typeface="Times New Roman" panose="02020603050405020304" pitchFamily="18" charset="0"/>
                <a:ea typeface="楷体_GB2312" pitchFamily="49" charset="-122"/>
              </a:rPr>
              <a:t>、</a:t>
            </a:r>
            <a:r>
              <a:rPr lang="en-US" altLang="zh-CN" sz="6000" b="1">
                <a:solidFill>
                  <a:srgbClr val="000066"/>
                </a:solidFill>
                <a:latin typeface="Times New Roman" panose="02020603050405020304" pitchFamily="18" charset="0"/>
                <a:ea typeface="楷体_GB2312" pitchFamily="49" charset="-122"/>
              </a:rPr>
              <a:t>9.5</a:t>
            </a:r>
            <a:r>
              <a:rPr lang="zh-CN" altLang="en-US" sz="6000" b="1">
                <a:solidFill>
                  <a:srgbClr val="000066"/>
                </a:solidFill>
                <a:latin typeface="Times New Roman" panose="02020603050405020304" pitchFamily="18" charset="0"/>
                <a:ea typeface="楷体_GB2312" pitchFamily="49" charset="-122"/>
              </a:rPr>
              <a:t>、</a:t>
            </a:r>
            <a:r>
              <a:rPr lang="en-US" altLang="zh-CN" sz="6000" b="1">
                <a:solidFill>
                  <a:srgbClr val="000066"/>
                </a:solidFill>
                <a:latin typeface="Times New Roman" panose="02020603050405020304" pitchFamily="18" charset="0"/>
                <a:ea typeface="楷体_GB2312" pitchFamily="49" charset="-122"/>
              </a:rPr>
              <a:t>9.8</a:t>
            </a:r>
            <a:r>
              <a:rPr lang="zh-CN" altLang="en-US" sz="6000" b="1">
                <a:solidFill>
                  <a:srgbClr val="000066"/>
                </a:solidFill>
                <a:latin typeface="Times New Roman" panose="02020603050405020304" pitchFamily="18" charset="0"/>
                <a:ea typeface="楷体_GB2312" pitchFamily="49" charset="-122"/>
              </a:rPr>
              <a:t>、</a:t>
            </a:r>
            <a:r>
              <a:rPr lang="en-US" altLang="zh-CN" sz="6000" b="1">
                <a:solidFill>
                  <a:srgbClr val="000066"/>
                </a:solidFill>
                <a:latin typeface="Times New Roman" panose="02020603050405020304" pitchFamily="18" charset="0"/>
                <a:ea typeface="楷体_GB2312" pitchFamily="49" charset="-122"/>
              </a:rPr>
              <a:t>9.14</a:t>
            </a:r>
            <a:r>
              <a:rPr lang="zh-CN" altLang="en-US" sz="6000" b="1">
                <a:solidFill>
                  <a:srgbClr val="000066"/>
                </a:solidFill>
                <a:latin typeface="Times New Roman" panose="02020603050405020304" pitchFamily="18" charset="0"/>
                <a:ea typeface="楷体_GB2312" pitchFamily="49" charset="-122"/>
              </a:rPr>
              <a:t>、</a:t>
            </a:r>
            <a:r>
              <a:rPr lang="en-US" altLang="zh-CN" sz="6000" b="1">
                <a:solidFill>
                  <a:srgbClr val="000066"/>
                </a:solidFill>
                <a:latin typeface="Times New Roman" panose="02020603050405020304" pitchFamily="18" charset="0"/>
                <a:ea typeface="楷体_GB2312" pitchFamily="49" charset="-122"/>
              </a:rPr>
              <a:t>9.21</a:t>
            </a:r>
            <a:r>
              <a:rPr lang="zh-CN" altLang="en-US" sz="6000" b="1">
                <a:solidFill>
                  <a:srgbClr val="000066"/>
                </a:solidFill>
                <a:latin typeface="Times New Roman" panose="02020603050405020304" pitchFamily="18" charset="0"/>
                <a:ea typeface="楷体_GB2312" pitchFamily="49" charset="-122"/>
              </a:rPr>
              <a:t>、</a:t>
            </a:r>
            <a:r>
              <a:rPr lang="en-US" altLang="zh-CN" sz="6000" b="1">
                <a:solidFill>
                  <a:srgbClr val="000066"/>
                </a:solidFill>
                <a:latin typeface="Times New Roman" panose="02020603050405020304" pitchFamily="18" charset="0"/>
                <a:ea typeface="楷体_GB2312" pitchFamily="49" charset="-122"/>
              </a:rPr>
              <a:t>9.22</a:t>
            </a:r>
            <a:r>
              <a:rPr lang="zh-CN" altLang="en-US" sz="6000" b="1">
                <a:solidFill>
                  <a:srgbClr val="000066"/>
                </a:solidFill>
                <a:latin typeface="Times New Roman" panose="02020603050405020304" pitchFamily="18" charset="0"/>
                <a:ea typeface="楷体_GB2312" pitchFamily="49" charset="-122"/>
              </a:rPr>
              <a:t>、</a:t>
            </a:r>
            <a:r>
              <a:rPr lang="en-US" altLang="zh-CN" sz="6000" b="1">
                <a:solidFill>
                  <a:srgbClr val="000066"/>
                </a:solidFill>
                <a:latin typeface="Times New Roman" panose="02020603050405020304" pitchFamily="18" charset="0"/>
                <a:ea typeface="楷体_GB2312" pitchFamily="49" charset="-122"/>
              </a:rPr>
              <a:t>9.23</a:t>
            </a:r>
            <a:r>
              <a:rPr lang="zh-CN" altLang="en-US" sz="6000" b="1">
                <a:solidFill>
                  <a:srgbClr val="000066"/>
                </a:solidFill>
                <a:latin typeface="Times New Roman" panose="02020603050405020304" pitchFamily="18" charset="0"/>
                <a:ea typeface="楷体_GB2312" pitchFamily="49" charset="-122"/>
              </a:rPr>
              <a:t>、</a:t>
            </a:r>
            <a:r>
              <a:rPr lang="en-US" altLang="zh-CN" sz="6000" b="1">
                <a:solidFill>
                  <a:srgbClr val="000066"/>
                </a:solidFill>
                <a:latin typeface="Times New Roman" panose="02020603050405020304" pitchFamily="18" charset="0"/>
                <a:ea typeface="楷体_GB2312" pitchFamily="49" charset="-122"/>
              </a:rPr>
              <a:t>9.33</a:t>
            </a:r>
            <a:r>
              <a:rPr lang="zh-CN" altLang="en-US" sz="6000" b="1">
                <a:solidFill>
                  <a:srgbClr val="000066"/>
                </a:solidFill>
                <a:latin typeface="Times New Roman" panose="02020603050405020304" pitchFamily="18" charset="0"/>
                <a:ea typeface="楷体_GB2312" pitchFamily="49" charset="-122"/>
              </a:rPr>
              <a:t>、</a:t>
            </a:r>
            <a:r>
              <a:rPr lang="en-US" altLang="zh-CN" sz="6000" b="1">
                <a:solidFill>
                  <a:srgbClr val="000066"/>
                </a:solidFill>
                <a:latin typeface="Times New Roman" panose="02020603050405020304" pitchFamily="18" charset="0"/>
                <a:ea typeface="楷体_GB2312" pitchFamily="49" charset="-122"/>
              </a:rPr>
              <a:t>9.47</a:t>
            </a:r>
            <a:r>
              <a:rPr lang="zh-CN" altLang="en-US" sz="6000" b="1">
                <a:solidFill>
                  <a:srgbClr val="000066"/>
                </a:solidFill>
                <a:latin typeface="Times New Roman" panose="02020603050405020304" pitchFamily="18" charset="0"/>
                <a:ea typeface="楷体_GB2312" pitchFamily="49" charset="-122"/>
              </a:rPr>
              <a:t>、</a:t>
            </a:r>
            <a:r>
              <a:rPr lang="en-US" altLang="zh-CN" sz="6000" b="1">
                <a:solidFill>
                  <a:srgbClr val="000066"/>
                </a:solidFill>
                <a:latin typeface="Times New Roman" panose="02020603050405020304" pitchFamily="18" charset="0"/>
                <a:ea typeface="楷体_GB2312" pitchFamily="49" charset="-122"/>
              </a:rPr>
              <a:t>9.48</a:t>
            </a:r>
          </a:p>
        </p:txBody>
      </p:sp>
    </p:spTree>
  </p:cSld>
  <p:clrMapOvr>
    <a:masterClrMapping/>
  </p:clrMapOvr>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437</TotalTime>
  <Words>3765</Words>
  <Application>Microsoft Office PowerPoint</Application>
  <PresentationFormat>全屏显示(4:3)</PresentationFormat>
  <Paragraphs>357</Paragraphs>
  <Slides>103</Slides>
  <Notes>0</Notes>
  <HiddenSlides>0</HiddenSlides>
  <MMClips>0</MMClips>
  <ScaleCrop>false</ScaleCrop>
  <HeadingPairs>
    <vt:vector size="8" baseType="variant">
      <vt:variant>
        <vt:lpstr>已用的字体</vt:lpstr>
      </vt:variant>
      <vt:variant>
        <vt:i4>5</vt:i4>
      </vt:variant>
      <vt:variant>
        <vt:lpstr>主题</vt:lpstr>
      </vt:variant>
      <vt:variant>
        <vt:i4>1</vt:i4>
      </vt:variant>
      <vt:variant>
        <vt:lpstr>嵌入 OLE 服务器</vt:lpstr>
      </vt:variant>
      <vt:variant>
        <vt:i4>6</vt:i4>
      </vt:variant>
      <vt:variant>
        <vt:lpstr>幻灯片标题</vt:lpstr>
      </vt:variant>
      <vt:variant>
        <vt:i4>103</vt:i4>
      </vt:variant>
    </vt:vector>
  </HeadingPairs>
  <TitlesOfParts>
    <vt:vector size="115" baseType="lpstr">
      <vt:lpstr>Arial</vt:lpstr>
      <vt:lpstr>宋体</vt:lpstr>
      <vt:lpstr>楷体_GB2312</vt:lpstr>
      <vt:lpstr>Times New Roman</vt:lpstr>
      <vt:lpstr>Wingdings</vt:lpstr>
      <vt:lpstr>默认设计模板</vt:lpstr>
      <vt:lpstr>Microsoft 公式 3.0</vt:lpstr>
      <vt:lpstr>MathType 4.0 Equation</vt:lpstr>
      <vt:lpstr>位图图像</vt:lpstr>
      <vt:lpstr>Microsoft Equation 3.0</vt:lpstr>
      <vt:lpstr>MathType 5.0 Equation</vt:lpstr>
      <vt:lpstr>BMP 图象</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HCFP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ABPCRZ1</dc:creator>
  <cp:lastModifiedBy>Yue Ma</cp:lastModifiedBy>
  <cp:revision>83</cp:revision>
  <dcterms:created xsi:type="dcterms:W3CDTF">2008-09-29T10:06:50Z</dcterms:created>
  <dcterms:modified xsi:type="dcterms:W3CDTF">2026-05-03T09:52:35Z</dcterms:modified>
</cp:coreProperties>
</file>